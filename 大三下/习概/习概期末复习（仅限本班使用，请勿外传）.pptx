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notesSlides/notesSlide5.xml" ContentType="application/vnd.openxmlformats-officedocument.presentationml.notesSlide+xml"/>
  <Override PartName="/ppt/tags/tag1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2.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13.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14.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15.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16.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notesSlides/notesSlide19.xml" ContentType="application/vnd.openxmlformats-officedocument.presentationml.notesSlide+xml"/>
  <Override PartName="/ppt/tags/tag224.xml" ContentType="application/vnd.openxmlformats-officedocument.presentationml.tags+xml"/>
  <Override PartName="/ppt/notesSlides/notesSlide20.xml" ContentType="application/vnd.openxmlformats-officedocument.presentationml.notesSlide+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2"/>
    <p:sldMasterId id="2147483674" r:id="rId3"/>
  </p:sldMasterIdLst>
  <p:notesMasterIdLst>
    <p:notesMasterId r:id="rId44"/>
  </p:notesMasterIdLst>
  <p:handoutMasterIdLst>
    <p:handoutMasterId r:id="rId45"/>
  </p:handoutMasterIdLst>
  <p:sldIdLst>
    <p:sldId id="324" r:id="rId4"/>
    <p:sldId id="325" r:id="rId5"/>
    <p:sldId id="326" r:id="rId6"/>
    <p:sldId id="327" r:id="rId7"/>
    <p:sldId id="330" r:id="rId8"/>
    <p:sldId id="331" r:id="rId9"/>
    <p:sldId id="339" r:id="rId10"/>
    <p:sldId id="341" r:id="rId11"/>
    <p:sldId id="342" r:id="rId12"/>
    <p:sldId id="344" r:id="rId13"/>
    <p:sldId id="346" r:id="rId14"/>
    <p:sldId id="391" r:id="rId15"/>
    <p:sldId id="348" r:id="rId16"/>
    <p:sldId id="349" r:id="rId17"/>
    <p:sldId id="388" r:id="rId18"/>
    <p:sldId id="328" r:id="rId19"/>
    <p:sldId id="329" r:id="rId20"/>
    <p:sldId id="309" r:id="rId21"/>
    <p:sldId id="367" r:id="rId22"/>
    <p:sldId id="353" r:id="rId23"/>
    <p:sldId id="351" r:id="rId24"/>
    <p:sldId id="352" r:id="rId25"/>
    <p:sldId id="354" r:id="rId26"/>
    <p:sldId id="393" r:id="rId27"/>
    <p:sldId id="355" r:id="rId28"/>
    <p:sldId id="357" r:id="rId29"/>
    <p:sldId id="358" r:id="rId30"/>
    <p:sldId id="359" r:id="rId31"/>
    <p:sldId id="360" r:id="rId32"/>
    <p:sldId id="396" r:id="rId33"/>
    <p:sldId id="361" r:id="rId34"/>
    <p:sldId id="362" r:id="rId35"/>
    <p:sldId id="389" r:id="rId36"/>
    <p:sldId id="363" r:id="rId37"/>
    <p:sldId id="364" r:id="rId38"/>
    <p:sldId id="392" r:id="rId39"/>
    <p:sldId id="365" r:id="rId40"/>
    <p:sldId id="394" r:id="rId41"/>
    <p:sldId id="366" r:id="rId42"/>
    <p:sldId id="395" r:id="rId43"/>
  </p:sldIdLst>
  <p:sldSz cx="12192000" cy="6858000"/>
  <p:notesSz cx="7104063" cy="10234613"/>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宋体" pitchFamily="2" charset="-122"/>
        <a:cs typeface="+mn-cs"/>
      </a:defRPr>
    </a:lvl9pPr>
  </p:defaultTextStyle>
  <p:extLst>
    <p:ext uri="{EFAFB233-063F-42B5-8137-9DF3F51BA10A}">
      <p15:sldGuideLst xmlns:p15="http://schemas.microsoft.com/office/powerpoint/2012/main">
        <p15:guide id="1" orient="horz" pos="2270" userDrawn="1">
          <p15:clr>
            <a:srgbClr val="A4A3A4"/>
          </p15:clr>
        </p15:guide>
        <p15:guide id="2" pos="390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琳妤 王" initials="" lastIdx="0" clrIdx="0"/>
  <p:cmAuthor id="1" name="admin" initials="a" lastIdx="2" clrIdx="0"/>
  <p:cmAuthor id="2" name="yingkongse" initials="y" lastIdx="12" clrIdx="2"/>
  <p:cmAuthor id="3" name="왕보" initials="왕" lastIdx="1" clrIdx="0"/>
  <p:cmAuthor id="4" name="HEP" initials="H" lastIdx="5" clrIdx="1"/>
  <p:cmAuthor id="5" name="Microsoft 帐户" initials="M帐" lastIdx="1" clrIdx="4"/>
  <p:cmAuthor id="6" name="tian" initials="t" lastIdx="1" clrIdx="5"/>
  <p:cmAuthor id="7" name="任" initials="任" lastIdx="1" clrIdx="6"/>
  <p:cmAuthor id="8" name="edu" initials="e" lastIdx="7" clrIdx="7"/>
  <p:cmAuthor id="278003173" name="悦婉 Nancy Tian" initials="悦" lastIdx="1" clrIdx="3"/>
  <p:cmAuthor id="9" name="a" initials="a" lastIdx="1" clrIdx="8"/>
  <p:cmAuthor id="10" name="薛" initials="薛" lastIdx="7" clrIdx="9"/>
  <p:cmAuthor id="11" name="10498" initials="1" lastIdx="4" clrIdx="10"/>
  <p:cmAuthor id="13" name="Microsoft Office User" initials="MOU" lastIdx="2" clrIdx="12"/>
  <p:cmAuthor id="75" name="作者" initials="A"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80"/>
    <p:restoredTop sz="86344"/>
  </p:normalViewPr>
  <p:slideViewPr>
    <p:cSldViewPr snapToGrid="0" showGuides="1">
      <p:cViewPr varScale="1">
        <p:scale>
          <a:sx n="101" d="100"/>
          <a:sy n="101" d="100"/>
        </p:scale>
        <p:origin x="1160" y="192"/>
      </p:cViewPr>
      <p:guideLst>
        <p:guide orient="horz" pos="2270"/>
        <p:guide pos="3904"/>
      </p:guideLst>
    </p:cSldViewPr>
  </p:slideViewPr>
  <p:outlineViewPr>
    <p:cViewPr>
      <p:scale>
        <a:sx n="33" d="100"/>
        <a:sy n="33" d="100"/>
      </p:scale>
      <p:origin x="0" y="0"/>
    </p:cViewPr>
  </p:outlineViewPr>
  <p:notesTextViewPr>
    <p:cViewPr>
      <p:scale>
        <a:sx n="3" d="2"/>
        <a:sy n="3" d="2"/>
      </p:scale>
      <p:origin x="0" y="0"/>
    </p:cViewPr>
  </p:notesTextViewPr>
  <p:gridSpacing cx="71999" cy="71999"/>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commentAuthors" Target="commentAuthor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45"/>
            </a:lvl1pPr>
          </a:lstStyle>
          <a:p>
            <a:pPr fontAlgn="auto"/>
            <a:endParaRPr lang="zh-CN" altLang="en-US" strike="noStrike" noProof="1"/>
          </a:p>
        </p:txBody>
      </p:sp>
      <p:sp>
        <p:nvSpPr>
          <p:cNvPr id="3" name="日期占位符 2"/>
          <p:cNvSpPr>
            <a:spLocks noGrp="1"/>
          </p:cNvSpPr>
          <p:nvPr>
            <p:ph type="dt" sz="quarter" idx="1"/>
          </p:nvPr>
        </p:nvSpPr>
        <p:spPr>
          <a:xfrm>
            <a:off x="4024313" y="0"/>
            <a:ext cx="3078163" cy="512763"/>
          </a:xfrm>
          <a:prstGeom prst="rect">
            <a:avLst/>
          </a:prstGeom>
        </p:spPr>
        <p:txBody>
          <a:bodyPr vert="horz" lIns="91440" tIns="45720" rIns="91440" bIns="45720" rtlCol="0"/>
          <a:lstStyle>
            <a:lvl1pPr algn="r">
              <a:defRPr sz="1245"/>
            </a:lvl1pPr>
          </a:lstStyle>
          <a:p>
            <a:pPr fontAlgn="auto"/>
            <a:fld id="{0F9B84EA-7D68-4D60-9CB1-D50884785D1C}" type="datetimeFigureOut">
              <a:rPr lang="zh-CN" altLang="en-US" sz="1245" strike="noStrike" noProof="1" smtClean="0">
                <a:latin typeface="+mn-lt"/>
                <a:ea typeface="+mn-ea"/>
                <a:cs typeface="+mn-cs"/>
              </a:rPr>
              <a:t>2026/7/6</a:t>
            </a:fld>
            <a:endParaRPr lang="zh-CN" altLang="en-US" strike="noStrike" noProof="1"/>
          </a:p>
        </p:txBody>
      </p:sp>
      <p:sp>
        <p:nvSpPr>
          <p:cNvPr id="4" name="页脚占位符 3"/>
          <p:cNvSpPr>
            <a:spLocks noGrp="1"/>
          </p:cNvSpPr>
          <p:nvPr>
            <p:ph type="ftr" sz="quarter" idx="2"/>
          </p:nvPr>
        </p:nvSpPr>
        <p:spPr>
          <a:xfrm>
            <a:off x="0" y="9720263"/>
            <a:ext cx="3078163" cy="514350"/>
          </a:xfrm>
          <a:prstGeom prst="rect">
            <a:avLst/>
          </a:prstGeom>
        </p:spPr>
        <p:txBody>
          <a:bodyPr vert="horz" lIns="91440" tIns="45720" rIns="91440" bIns="45720" rtlCol="0" anchor="b"/>
          <a:lstStyle>
            <a:lvl1pPr algn="l">
              <a:defRPr sz="1245"/>
            </a:lvl1pPr>
          </a:lstStyle>
          <a:p>
            <a:pPr fontAlgn="auto"/>
            <a:endParaRPr lang="zh-CN" altLang="en-US" strike="noStrike" noProof="1"/>
          </a:p>
        </p:txBody>
      </p:sp>
      <p:sp>
        <p:nvSpPr>
          <p:cNvPr id="5" name="灯片编号占位符 4"/>
          <p:cNvSpPr>
            <a:spLocks noGrp="1"/>
          </p:cNvSpPr>
          <p:nvPr>
            <p:ph type="sldNum" sz="quarter" idx="3"/>
          </p:nvPr>
        </p:nvSpPr>
        <p:spPr>
          <a:xfrm>
            <a:off x="4024313" y="9720263"/>
            <a:ext cx="3078163" cy="514350"/>
          </a:xfrm>
          <a:prstGeom prst="rect">
            <a:avLst/>
          </a:prstGeom>
        </p:spPr>
        <p:txBody>
          <a:bodyPr vert="horz" lIns="91440" tIns="45720" rIns="91440" bIns="45720" rtlCol="0" anchor="b"/>
          <a:lstStyle>
            <a:lvl1pPr algn="r">
              <a:defRPr sz="1245"/>
            </a:lvl1pPr>
          </a:lstStyle>
          <a:p>
            <a:pPr fontAlgn="auto"/>
            <a:fld id="{8D4E0FC9-F1F8-4FAE-9988-3BA365CFD46F}" type="slidenum">
              <a:rPr lang="zh-CN" altLang="en-US" sz="1245" strike="noStrike" noProof="1" smtClean="0">
                <a:latin typeface="+mn-lt"/>
                <a:ea typeface="+mn-ea"/>
                <a:cs typeface="+mn-cs"/>
              </a:rPr>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pPr fontAlgn="auto"/>
            <a:endParaRPr lang="zh-CN" altLang="en-US" strike="noStrike" noProof="1"/>
          </a:p>
        </p:txBody>
      </p:sp>
      <p:sp>
        <p:nvSpPr>
          <p:cNvPr id="3" name="日期占位符 2"/>
          <p:cNvSpPr>
            <a:spLocks noGrp="1"/>
          </p:cNvSpPr>
          <p:nvPr>
            <p:ph type="dt" idx="1"/>
          </p:nvPr>
        </p:nvSpPr>
        <p:spPr>
          <a:xfrm>
            <a:off x="4024313" y="0"/>
            <a:ext cx="3078163" cy="512763"/>
          </a:xfrm>
          <a:prstGeom prst="rect">
            <a:avLst/>
          </a:prstGeom>
        </p:spPr>
        <p:txBody>
          <a:bodyPr vert="horz" lIns="91440" tIns="45720" rIns="91440" bIns="45720" rtlCol="0"/>
          <a:lstStyle>
            <a:lvl1pPr algn="r">
              <a:defRPr sz="1200"/>
            </a:lvl1pPr>
          </a:lstStyle>
          <a:p>
            <a:pPr fontAlgn="auto"/>
            <a:fld id="{D6C8D182-E4C8-4120-9249-FC9774456FFA}" type="datetimeFigureOut">
              <a:rPr lang="zh-CN" altLang="en-US" strike="noStrike" noProof="1" smtClean="0">
                <a:latin typeface="+mn-lt"/>
                <a:ea typeface="+mn-ea"/>
                <a:cs typeface="+mn-cs"/>
              </a:rPr>
              <a:t>2026/7/6</a:t>
            </a:fld>
            <a:endParaRPr lang="zh-CN" altLang="en-US" strike="noStrike" noProof="1"/>
          </a:p>
        </p:txBody>
      </p:sp>
      <p:sp>
        <p:nvSpPr>
          <p:cNvPr id="12292" name="幻灯片图像占位符 3"/>
          <p:cNvSpPr>
            <a:spLocks noGrp="1" noRot="1" noChangeAspect="1"/>
          </p:cNvSpPr>
          <p:nvPr>
            <p:ph type="sldImg"/>
          </p:nvPr>
        </p:nvSpPr>
        <p:spPr>
          <a:xfrm>
            <a:off x="482600" y="1279525"/>
            <a:ext cx="6140450" cy="3454400"/>
          </a:xfrm>
          <a:prstGeom prst="rect">
            <a:avLst/>
          </a:prstGeom>
          <a:noFill/>
          <a:ln w="12700" cap="flat" cmpd="sng">
            <a:solidFill>
              <a:srgbClr val="000000"/>
            </a:solidFill>
            <a:prstDash val="solid"/>
            <a:round/>
            <a:headEnd type="none" w="med" len="med"/>
            <a:tailEnd type="none" w="med" len="med"/>
          </a:ln>
        </p:spPr>
      </p:sp>
      <p:sp>
        <p:nvSpPr>
          <p:cNvPr id="12293" name="备注占位符 4"/>
          <p:cNvSpPr>
            <a:spLocks noGrp="1"/>
          </p:cNvSpPr>
          <p:nvPr>
            <p:ph type="body" sz="quarter"/>
          </p:nvPr>
        </p:nvSpPr>
        <p:spPr>
          <a:xfrm>
            <a:off x="711200" y="4926013"/>
            <a:ext cx="5683250" cy="4029075"/>
          </a:xfrm>
          <a:prstGeom prst="rect">
            <a:avLst/>
          </a:prstGeom>
          <a:noFill/>
          <a:ln w="9525">
            <a:noFill/>
          </a:ln>
        </p:spPr>
        <p:txBody>
          <a:bodyPr vert="horz" lIns="91440" tIns="45720" rIns="91440" bIns="45720" anchor="t" anchorCtr="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pPr fontAlgn="auto"/>
            <a:endParaRPr lang="zh-CN" altLang="en-US" strike="noStrike" noProof="1"/>
          </a:p>
        </p:txBody>
      </p:sp>
      <p:sp>
        <p:nvSpPr>
          <p:cNvPr id="7" name="灯片编号占位符 6"/>
          <p:cNvSpPr>
            <a:spLocks noGrp="1"/>
          </p:cNvSpPr>
          <p:nvPr>
            <p:ph type="sldNum" sz="quarter" idx="5"/>
          </p:nvPr>
        </p:nvSpPr>
        <p:spPr>
          <a:xfrm>
            <a:off x="4024313" y="9721850"/>
            <a:ext cx="3078163" cy="512763"/>
          </a:xfrm>
          <a:prstGeom prst="rect">
            <a:avLst/>
          </a:prstGeom>
        </p:spPr>
        <p:txBody>
          <a:bodyPr vert="horz" lIns="91440" tIns="45720" rIns="91440" bIns="45720" rtlCol="0" anchor="b"/>
          <a:lstStyle>
            <a:lvl1pPr algn="r">
              <a:defRPr sz="1200"/>
            </a:lvl1pPr>
          </a:lstStyle>
          <a:p>
            <a:pPr fontAlgn="auto"/>
            <a:fld id="{85D0DACE-38E0-42D2-9336-2B707D34BC6D}"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02662D0-7998-41F2-BF14-B251848F9322}" type="slidenum">
              <a:rPr lang="zh-CN" altLang="en-US" smtClean="0"/>
              <a:t>20</a:t>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6" name="幻灯片图像占位符 1"/>
          <p:cNvSpPr>
            <a:spLocks noGrp="1" noRot="1" noChangeAspect="1"/>
          </p:cNvSpPr>
          <p:nvPr>
            <p:ph type="sldImg"/>
          </p:nvPr>
        </p:nvSpPr>
        <p:spPr/>
      </p:sp>
      <p:sp>
        <p:nvSpPr>
          <p:cNvPr id="1049697" name="备注占位符 2"/>
          <p:cNvSpPr>
            <a:spLocks noGrp="1"/>
          </p:cNvSpPr>
          <p:nvPr>
            <p:ph type="body" idx="1"/>
          </p:nvPr>
        </p:nvSpPr>
        <p:spPr/>
        <p:txBody>
          <a:bodyPr/>
          <a:lstStyle/>
          <a:p>
            <a:endParaRPr lang="zh-CN" altLang="en-US" dirty="0"/>
          </a:p>
        </p:txBody>
      </p:sp>
      <p:sp>
        <p:nvSpPr>
          <p:cNvPr id="1049698" name="页脚占位符 2"/>
          <p:cNvSpPr>
            <a:spLocks noGrp="1"/>
          </p:cNvSpPr>
          <p:nvPr>
            <p:ph type="ftr" sz="quarter" idx="4"/>
          </p:nvPr>
        </p:nvSpPr>
        <p:spPr/>
        <p:txBody>
          <a:bodyPr/>
          <a:lstStyle/>
          <a:p>
            <a:endParaRPr lang="zh-CN" altLang="en-US"/>
          </a:p>
        </p:txBody>
      </p:sp>
      <p:sp>
        <p:nvSpPr>
          <p:cNvPr id="1049699" name="日期占位符 3"/>
          <p:cNvSpPr>
            <a:spLocks noGrp="1"/>
          </p:cNvSpPr>
          <p:nvPr>
            <p:ph type="dt" idx="1"/>
          </p:nvPr>
        </p:nvSpPr>
        <p:spPr/>
        <p:txBody>
          <a:bodyPr/>
          <a:lstStyle/>
          <a:p>
            <a:fld id="{2BFDE031-2169-49F0-8203-ABD1D9BFB46E}" type="datetime1">
              <a:rPr lang="zh-CN" altLang="en-US" smtClean="0"/>
              <a:t>2026/7/6</a:t>
            </a:fld>
            <a:endParaRPr lang="zh-CN" altLang="en-US"/>
          </a:p>
        </p:txBody>
      </p:sp>
      <p:sp>
        <p:nvSpPr>
          <p:cNvPr id="1049700" name="灯片编号占位符 4"/>
          <p:cNvSpPr>
            <a:spLocks noGrp="1"/>
          </p:cNvSpPr>
          <p:nvPr>
            <p:ph type="sldNum" sz="quarter" idx="5"/>
          </p:nvPr>
        </p:nvSpPr>
        <p:spPr/>
        <p:txBody>
          <a:bodyPr/>
          <a:lstStyle/>
          <a:p>
            <a:fld id="{942558DE-1754-485B-AB72-88EC699311CB}" type="slidenum">
              <a:rPr lang="zh-CN" altLang="en-US" smtClean="0"/>
              <a:t>21</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6" name="幻灯片图像占位符 1"/>
          <p:cNvSpPr>
            <a:spLocks noGrp="1" noRot="1" noChangeAspect="1"/>
          </p:cNvSpPr>
          <p:nvPr>
            <p:ph type="sldImg"/>
          </p:nvPr>
        </p:nvSpPr>
        <p:spPr/>
      </p:sp>
      <p:sp>
        <p:nvSpPr>
          <p:cNvPr id="1049697" name="备注占位符 2"/>
          <p:cNvSpPr>
            <a:spLocks noGrp="1"/>
          </p:cNvSpPr>
          <p:nvPr>
            <p:ph type="body" idx="1"/>
          </p:nvPr>
        </p:nvSpPr>
        <p:spPr/>
        <p:txBody>
          <a:bodyPr/>
          <a:lstStyle/>
          <a:p>
            <a:endParaRPr lang="zh-CN" altLang="en-US" dirty="0"/>
          </a:p>
        </p:txBody>
      </p:sp>
      <p:sp>
        <p:nvSpPr>
          <p:cNvPr id="1049698" name="页脚占位符 2"/>
          <p:cNvSpPr>
            <a:spLocks noGrp="1"/>
          </p:cNvSpPr>
          <p:nvPr>
            <p:ph type="ftr" sz="quarter" idx="4"/>
          </p:nvPr>
        </p:nvSpPr>
        <p:spPr/>
        <p:txBody>
          <a:bodyPr/>
          <a:lstStyle/>
          <a:p>
            <a:endParaRPr lang="zh-CN" altLang="en-US"/>
          </a:p>
        </p:txBody>
      </p:sp>
      <p:sp>
        <p:nvSpPr>
          <p:cNvPr id="1049699" name="日期占位符 3"/>
          <p:cNvSpPr>
            <a:spLocks noGrp="1"/>
          </p:cNvSpPr>
          <p:nvPr>
            <p:ph type="dt" idx="1"/>
          </p:nvPr>
        </p:nvSpPr>
        <p:spPr/>
        <p:txBody>
          <a:bodyPr/>
          <a:lstStyle/>
          <a:p>
            <a:fld id="{2BFDE031-2169-49F0-8203-ABD1D9BFB46E}" type="datetime1">
              <a:rPr lang="zh-CN" altLang="en-US" smtClean="0"/>
              <a:t>2026/7/6</a:t>
            </a:fld>
            <a:endParaRPr lang="zh-CN" altLang="en-US"/>
          </a:p>
        </p:txBody>
      </p:sp>
      <p:sp>
        <p:nvSpPr>
          <p:cNvPr id="1049700" name="灯片编号占位符 4"/>
          <p:cNvSpPr>
            <a:spLocks noGrp="1"/>
          </p:cNvSpPr>
          <p:nvPr>
            <p:ph type="sldNum" sz="quarter" idx="5"/>
          </p:nvPr>
        </p:nvSpPr>
        <p:spPr/>
        <p:txBody>
          <a:bodyPr/>
          <a:lstStyle/>
          <a:p>
            <a:fld id="{942558DE-1754-485B-AB72-88EC699311CB}" type="slidenum">
              <a:rPr lang="zh-CN" altLang="en-US" smtClean="0"/>
              <a:t>22</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6" name="幻灯片图像占位符 1"/>
          <p:cNvSpPr>
            <a:spLocks noGrp="1" noRot="1" noChangeAspect="1"/>
          </p:cNvSpPr>
          <p:nvPr>
            <p:ph type="sldImg"/>
          </p:nvPr>
        </p:nvSpPr>
        <p:spPr/>
      </p:sp>
      <p:sp>
        <p:nvSpPr>
          <p:cNvPr id="1049697" name="备注占位符 2"/>
          <p:cNvSpPr>
            <a:spLocks noGrp="1"/>
          </p:cNvSpPr>
          <p:nvPr>
            <p:ph type="body" idx="1"/>
          </p:nvPr>
        </p:nvSpPr>
        <p:spPr/>
        <p:txBody>
          <a:bodyPr/>
          <a:lstStyle/>
          <a:p>
            <a:endParaRPr lang="zh-CN" altLang="en-US" dirty="0"/>
          </a:p>
        </p:txBody>
      </p:sp>
      <p:sp>
        <p:nvSpPr>
          <p:cNvPr id="1049698" name="页脚占位符 2"/>
          <p:cNvSpPr>
            <a:spLocks noGrp="1"/>
          </p:cNvSpPr>
          <p:nvPr>
            <p:ph type="ftr" sz="quarter" idx="4"/>
          </p:nvPr>
        </p:nvSpPr>
        <p:spPr/>
        <p:txBody>
          <a:bodyPr/>
          <a:lstStyle/>
          <a:p>
            <a:endParaRPr lang="zh-CN" altLang="en-US"/>
          </a:p>
        </p:txBody>
      </p:sp>
      <p:sp>
        <p:nvSpPr>
          <p:cNvPr id="1049699" name="日期占位符 3"/>
          <p:cNvSpPr>
            <a:spLocks noGrp="1"/>
          </p:cNvSpPr>
          <p:nvPr>
            <p:ph type="dt" idx="1"/>
          </p:nvPr>
        </p:nvSpPr>
        <p:spPr/>
        <p:txBody>
          <a:bodyPr/>
          <a:lstStyle/>
          <a:p>
            <a:fld id="{2BFDE031-2169-49F0-8203-ABD1D9BFB46E}" type="datetime1">
              <a:rPr lang="zh-CN" altLang="en-US" smtClean="0"/>
              <a:t>2026/7/6</a:t>
            </a:fld>
            <a:endParaRPr lang="zh-CN" altLang="en-US"/>
          </a:p>
        </p:txBody>
      </p:sp>
      <p:sp>
        <p:nvSpPr>
          <p:cNvPr id="1049700" name="灯片编号占位符 4"/>
          <p:cNvSpPr>
            <a:spLocks noGrp="1"/>
          </p:cNvSpPr>
          <p:nvPr>
            <p:ph type="sldNum" sz="quarter" idx="5"/>
          </p:nvPr>
        </p:nvSpPr>
        <p:spPr/>
        <p:txBody>
          <a:bodyPr/>
          <a:lstStyle/>
          <a:p>
            <a:fld id="{942558DE-1754-485B-AB72-88EC699311CB}" type="slidenum">
              <a:rPr lang="zh-CN" altLang="en-US" smtClean="0"/>
              <a:t>23</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6" name="幻灯片图像占位符 1"/>
          <p:cNvSpPr>
            <a:spLocks noGrp="1" noRot="1" noChangeAspect="1"/>
          </p:cNvSpPr>
          <p:nvPr>
            <p:ph type="sldImg"/>
          </p:nvPr>
        </p:nvSpPr>
        <p:spPr/>
      </p:sp>
      <p:sp>
        <p:nvSpPr>
          <p:cNvPr id="1049697" name="备注占位符 2"/>
          <p:cNvSpPr>
            <a:spLocks noGrp="1"/>
          </p:cNvSpPr>
          <p:nvPr>
            <p:ph type="body" idx="1"/>
          </p:nvPr>
        </p:nvSpPr>
        <p:spPr/>
        <p:txBody>
          <a:bodyPr/>
          <a:lstStyle/>
          <a:p>
            <a:endParaRPr lang="zh-CN" altLang="en-US" dirty="0"/>
          </a:p>
        </p:txBody>
      </p:sp>
      <p:sp>
        <p:nvSpPr>
          <p:cNvPr id="1049698" name="页脚占位符 2"/>
          <p:cNvSpPr>
            <a:spLocks noGrp="1"/>
          </p:cNvSpPr>
          <p:nvPr>
            <p:ph type="ftr" sz="quarter" idx="4"/>
          </p:nvPr>
        </p:nvSpPr>
        <p:spPr/>
        <p:txBody>
          <a:bodyPr/>
          <a:lstStyle/>
          <a:p>
            <a:endParaRPr lang="zh-CN" altLang="en-US"/>
          </a:p>
        </p:txBody>
      </p:sp>
      <p:sp>
        <p:nvSpPr>
          <p:cNvPr id="1049699" name="日期占位符 3"/>
          <p:cNvSpPr>
            <a:spLocks noGrp="1"/>
          </p:cNvSpPr>
          <p:nvPr>
            <p:ph type="dt" idx="1"/>
          </p:nvPr>
        </p:nvSpPr>
        <p:spPr/>
        <p:txBody>
          <a:bodyPr/>
          <a:lstStyle/>
          <a:p>
            <a:fld id="{2BFDE031-2169-49F0-8203-ABD1D9BFB46E}" type="datetime1">
              <a:rPr lang="zh-CN" altLang="en-US" smtClean="0"/>
              <a:t>2026/7/6</a:t>
            </a:fld>
            <a:endParaRPr lang="zh-CN" altLang="en-US"/>
          </a:p>
        </p:txBody>
      </p:sp>
      <p:sp>
        <p:nvSpPr>
          <p:cNvPr id="1049700" name="灯片编号占位符 4"/>
          <p:cNvSpPr>
            <a:spLocks noGrp="1"/>
          </p:cNvSpPr>
          <p:nvPr>
            <p:ph type="sldNum" sz="quarter" idx="5"/>
          </p:nvPr>
        </p:nvSpPr>
        <p:spPr/>
        <p:txBody>
          <a:bodyPr/>
          <a:lstStyle/>
          <a:p>
            <a:fld id="{942558DE-1754-485B-AB72-88EC699311CB}" type="slidenum">
              <a:rPr lang="zh-CN" altLang="en-US" smtClean="0"/>
              <a:t>25</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6" name="幻灯片图像占位符 1"/>
          <p:cNvSpPr>
            <a:spLocks noGrp="1" noRot="1" noChangeAspect="1"/>
          </p:cNvSpPr>
          <p:nvPr>
            <p:ph type="sldImg"/>
          </p:nvPr>
        </p:nvSpPr>
        <p:spPr/>
      </p:sp>
      <p:sp>
        <p:nvSpPr>
          <p:cNvPr id="1049697" name="备注占位符 2"/>
          <p:cNvSpPr>
            <a:spLocks noGrp="1"/>
          </p:cNvSpPr>
          <p:nvPr>
            <p:ph type="body" idx="1"/>
          </p:nvPr>
        </p:nvSpPr>
        <p:spPr/>
        <p:txBody>
          <a:bodyPr/>
          <a:lstStyle/>
          <a:p>
            <a:endParaRPr lang="zh-CN" altLang="en-US" dirty="0"/>
          </a:p>
        </p:txBody>
      </p:sp>
      <p:sp>
        <p:nvSpPr>
          <p:cNvPr id="1049698" name="页脚占位符 2"/>
          <p:cNvSpPr>
            <a:spLocks noGrp="1"/>
          </p:cNvSpPr>
          <p:nvPr>
            <p:ph type="ftr" sz="quarter" idx="4"/>
          </p:nvPr>
        </p:nvSpPr>
        <p:spPr/>
        <p:txBody>
          <a:bodyPr/>
          <a:lstStyle/>
          <a:p>
            <a:endParaRPr lang="zh-CN" altLang="en-US"/>
          </a:p>
        </p:txBody>
      </p:sp>
      <p:sp>
        <p:nvSpPr>
          <p:cNvPr id="1049699" name="日期占位符 3"/>
          <p:cNvSpPr>
            <a:spLocks noGrp="1"/>
          </p:cNvSpPr>
          <p:nvPr>
            <p:ph type="dt" idx="1"/>
          </p:nvPr>
        </p:nvSpPr>
        <p:spPr/>
        <p:txBody>
          <a:bodyPr/>
          <a:lstStyle/>
          <a:p>
            <a:fld id="{2BFDE031-2169-49F0-8203-ABD1D9BFB46E}" type="datetime1">
              <a:rPr lang="zh-CN" altLang="en-US" smtClean="0"/>
              <a:t>2026/7/6</a:t>
            </a:fld>
            <a:endParaRPr lang="zh-CN" altLang="en-US"/>
          </a:p>
        </p:txBody>
      </p:sp>
      <p:sp>
        <p:nvSpPr>
          <p:cNvPr id="1049700" name="灯片编号占位符 4"/>
          <p:cNvSpPr>
            <a:spLocks noGrp="1"/>
          </p:cNvSpPr>
          <p:nvPr>
            <p:ph type="sldNum" sz="quarter" idx="5"/>
          </p:nvPr>
        </p:nvSpPr>
        <p:spPr/>
        <p:txBody>
          <a:bodyPr/>
          <a:lstStyle/>
          <a:p>
            <a:fld id="{942558DE-1754-485B-AB72-88EC699311CB}" type="slidenum">
              <a:rPr lang="zh-CN" altLang="en-US" smtClean="0"/>
              <a:t>27</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6" name="幻灯片图像占位符 1"/>
          <p:cNvSpPr>
            <a:spLocks noGrp="1" noRot="1" noChangeAspect="1"/>
          </p:cNvSpPr>
          <p:nvPr>
            <p:ph type="sldImg"/>
          </p:nvPr>
        </p:nvSpPr>
        <p:spPr/>
      </p:sp>
      <p:sp>
        <p:nvSpPr>
          <p:cNvPr id="1049697" name="备注占位符 2"/>
          <p:cNvSpPr>
            <a:spLocks noGrp="1"/>
          </p:cNvSpPr>
          <p:nvPr>
            <p:ph type="body" idx="1"/>
          </p:nvPr>
        </p:nvSpPr>
        <p:spPr/>
        <p:txBody>
          <a:bodyPr/>
          <a:lstStyle/>
          <a:p>
            <a:endParaRPr lang="zh-CN" altLang="en-US" dirty="0"/>
          </a:p>
        </p:txBody>
      </p:sp>
      <p:sp>
        <p:nvSpPr>
          <p:cNvPr id="1049698" name="页脚占位符 2"/>
          <p:cNvSpPr>
            <a:spLocks noGrp="1"/>
          </p:cNvSpPr>
          <p:nvPr>
            <p:ph type="ftr" sz="quarter" idx="4"/>
          </p:nvPr>
        </p:nvSpPr>
        <p:spPr/>
        <p:txBody>
          <a:bodyPr/>
          <a:lstStyle/>
          <a:p>
            <a:endParaRPr lang="zh-CN" altLang="en-US"/>
          </a:p>
        </p:txBody>
      </p:sp>
      <p:sp>
        <p:nvSpPr>
          <p:cNvPr id="1049699" name="日期占位符 3"/>
          <p:cNvSpPr>
            <a:spLocks noGrp="1"/>
          </p:cNvSpPr>
          <p:nvPr>
            <p:ph type="dt" idx="1"/>
          </p:nvPr>
        </p:nvSpPr>
        <p:spPr/>
        <p:txBody>
          <a:bodyPr/>
          <a:lstStyle/>
          <a:p>
            <a:fld id="{2BFDE031-2169-49F0-8203-ABD1D9BFB46E}" type="datetime1">
              <a:rPr lang="zh-CN" altLang="en-US" smtClean="0"/>
              <a:t>2026/7/6</a:t>
            </a:fld>
            <a:endParaRPr lang="zh-CN" altLang="en-US"/>
          </a:p>
        </p:txBody>
      </p:sp>
      <p:sp>
        <p:nvSpPr>
          <p:cNvPr id="1049700" name="灯片编号占位符 4"/>
          <p:cNvSpPr>
            <a:spLocks noGrp="1"/>
          </p:cNvSpPr>
          <p:nvPr>
            <p:ph type="sldNum" sz="quarter" idx="5"/>
          </p:nvPr>
        </p:nvSpPr>
        <p:spPr/>
        <p:txBody>
          <a:bodyPr/>
          <a:lstStyle/>
          <a:p>
            <a:fld id="{942558DE-1754-485B-AB72-88EC699311CB}" type="slidenum">
              <a:rPr lang="zh-CN" altLang="en-US" smtClean="0"/>
              <a:t>31</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6" name="幻灯片图像占位符 1"/>
          <p:cNvSpPr>
            <a:spLocks noGrp="1" noRot="1" noChangeAspect="1"/>
          </p:cNvSpPr>
          <p:nvPr>
            <p:ph type="sldImg"/>
          </p:nvPr>
        </p:nvSpPr>
        <p:spPr/>
      </p:sp>
      <p:sp>
        <p:nvSpPr>
          <p:cNvPr id="1049697" name="备注占位符 2"/>
          <p:cNvSpPr>
            <a:spLocks noGrp="1"/>
          </p:cNvSpPr>
          <p:nvPr>
            <p:ph type="body" idx="1"/>
          </p:nvPr>
        </p:nvSpPr>
        <p:spPr/>
        <p:txBody>
          <a:bodyPr/>
          <a:lstStyle/>
          <a:p>
            <a:endParaRPr lang="zh-CN" altLang="en-US" dirty="0"/>
          </a:p>
        </p:txBody>
      </p:sp>
      <p:sp>
        <p:nvSpPr>
          <p:cNvPr id="1049698" name="页脚占位符 2"/>
          <p:cNvSpPr>
            <a:spLocks noGrp="1"/>
          </p:cNvSpPr>
          <p:nvPr>
            <p:ph type="ftr" sz="quarter" idx="4"/>
          </p:nvPr>
        </p:nvSpPr>
        <p:spPr/>
        <p:txBody>
          <a:bodyPr/>
          <a:lstStyle/>
          <a:p>
            <a:endParaRPr lang="zh-CN" altLang="en-US"/>
          </a:p>
        </p:txBody>
      </p:sp>
      <p:sp>
        <p:nvSpPr>
          <p:cNvPr id="1049699" name="日期占位符 3"/>
          <p:cNvSpPr>
            <a:spLocks noGrp="1"/>
          </p:cNvSpPr>
          <p:nvPr>
            <p:ph type="dt" idx="1"/>
          </p:nvPr>
        </p:nvSpPr>
        <p:spPr/>
        <p:txBody>
          <a:bodyPr/>
          <a:lstStyle/>
          <a:p>
            <a:fld id="{2BFDE031-2169-49F0-8203-ABD1D9BFB46E}" type="datetime1">
              <a:rPr lang="zh-CN" altLang="en-US" smtClean="0"/>
              <a:t>2026/7/6</a:t>
            </a:fld>
            <a:endParaRPr lang="zh-CN" altLang="en-US"/>
          </a:p>
        </p:txBody>
      </p:sp>
      <p:sp>
        <p:nvSpPr>
          <p:cNvPr id="1049700" name="灯片编号占位符 4"/>
          <p:cNvSpPr>
            <a:spLocks noGrp="1"/>
          </p:cNvSpPr>
          <p:nvPr>
            <p:ph type="sldNum" sz="quarter" idx="5"/>
          </p:nvPr>
        </p:nvSpPr>
        <p:spPr/>
        <p:txBody>
          <a:bodyPr/>
          <a:lstStyle/>
          <a:p>
            <a:fld id="{942558DE-1754-485B-AB72-88EC699311CB}" type="slidenum">
              <a:rPr lang="zh-CN" altLang="en-US" smtClean="0"/>
              <a:t>32</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6" name="幻灯片图像占位符 1"/>
          <p:cNvSpPr>
            <a:spLocks noGrp="1" noRot="1" noChangeAspect="1"/>
          </p:cNvSpPr>
          <p:nvPr>
            <p:ph type="sldImg"/>
          </p:nvPr>
        </p:nvSpPr>
        <p:spPr/>
      </p:sp>
      <p:sp>
        <p:nvSpPr>
          <p:cNvPr id="1049697" name="备注占位符 2"/>
          <p:cNvSpPr>
            <a:spLocks noGrp="1"/>
          </p:cNvSpPr>
          <p:nvPr>
            <p:ph type="body" idx="1"/>
          </p:nvPr>
        </p:nvSpPr>
        <p:spPr/>
        <p:txBody>
          <a:bodyPr/>
          <a:lstStyle/>
          <a:p>
            <a:endParaRPr lang="zh-CN" altLang="en-US" dirty="0"/>
          </a:p>
        </p:txBody>
      </p:sp>
      <p:sp>
        <p:nvSpPr>
          <p:cNvPr id="1049698" name="页脚占位符 2"/>
          <p:cNvSpPr>
            <a:spLocks noGrp="1"/>
          </p:cNvSpPr>
          <p:nvPr>
            <p:ph type="ftr" sz="quarter" idx="4"/>
          </p:nvPr>
        </p:nvSpPr>
        <p:spPr/>
        <p:txBody>
          <a:bodyPr/>
          <a:lstStyle/>
          <a:p>
            <a:endParaRPr lang="zh-CN" altLang="en-US"/>
          </a:p>
        </p:txBody>
      </p:sp>
      <p:sp>
        <p:nvSpPr>
          <p:cNvPr id="1049699" name="日期占位符 3"/>
          <p:cNvSpPr>
            <a:spLocks noGrp="1"/>
          </p:cNvSpPr>
          <p:nvPr>
            <p:ph type="dt" idx="1"/>
          </p:nvPr>
        </p:nvSpPr>
        <p:spPr/>
        <p:txBody>
          <a:bodyPr/>
          <a:lstStyle/>
          <a:p>
            <a:fld id="{2BFDE031-2169-49F0-8203-ABD1D9BFB46E}" type="datetime1">
              <a:rPr lang="zh-CN" altLang="en-US" smtClean="0"/>
              <a:t>2026/7/6</a:t>
            </a:fld>
            <a:endParaRPr lang="zh-CN" altLang="en-US"/>
          </a:p>
        </p:txBody>
      </p:sp>
      <p:sp>
        <p:nvSpPr>
          <p:cNvPr id="1049700" name="灯片编号占位符 4"/>
          <p:cNvSpPr>
            <a:spLocks noGrp="1"/>
          </p:cNvSpPr>
          <p:nvPr>
            <p:ph type="sldNum" sz="quarter" idx="5"/>
          </p:nvPr>
        </p:nvSpPr>
        <p:spPr/>
        <p:txBody>
          <a:bodyPr/>
          <a:lstStyle/>
          <a:p>
            <a:fld id="{942558DE-1754-485B-AB72-88EC699311CB}" type="slidenum">
              <a:rPr lang="zh-CN" altLang="en-US" smtClean="0"/>
              <a:t>34</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6" name="幻灯片图像占位符 1"/>
          <p:cNvSpPr>
            <a:spLocks noGrp="1" noRot="1" noChangeAspect="1"/>
          </p:cNvSpPr>
          <p:nvPr>
            <p:ph type="sldImg"/>
          </p:nvPr>
        </p:nvSpPr>
        <p:spPr/>
      </p:sp>
      <p:sp>
        <p:nvSpPr>
          <p:cNvPr id="1049697" name="备注占位符 2"/>
          <p:cNvSpPr>
            <a:spLocks noGrp="1"/>
          </p:cNvSpPr>
          <p:nvPr>
            <p:ph type="body" idx="1"/>
          </p:nvPr>
        </p:nvSpPr>
        <p:spPr/>
        <p:txBody>
          <a:bodyPr/>
          <a:lstStyle/>
          <a:p>
            <a:endParaRPr lang="zh-CN" altLang="en-US" dirty="0"/>
          </a:p>
        </p:txBody>
      </p:sp>
      <p:sp>
        <p:nvSpPr>
          <p:cNvPr id="1049698" name="页脚占位符 2"/>
          <p:cNvSpPr>
            <a:spLocks noGrp="1"/>
          </p:cNvSpPr>
          <p:nvPr>
            <p:ph type="ftr" sz="quarter" idx="4"/>
          </p:nvPr>
        </p:nvSpPr>
        <p:spPr/>
        <p:txBody>
          <a:bodyPr/>
          <a:lstStyle/>
          <a:p>
            <a:endParaRPr lang="zh-CN" altLang="en-US"/>
          </a:p>
        </p:txBody>
      </p:sp>
      <p:sp>
        <p:nvSpPr>
          <p:cNvPr id="1049699" name="日期占位符 3"/>
          <p:cNvSpPr>
            <a:spLocks noGrp="1"/>
          </p:cNvSpPr>
          <p:nvPr>
            <p:ph type="dt" idx="1"/>
          </p:nvPr>
        </p:nvSpPr>
        <p:spPr/>
        <p:txBody>
          <a:bodyPr/>
          <a:lstStyle/>
          <a:p>
            <a:fld id="{2BFDE031-2169-49F0-8203-ABD1D9BFB46E}" type="datetime1">
              <a:rPr lang="zh-CN" altLang="en-US" smtClean="0"/>
              <a:t>2026/7/6</a:t>
            </a:fld>
            <a:endParaRPr lang="zh-CN" altLang="en-US"/>
          </a:p>
        </p:txBody>
      </p:sp>
      <p:sp>
        <p:nvSpPr>
          <p:cNvPr id="1049700" name="灯片编号占位符 4"/>
          <p:cNvSpPr>
            <a:spLocks noGrp="1"/>
          </p:cNvSpPr>
          <p:nvPr>
            <p:ph type="sldNum" sz="quarter" idx="5"/>
          </p:nvPr>
        </p:nvSpPr>
        <p:spPr/>
        <p:txBody>
          <a:bodyPr/>
          <a:lstStyle/>
          <a:p>
            <a:fld id="{942558DE-1754-485B-AB72-88EC699311CB}" type="slidenum">
              <a:rPr lang="zh-CN" altLang="en-US" smtClean="0"/>
              <a:t>35</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D8C695A-5F97-42A9-BC5B-16E22B1DDB01}" type="slidenum">
              <a:rPr lang="zh-CN" altLang="en-US" smtClean="0"/>
              <a:t>36</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6" name="幻灯片图像占位符 1"/>
          <p:cNvSpPr>
            <a:spLocks noGrp="1" noRot="1" noChangeAspect="1"/>
          </p:cNvSpPr>
          <p:nvPr>
            <p:ph type="sldImg"/>
          </p:nvPr>
        </p:nvSpPr>
        <p:spPr/>
      </p:sp>
      <p:sp>
        <p:nvSpPr>
          <p:cNvPr id="1049697" name="备注占位符 2"/>
          <p:cNvSpPr>
            <a:spLocks noGrp="1"/>
          </p:cNvSpPr>
          <p:nvPr>
            <p:ph type="body" idx="1"/>
          </p:nvPr>
        </p:nvSpPr>
        <p:spPr/>
        <p:txBody>
          <a:bodyPr/>
          <a:lstStyle/>
          <a:p>
            <a:endParaRPr lang="zh-CN" altLang="en-US" dirty="0"/>
          </a:p>
        </p:txBody>
      </p:sp>
      <p:sp>
        <p:nvSpPr>
          <p:cNvPr id="1049698" name="页脚占位符 2"/>
          <p:cNvSpPr>
            <a:spLocks noGrp="1"/>
          </p:cNvSpPr>
          <p:nvPr>
            <p:ph type="ftr" sz="quarter" idx="4"/>
          </p:nvPr>
        </p:nvSpPr>
        <p:spPr/>
        <p:txBody>
          <a:bodyPr/>
          <a:lstStyle/>
          <a:p>
            <a:endParaRPr lang="zh-CN" altLang="en-US"/>
          </a:p>
        </p:txBody>
      </p:sp>
      <p:sp>
        <p:nvSpPr>
          <p:cNvPr id="1049699" name="日期占位符 3"/>
          <p:cNvSpPr>
            <a:spLocks noGrp="1"/>
          </p:cNvSpPr>
          <p:nvPr>
            <p:ph type="dt" idx="1"/>
          </p:nvPr>
        </p:nvSpPr>
        <p:spPr/>
        <p:txBody>
          <a:bodyPr/>
          <a:lstStyle/>
          <a:p>
            <a:fld id="{2BFDE031-2169-49F0-8203-ABD1D9BFB46E}" type="datetime1">
              <a:rPr lang="zh-CN" altLang="en-US" smtClean="0"/>
              <a:t>2026/7/6</a:t>
            </a:fld>
            <a:endParaRPr lang="zh-CN" altLang="en-US"/>
          </a:p>
        </p:txBody>
      </p:sp>
      <p:sp>
        <p:nvSpPr>
          <p:cNvPr id="1049700" name="灯片编号占位符 4"/>
          <p:cNvSpPr>
            <a:spLocks noGrp="1"/>
          </p:cNvSpPr>
          <p:nvPr>
            <p:ph type="sldNum" sz="quarter" idx="5"/>
          </p:nvPr>
        </p:nvSpPr>
        <p:spPr/>
        <p:txBody>
          <a:bodyPr/>
          <a:lstStyle/>
          <a:p>
            <a:fld id="{942558DE-1754-485B-AB72-88EC699311CB}" type="slidenum">
              <a:rPr lang="zh-CN" altLang="en-US" smtClean="0"/>
              <a:t>37</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38</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6" name="幻灯片图像占位符 1"/>
          <p:cNvSpPr>
            <a:spLocks noGrp="1" noRot="1" noChangeAspect="1"/>
          </p:cNvSpPr>
          <p:nvPr>
            <p:ph type="sldImg"/>
          </p:nvPr>
        </p:nvSpPr>
        <p:spPr/>
      </p:sp>
      <p:sp>
        <p:nvSpPr>
          <p:cNvPr id="1049697" name="备注占位符 2"/>
          <p:cNvSpPr>
            <a:spLocks noGrp="1"/>
          </p:cNvSpPr>
          <p:nvPr>
            <p:ph type="body" idx="1"/>
          </p:nvPr>
        </p:nvSpPr>
        <p:spPr/>
        <p:txBody>
          <a:bodyPr/>
          <a:lstStyle/>
          <a:p>
            <a:endParaRPr lang="zh-CN" altLang="en-US" dirty="0"/>
          </a:p>
        </p:txBody>
      </p:sp>
      <p:sp>
        <p:nvSpPr>
          <p:cNvPr id="1049698" name="页脚占位符 2"/>
          <p:cNvSpPr>
            <a:spLocks noGrp="1"/>
          </p:cNvSpPr>
          <p:nvPr>
            <p:ph type="ftr" sz="quarter" idx="4"/>
          </p:nvPr>
        </p:nvSpPr>
        <p:spPr/>
        <p:txBody>
          <a:bodyPr/>
          <a:lstStyle/>
          <a:p>
            <a:endParaRPr lang="zh-CN" altLang="en-US"/>
          </a:p>
        </p:txBody>
      </p:sp>
      <p:sp>
        <p:nvSpPr>
          <p:cNvPr id="1049699" name="日期占位符 3"/>
          <p:cNvSpPr>
            <a:spLocks noGrp="1"/>
          </p:cNvSpPr>
          <p:nvPr>
            <p:ph type="dt" idx="1"/>
          </p:nvPr>
        </p:nvSpPr>
        <p:spPr/>
        <p:txBody>
          <a:bodyPr/>
          <a:lstStyle/>
          <a:p>
            <a:fld id="{2BFDE031-2169-49F0-8203-ABD1D9BFB46E}" type="datetime1">
              <a:rPr lang="zh-CN" altLang="en-US" smtClean="0"/>
              <a:t>2026/7/6</a:t>
            </a:fld>
            <a:endParaRPr lang="zh-CN" altLang="en-US"/>
          </a:p>
        </p:txBody>
      </p:sp>
      <p:sp>
        <p:nvSpPr>
          <p:cNvPr id="1049700" name="灯片编号占位符 4"/>
          <p:cNvSpPr>
            <a:spLocks noGrp="1"/>
          </p:cNvSpPr>
          <p:nvPr>
            <p:ph type="sldNum" sz="quarter" idx="5"/>
          </p:nvPr>
        </p:nvSpPr>
        <p:spPr/>
        <p:txBody>
          <a:bodyPr/>
          <a:lstStyle/>
          <a:p>
            <a:fld id="{942558DE-1754-485B-AB72-88EC699311CB}" type="slidenum">
              <a:rPr lang="zh-CN" altLang="en-US" smtClean="0"/>
              <a:t>39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pPr fontAlgn="auto"/>
            <a:r>
              <a:rPr lang="zh-CN" altLang="en-US" strike="noStrike" noProof="1"/>
              <a:t>单击此处添加标题</a:t>
            </a: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a:t>单击此处添加副标题</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pPr fontAlgn="auto"/>
            <a:r>
              <a:rPr lang="zh-CN" altLang="en-US" strike="noStrike" noProof="1"/>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8" name="页脚占位符 7"/>
          <p:cNvSpPr>
            <a:spLocks noGrp="1"/>
          </p:cNvSpPr>
          <p:nvPr>
            <p:ph type="ftr" sz="quarter" idx="11"/>
          </p:nvPr>
        </p:nvSpPr>
        <p:spPr/>
        <p:txBody>
          <a:bodyPr/>
          <a:lstStyle/>
          <a:p>
            <a:pPr fontAlgn="auto"/>
            <a:endParaRPr lang="zh-CN" altLang="en-US" strike="noStrike" noProof="1"/>
          </a:p>
        </p:txBody>
      </p:sp>
      <p:sp>
        <p:nvSpPr>
          <p:cNvPr id="9" name="灯片编号占位符 8"/>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4" name="页脚占位符 3"/>
          <p:cNvSpPr>
            <a:spLocks noGrp="1"/>
          </p:cNvSpPr>
          <p:nvPr>
            <p:ph type="ftr" sz="quarter" idx="11"/>
          </p:nvPr>
        </p:nvSpPr>
        <p:spPr/>
        <p:txBody>
          <a:bodyPr/>
          <a:lstStyle/>
          <a:p>
            <a:pPr fontAlgn="auto"/>
            <a:endParaRPr lang="zh-CN" altLang="en-US" strike="noStrike" noProof="1"/>
          </a:p>
        </p:txBody>
      </p:sp>
      <p:sp>
        <p:nvSpPr>
          <p:cNvPr id="5" name="灯片编号占位符 4"/>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3" name="页脚占位符 2"/>
          <p:cNvSpPr>
            <a:spLocks noGrp="1"/>
          </p:cNvSpPr>
          <p:nvPr>
            <p:ph type="ftr" sz="quarter" idx="11"/>
          </p:nvPr>
        </p:nvSpPr>
        <p:spPr/>
        <p:txBody>
          <a:bodyPr/>
          <a:lstStyle/>
          <a:p>
            <a:pPr fontAlgn="auto"/>
            <a:endParaRPr lang="zh-CN" altLang="en-US" strike="noStrike" noProof="1"/>
          </a:p>
        </p:txBody>
      </p:sp>
      <p:sp>
        <p:nvSpPr>
          <p:cNvPr id="4" name="灯片编号占位符 3"/>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pPr fontAlgn="auto"/>
            <a:r>
              <a:rPr lang="zh-CN" altLang="en-US" strike="noStrike" noProof="1"/>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838200" y="551543"/>
            <a:ext cx="10515600" cy="5558971"/>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2" name="日期占位符 1"/>
          <p:cNvSpPr>
            <a:spLocks noGrp="1"/>
          </p:cNvSpPr>
          <p:nvPr>
            <p:ph type="dt" sz="half" idx="14"/>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3" name="页脚占位符 2"/>
          <p:cNvSpPr>
            <a:spLocks noGrp="1"/>
          </p:cNvSpPr>
          <p:nvPr>
            <p:ph type="ftr" sz="quarter" idx="15"/>
          </p:nvPr>
        </p:nvSpPr>
        <p:spPr/>
        <p:txBody>
          <a:bodyPr/>
          <a:lstStyle/>
          <a:p>
            <a:pPr fontAlgn="auto"/>
            <a:endParaRPr lang="zh-CN" altLang="en-US" strike="noStrike" noProof="1"/>
          </a:p>
        </p:txBody>
      </p:sp>
      <p:sp>
        <p:nvSpPr>
          <p:cNvPr id="4" name="灯片编号占位符 3"/>
          <p:cNvSpPr>
            <a:spLocks noGrp="1"/>
          </p:cNvSpPr>
          <p:nvPr>
            <p:ph type="sldNum" sz="quarter" idx="16"/>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pic>
        <p:nvPicPr>
          <p:cNvPr id="3074" name="图片 1"/>
          <p:cNvPicPr>
            <a:picLocks noChangeAspect="1"/>
          </p:cNvPicPr>
          <p:nvPr userDrawn="1"/>
        </p:nvPicPr>
        <p:blipFill>
          <a:blip r:embed="rId2"/>
          <a:srcRect t="44971"/>
          <a:stretch>
            <a:fillRect/>
          </a:stretch>
        </p:blipFill>
        <p:spPr>
          <a:xfrm rot="5400000">
            <a:off x="-777875" y="750888"/>
            <a:ext cx="6858000" cy="5354637"/>
          </a:xfrm>
          <a:prstGeom prst="rect">
            <a:avLst/>
          </a:prstGeom>
          <a:noFill/>
          <a:ln w="9525">
            <a:noFill/>
          </a:ln>
        </p:spPr>
      </p:pic>
      <p:sp>
        <p:nvSpPr>
          <p:cNvPr id="2" name="日期占位符 1"/>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3" name="页脚占位符 2"/>
          <p:cNvSpPr>
            <a:spLocks noGrp="1"/>
          </p:cNvSpPr>
          <p:nvPr>
            <p:ph type="ftr" sz="quarter" idx="11"/>
          </p:nvPr>
        </p:nvSpPr>
        <p:spPr/>
        <p:txBody>
          <a:bodyPr/>
          <a:lstStyle/>
          <a:p>
            <a:pPr fontAlgn="auto"/>
            <a:endParaRPr lang="zh-CN" altLang="en-US" strike="noStrike" noProof="1"/>
          </a:p>
        </p:txBody>
      </p:sp>
      <p:sp>
        <p:nvSpPr>
          <p:cNvPr id="4" name="灯片编号占位符 3"/>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4098" name="图片 1"/>
          <p:cNvPicPr>
            <a:picLocks noChangeAspect="1"/>
          </p:cNvPicPr>
          <p:nvPr userDrawn="1"/>
        </p:nvPicPr>
        <p:blipFill>
          <a:blip r:embed="rId2"/>
          <a:srcRect b="67671"/>
          <a:stretch>
            <a:fillRect/>
          </a:stretch>
        </p:blipFill>
        <p:spPr>
          <a:xfrm rot="-5400000" flipH="1">
            <a:off x="-238125" y="595313"/>
            <a:ext cx="1343025" cy="865187"/>
          </a:xfrm>
          <a:prstGeom prst="rect">
            <a:avLst/>
          </a:prstGeom>
          <a:noFill/>
          <a:ln w="9525">
            <a:noFill/>
          </a:ln>
        </p:spPr>
      </p:pic>
      <p:sp>
        <p:nvSpPr>
          <p:cNvPr id="2" name="日期占位符 1"/>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3" name="页脚占位符 2"/>
          <p:cNvSpPr>
            <a:spLocks noGrp="1"/>
          </p:cNvSpPr>
          <p:nvPr>
            <p:ph type="ftr" sz="quarter" idx="11"/>
          </p:nvPr>
        </p:nvSpPr>
        <p:spPr/>
        <p:txBody>
          <a:bodyPr/>
          <a:lstStyle/>
          <a:p>
            <a:pPr fontAlgn="auto"/>
            <a:endParaRPr lang="zh-CN" altLang="en-US" strike="noStrike" noProof="1"/>
          </a:p>
        </p:txBody>
      </p:sp>
      <p:sp>
        <p:nvSpPr>
          <p:cNvPr id="4" name="灯片编号占位符 3"/>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3" name="页脚占位符 2"/>
          <p:cNvSpPr>
            <a:spLocks noGrp="1"/>
          </p:cNvSpPr>
          <p:nvPr>
            <p:ph type="ftr" sz="quarter" idx="11"/>
          </p:nvPr>
        </p:nvSpPr>
        <p:spPr/>
        <p:txBody>
          <a:bodyPr/>
          <a:lstStyle/>
          <a:p>
            <a:pPr fontAlgn="auto"/>
            <a:endParaRPr lang="zh-CN" altLang="en-US" strike="noStrike" noProof="1"/>
          </a:p>
        </p:txBody>
      </p:sp>
      <p:sp>
        <p:nvSpPr>
          <p:cNvPr id="4" name="灯片编号占位符 3"/>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grpSp>
        <p:nvGrpSpPr>
          <p:cNvPr id="507" name="组合 5"/>
          <p:cNvGrpSpPr/>
          <p:nvPr userDrawn="1"/>
        </p:nvGrpSpPr>
        <p:grpSpPr>
          <a:xfrm>
            <a:off x="0" y="0"/>
            <a:ext cx="12192000" cy="6858000"/>
            <a:chOff x="0" y="0"/>
            <a:chExt cx="12192000" cy="6858000"/>
          </a:xfrm>
        </p:grpSpPr>
        <p:sp>
          <p:nvSpPr>
            <p:cNvPr id="1049666" name="矩形 6"/>
            <p:cNvSpPr/>
            <p:nvPr/>
          </p:nvSpPr>
          <p:spPr>
            <a:xfrm>
              <a:off x="0" y="0"/>
              <a:ext cx="12192000" cy="6858000"/>
            </a:xfrm>
            <a:prstGeom prst="rect">
              <a:avLst/>
            </a:prstGeom>
            <a:gradFill>
              <a:gsLst>
                <a:gs pos="0">
                  <a:srgbClr val="B0261F"/>
                </a:gs>
                <a:gs pos="53000">
                  <a:srgbClr val="EFC879"/>
                </a:gs>
                <a:gs pos="100000">
                  <a:srgbClr val="AF1E22"/>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667" name="矩形: 对角圆角 16"/>
            <p:cNvSpPr/>
            <p:nvPr/>
          </p:nvSpPr>
          <p:spPr>
            <a:xfrm>
              <a:off x="241300" y="203200"/>
              <a:ext cx="11725468" cy="6435807"/>
            </a:xfrm>
            <a:prstGeom prst="rect">
              <a:avLst/>
            </a:prstGeom>
            <a:solidFill>
              <a:schemeClr val="bg1"/>
            </a:solidFill>
            <a:ln>
              <a:noFill/>
            </a:ln>
            <a:effectLst>
              <a:outerShdw blurRad="508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9668" name="矩形: 对角圆角 12"/>
            <p:cNvSpPr/>
            <p:nvPr/>
          </p:nvSpPr>
          <p:spPr>
            <a:xfrm>
              <a:off x="169841" y="131528"/>
              <a:ext cx="11857399" cy="6587927"/>
            </a:xfrm>
            <a:prstGeom prst="rect">
              <a:avLst/>
            </a:prstGeom>
            <a:noFill/>
            <a:ln w="19050">
              <a:solidFill>
                <a:srgbClr val="FFFDFA"/>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49669" name="灯片编号占位符 5"/>
          <p:cNvSpPr>
            <a:spLocks noGrp="1"/>
          </p:cNvSpPr>
          <p:nvPr>
            <p:ph type="sldNum" sz="quarter" idx="4"/>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charset="-122"/>
                <a:ea typeface="微软雅黑" panose="020B0503020204020204" charset="-122"/>
              </a:defRPr>
            </a:lvl1pPr>
          </a:lstStyle>
          <a:p>
            <a:fld id="{246D743F-E124-49AC-B663-2C5E0BD6559A}" type="slidenum">
              <a:rPr lang="en-US" altLang="zh-CN"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思维导图">
    <p:spTree>
      <p:nvGrpSpPr>
        <p:cNvPr id="1" name=""/>
        <p:cNvGrpSpPr/>
        <p:nvPr/>
      </p:nvGrpSpPr>
      <p:grpSpPr>
        <a:xfrm>
          <a:off x="0" y="0"/>
          <a:ext cx="0" cy="0"/>
          <a:chOff x="0" y="0"/>
          <a:chExt cx="0" cy="0"/>
        </a:xfrm>
      </p:grpSpPr>
      <p:grpSp>
        <p:nvGrpSpPr>
          <p:cNvPr id="6" name="组合 5"/>
          <p:cNvGrpSpPr/>
          <p:nvPr userDrawn="1"/>
        </p:nvGrpSpPr>
        <p:grpSpPr>
          <a:xfrm>
            <a:off x="0" y="0"/>
            <a:ext cx="12192000" cy="6858000"/>
            <a:chOff x="0" y="0"/>
            <a:chExt cx="12192000" cy="6858000"/>
          </a:xfrm>
        </p:grpSpPr>
        <p:sp>
          <p:nvSpPr>
            <p:cNvPr id="7" name="矩形 6"/>
            <p:cNvSpPr/>
            <p:nvPr/>
          </p:nvSpPr>
          <p:spPr>
            <a:xfrm>
              <a:off x="0" y="0"/>
              <a:ext cx="12192000" cy="6858000"/>
            </a:xfrm>
            <a:prstGeom prst="rect">
              <a:avLst/>
            </a:prstGeom>
            <a:gradFill>
              <a:gsLst>
                <a:gs pos="53000">
                  <a:srgbClr val="EFC879"/>
                </a:gs>
                <a:gs pos="100000">
                  <a:srgbClr val="AF1E22"/>
                </a:gs>
                <a:gs pos="0">
                  <a:srgbClr val="B0261F"/>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对角圆角 16"/>
            <p:cNvSpPr/>
            <p:nvPr/>
          </p:nvSpPr>
          <p:spPr>
            <a:xfrm>
              <a:off x="241300" y="203200"/>
              <a:ext cx="11725468" cy="6435807"/>
            </a:xfrm>
            <a:prstGeom prst="rect">
              <a:avLst/>
            </a:prstGeom>
            <a:solidFill>
              <a:schemeClr val="bg1"/>
            </a:solidFill>
            <a:ln>
              <a:noFill/>
            </a:ln>
            <a:effectLst>
              <a:outerShdw blurRad="508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对角圆角 12"/>
            <p:cNvSpPr/>
            <p:nvPr/>
          </p:nvSpPr>
          <p:spPr>
            <a:xfrm>
              <a:off x="169841" y="131528"/>
              <a:ext cx="11857399" cy="6587927"/>
            </a:xfrm>
            <a:prstGeom prst="rect">
              <a:avLst/>
            </a:prstGeom>
            <a:noFill/>
            <a:ln w="19050">
              <a:solidFill>
                <a:srgbClr val="FFFDFA"/>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charset="-122"/>
                <a:ea typeface="微软雅黑" panose="020B050302020402020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空白页">
    <p:bg>
      <p:bgPr>
        <a:solidFill>
          <a:srgbClr val="FFFDFD"/>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5129" name="文本框 2"/>
          <p:cNvSpPr txBox="1"/>
          <p:nvPr userDrawn="1"/>
        </p:nvSpPr>
        <p:spPr>
          <a:xfrm>
            <a:off x="1968500" y="6677025"/>
            <a:ext cx="1219200" cy="914400"/>
          </a:xfrm>
          <a:prstGeom prst="rect">
            <a:avLst/>
          </a:prstGeom>
          <a:noFill/>
          <a:ln w="9525">
            <a:noFill/>
          </a:ln>
        </p:spPr>
        <p:txBody>
          <a:bodyPr wrap="none" anchor="t" anchorCtr="0"/>
          <a:lstStyle/>
          <a:p>
            <a:pPr lvl="0"/>
            <a:endParaRPr lang="zh-CN" altLang="en-US" dirty="0">
              <a:latin typeface="微软雅黑" panose="020B0503020204020204" charset="-122"/>
              <a:ea typeface="微软雅黑" panose="020B0503020204020204" charset="-122"/>
            </a:endParaRPr>
          </a:p>
        </p:txBody>
      </p:sp>
      <p:sp>
        <p:nvSpPr>
          <p:cNvPr id="2" name="标题 1"/>
          <p:cNvSpPr>
            <a:spLocks noGrp="1"/>
          </p:cNvSpPr>
          <p:nvPr>
            <p:ph type="title"/>
          </p:nvPr>
        </p:nvSpPr>
        <p:spPr>
          <a:xfrm>
            <a:off x="482600" y="371408"/>
            <a:ext cx="109728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72000" rIns="0" bIns="72000"/>
          <a:lstStyle>
            <a:lvl1pPr algn="l" rtl="0" eaLnBrk="0" fontAlgn="base" hangingPunct="0">
              <a:spcBef>
                <a:spcPct val="0"/>
              </a:spcBef>
              <a:spcAft>
                <a:spcPct val="0"/>
              </a:spcAft>
              <a:defRPr lang="zh-CN" altLang="en-US" sz="2400" b="0" kern="1200">
                <a:solidFill>
                  <a:schemeClr val="tx1">
                    <a:lumMod val="85000"/>
                    <a:lumOff val="15000"/>
                  </a:schemeClr>
                </a:solidFill>
                <a:latin typeface="微软雅黑" panose="020B0503020204020204" charset="-122"/>
                <a:ea typeface="微软雅黑" panose="020B0503020204020204" charset="-122"/>
                <a:cs typeface="+mn-cs"/>
              </a:defRPr>
            </a:lvl1pPr>
          </a:lstStyle>
          <a:p>
            <a:pPr lvl="0" algn="l" fontAlgn="base"/>
            <a:r>
              <a:rPr lang="zh-CN" altLang="en-US" strike="noStrike" noProof="1"/>
              <a:t>单击此处编辑母版标题样式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6356350"/>
            <a:ext cx="3657600" cy="365125"/>
          </a:xfrm>
        </p:spPr>
        <p:txBody>
          <a:bodyPr/>
          <a:lstStyle/>
          <a:p>
            <a:pPr fontAlgn="auto"/>
            <a:fld id="{82F288E0-7875-42C4-84C8-98DBBD3BF4D2}" type="datetimeFigureOut">
              <a:rPr lang="zh-CN" altLang="en-US" strike="noStrike" noProof="1" smtClean="0">
                <a:latin typeface="+mn-lt"/>
                <a:ea typeface="+mn-ea"/>
                <a:cs typeface="+mn-cs"/>
              </a:rPr>
              <a:t>2026/7/6</a:t>
            </a:fld>
            <a:endParaRPr lang="zh-CN" altLang="en-US" strike="noStrike" noProof="1"/>
          </a:p>
        </p:txBody>
      </p:sp>
      <p:sp>
        <p:nvSpPr>
          <p:cNvPr id="3" name="页脚占位符 2"/>
          <p:cNvSpPr>
            <a:spLocks noGrp="1"/>
          </p:cNvSpPr>
          <p:nvPr>
            <p:ph type="ftr" sz="quarter" idx="11"/>
          </p:nvPr>
        </p:nvSpPr>
        <p:spPr>
          <a:xfrm>
            <a:off x="5384800" y="6356350"/>
            <a:ext cx="5486400" cy="365125"/>
          </a:xfrm>
        </p:spPr>
        <p:txBody>
          <a:bodyPr/>
          <a:lstStyle/>
          <a:p>
            <a:pPr lvl="0"/>
            <a:endParaRPr lang="zh-CN" altLang="en-US">
              <a:latin typeface="Arial" panose="020B0604020202090204" pitchFamily="34" charset="0"/>
              <a:ea typeface="黑体" panose="02010609060101010101" charset="-122"/>
            </a:endParaRPr>
          </a:p>
        </p:txBody>
      </p:sp>
      <p:sp>
        <p:nvSpPr>
          <p:cNvPr id="4" name="灯片编号占位符 3"/>
          <p:cNvSpPr>
            <a:spLocks noGrp="1"/>
          </p:cNvSpPr>
          <p:nvPr>
            <p:ph type="sldNum" sz="quarter" idx="12"/>
          </p:nvPr>
        </p:nvSpPr>
        <p:spPr>
          <a:xfrm>
            <a:off x="11480800" y="6356350"/>
            <a:ext cx="3657600" cy="365125"/>
          </a:xfrm>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本讲内容&amp;金句">
    <p:bg>
      <p:bgPr>
        <a:solidFill>
          <a:srgbClr val="FFFFF5"/>
        </a:solidFill>
        <a:effectLst/>
      </p:bgPr>
    </p:bg>
    <p:spTree>
      <p:nvGrpSpPr>
        <p:cNvPr id="1" name=""/>
        <p:cNvGrpSpPr/>
        <p:nvPr/>
      </p:nvGrpSpPr>
      <p:grpSpPr>
        <a:xfrm>
          <a:off x="0" y="0"/>
          <a:ext cx="0" cy="0"/>
          <a:chOff x="0" y="0"/>
          <a:chExt cx="0" cy="0"/>
        </a:xfrm>
      </p:grpSpPr>
      <p:pic>
        <p:nvPicPr>
          <p:cNvPr id="8201" name="图片 7"/>
          <p:cNvPicPr>
            <a:picLocks noChangeAspect="1"/>
          </p:cNvPicPr>
          <p:nvPr userDrawn="1"/>
        </p:nvPicPr>
        <p:blipFill>
          <a:blip r:embed="rId2"/>
          <a:stretch>
            <a:fillRect/>
          </a:stretch>
        </p:blipFill>
        <p:spPr>
          <a:xfrm>
            <a:off x="1416050" y="0"/>
            <a:ext cx="10775950" cy="2873375"/>
          </a:xfrm>
          <a:prstGeom prst="rect">
            <a:avLst/>
          </a:prstGeom>
          <a:noFill/>
          <a:ln w="9525">
            <a:noFill/>
          </a:ln>
        </p:spPr>
      </p:pic>
      <p:pic>
        <p:nvPicPr>
          <p:cNvPr id="8202" name="图片 36"/>
          <p:cNvPicPr>
            <a:picLocks noChangeAspect="1"/>
          </p:cNvPicPr>
          <p:nvPr userDrawn="1"/>
        </p:nvPicPr>
        <p:blipFill>
          <a:blip r:embed="rId3"/>
          <a:srcRect l="247" t="-2" b="909"/>
          <a:stretch>
            <a:fillRect/>
          </a:stretch>
        </p:blipFill>
        <p:spPr>
          <a:xfrm>
            <a:off x="0" y="6165850"/>
            <a:ext cx="12192000" cy="692150"/>
          </a:xfrm>
          <a:prstGeom prst="rect">
            <a:avLst/>
          </a:prstGeom>
          <a:noFill/>
          <a:ln w="9525">
            <a:noFill/>
          </a:ln>
        </p:spPr>
      </p:pic>
      <p:pic>
        <p:nvPicPr>
          <p:cNvPr id="8203" name="图片 32" descr="图片包含 轮廓&#10;&#10;已生成高可信度的说明"/>
          <p:cNvPicPr>
            <a:picLocks noChangeAspect="1"/>
          </p:cNvPicPr>
          <p:nvPr userDrawn="1"/>
        </p:nvPicPr>
        <p:blipFill>
          <a:blip r:embed="rId4"/>
          <a:stretch>
            <a:fillRect/>
          </a:stretch>
        </p:blipFill>
        <p:spPr>
          <a:xfrm>
            <a:off x="0" y="0"/>
            <a:ext cx="3287713" cy="1441450"/>
          </a:xfrm>
          <a:prstGeom prst="rect">
            <a:avLst/>
          </a:prstGeom>
          <a:noFill/>
          <a:ln w="9525">
            <a:noFill/>
          </a:ln>
        </p:spPr>
      </p:pic>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一部分">
    <p:bg>
      <p:bgPr>
        <a:solidFill>
          <a:srgbClr val="FFFFF5"/>
        </a:solidFill>
        <a:effectLst/>
      </p:bgPr>
    </p:bg>
    <p:spTree>
      <p:nvGrpSpPr>
        <p:cNvPr id="1" name=""/>
        <p:cNvGrpSpPr/>
        <p:nvPr/>
      </p:nvGrpSpPr>
      <p:grpSpPr>
        <a:xfrm>
          <a:off x="0" y="0"/>
          <a:ext cx="0" cy="0"/>
          <a:chOff x="0" y="0"/>
          <a:chExt cx="0" cy="0"/>
        </a:xfrm>
      </p:grpSpPr>
      <p:cxnSp>
        <p:nvCxnSpPr>
          <p:cNvPr id="41" name="直接箭头连接符 79"/>
          <p:cNvCxnSpPr>
            <a:stCxn id="40" idx="3"/>
          </p:cNvCxnSpPr>
          <p:nvPr userDrawn="1"/>
        </p:nvCxnSpPr>
        <p:spPr bwMode="auto">
          <a:xfrm>
            <a:off x="4391025" y="258763"/>
            <a:ext cx="7466013" cy="1588"/>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341313" y="6583363"/>
            <a:ext cx="751205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10249" name="图片 1"/>
          <p:cNvPicPr>
            <a:picLocks noChangeAspect="1"/>
          </p:cNvPicPr>
          <p:nvPr userDrawn="1"/>
        </p:nvPicPr>
        <p:blipFill>
          <a:blip r:embed="rId2"/>
          <a:srcRect b="67671"/>
          <a:stretch>
            <a:fillRect/>
          </a:stretch>
        </p:blipFill>
        <p:spPr>
          <a:xfrm rot="-5400000" flipH="1">
            <a:off x="-238125" y="595313"/>
            <a:ext cx="1343025" cy="865187"/>
          </a:xfrm>
          <a:prstGeom prst="rect">
            <a:avLst/>
          </a:prstGeom>
          <a:noFill/>
          <a:ln w="9525">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空白页">
    <p:bg>
      <p:bgPr>
        <a:solidFill>
          <a:srgbClr val="FFFDFD"/>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10" name="Rectangle 4"/>
          <p:cNvSpPr>
            <a:spLocks noGrp="1" noChangeArrowheads="1"/>
          </p:cNvSpPr>
          <p:nvPr>
            <p:ph type="dt" sz="half" idx="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 name="Rectangle 6"/>
          <p:cNvSpPr>
            <a:spLocks noGrp="1" noChangeArrowheads="1"/>
          </p:cNvSpPr>
          <p:nvPr>
            <p:ph type="sldNum" sz="quarter" idx="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525C51C0-D94E-4C0F-B9C9-5375F908C769}"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transition spd="slow">
    <p:zo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381" y="1556792"/>
            <a:ext cx="10972800" cy="1143000"/>
          </a:xfrm>
          <a:prstGeom prst="rect">
            <a:avLst/>
          </a:prstGeom>
        </p:spPr>
        <p:txBody>
          <a:bodyPr/>
          <a:lstStyle/>
          <a:p>
            <a:r>
              <a:rPr lang="zh-CN" altLang="en-US" dirty="0"/>
              <a:t>单击此处编辑母版标题样式</a:t>
            </a:r>
          </a:p>
        </p:txBody>
      </p:sp>
      <p:sp>
        <p:nvSpPr>
          <p:cNvPr id="3" name="内容占位符 2"/>
          <p:cNvSpPr>
            <a:spLocks noGrp="1"/>
          </p:cNvSpPr>
          <p:nvPr>
            <p:ph idx="1"/>
          </p:nvPr>
        </p:nvSpPr>
        <p:spPr>
          <a:xfrm>
            <a:off x="609600" y="1600200"/>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p:cNvSpPr>
            <a:spLocks noGrp="1" noChangeArrowheads="1"/>
          </p:cNvSpPr>
          <p:nvPr>
            <p:ph type="dt" sz="half" idx="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 name="Rectangle 6"/>
          <p:cNvSpPr>
            <a:spLocks noGrp="1" noChangeArrowheads="1"/>
          </p:cNvSpPr>
          <p:nvPr>
            <p:ph type="sldNum" sz="quarter" idx="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2EE1ECE0-8875-4A9C-8CC3-BFE86D4C1693}"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transition spd="slow">
    <p:zo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10" name="Rectangle 4"/>
          <p:cNvSpPr>
            <a:spLocks noGrp="1" noChangeArrowheads="1"/>
          </p:cNvSpPr>
          <p:nvPr>
            <p:ph type="dt" sz="half" idx="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 name="Rectangle 6"/>
          <p:cNvSpPr>
            <a:spLocks noGrp="1" noChangeArrowheads="1"/>
          </p:cNvSpPr>
          <p:nvPr>
            <p:ph type="sldNum" sz="quarter" idx="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C25BBB4E-9187-4B0B-9C5E-E47BDDA25CA7}"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transition spd="slow">
    <p:zo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p:cNvSpPr>
            <a:spLocks noGrp="1" noChangeArrowheads="1"/>
          </p:cNvSpPr>
          <p:nvPr>
            <p:ph type="dt" sz="half" idx="1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 name="Rectangle 6"/>
          <p:cNvSpPr>
            <a:spLocks noGrp="1" noChangeArrowheads="1"/>
          </p:cNvSpPr>
          <p:nvPr>
            <p:ph type="sldNum" sz="quarter" idx="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9EB4E4D1-F913-4FC3-8D13-E89FE1C9E74A}"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transition spd="slow">
    <p:zo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p:cNvSpPr>
            <a:spLocks noGrp="1" noChangeArrowheads="1"/>
          </p:cNvSpPr>
          <p:nvPr>
            <p:ph type="dt" sz="half" idx="1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 name="Rectangle 5"/>
          <p:cNvSpPr>
            <a:spLocks noGrp="1" noChangeArrowheads="1"/>
          </p:cNvSpPr>
          <p:nvPr>
            <p:ph type="ftr" sz="quarter" idx="1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 name="Rectangle 6"/>
          <p:cNvSpPr>
            <a:spLocks noGrp="1" noChangeArrowheads="1"/>
          </p:cNvSpPr>
          <p:nvPr>
            <p:ph type="sldNum" sz="quarter" idx="1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4FE3B52D-BC22-4E1F-8FF2-043BED3D90F1}"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transition spd="slow">
    <p:zo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10" name="Rectangle 4"/>
          <p:cNvSpPr>
            <a:spLocks noGrp="1" noChangeArrowheads="1"/>
          </p:cNvSpPr>
          <p:nvPr>
            <p:ph type="dt" sz="half" idx="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 name="Rectangle 6"/>
          <p:cNvSpPr>
            <a:spLocks noGrp="1" noChangeArrowheads="1"/>
          </p:cNvSpPr>
          <p:nvPr>
            <p:ph type="sldNum" sz="quarter" idx="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B4A927DD-586A-4D8C-AE0C-99DF3FB64461}"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transition spd="slow">
    <p:zo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tx1"/>
        </a:solidFill>
        <a:effectLst/>
      </p:bgPr>
    </p:bg>
    <p:spTree>
      <p:nvGrpSpPr>
        <p:cNvPr id="1" name=""/>
        <p:cNvGrpSpPr/>
        <p:nvPr/>
      </p:nvGrpSpPr>
      <p:grpSpPr>
        <a:xfrm>
          <a:off x="0" y="0"/>
          <a:ext cx="0" cy="0"/>
          <a:chOff x="0" y="0"/>
          <a:chExt cx="0" cy="0"/>
        </a:xfrm>
      </p:grpSpPr>
      <p:sp>
        <p:nvSpPr>
          <p:cNvPr id="10" name="Rectangle 4"/>
          <p:cNvSpPr>
            <a:spLocks noGrp="1" noChangeArrowheads="1"/>
          </p:cNvSpPr>
          <p:nvPr>
            <p:ph type="dt" sz="half" idx="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 name="Rectangle 6"/>
          <p:cNvSpPr>
            <a:spLocks noGrp="1" noChangeArrowheads="1"/>
          </p:cNvSpPr>
          <p:nvPr>
            <p:ph type="sldNum" sz="quarter" idx="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086CEC97-C1A5-4DDB-A920-20387B8870F3}"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transition spd="slow">
    <p:zo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0"/>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 name="Rectangle 4"/>
          <p:cNvSpPr>
            <a:spLocks noGrp="1" noChangeArrowheads="1"/>
          </p:cNvSpPr>
          <p:nvPr>
            <p:ph type="dt" sz="half" idx="1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 name="Rectangle 6"/>
          <p:cNvSpPr>
            <a:spLocks noGrp="1" noChangeArrowheads="1"/>
          </p:cNvSpPr>
          <p:nvPr>
            <p:ph type="sldNum" sz="quarter" idx="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6C70488A-C966-4117-AA5E-6BEFF81D0650}"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transition spd="slow">
    <p:zo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 name="Rectangle 4"/>
          <p:cNvSpPr>
            <a:spLocks noGrp="1" noChangeArrowheads="1"/>
          </p:cNvSpPr>
          <p:nvPr>
            <p:ph type="dt" sz="half" idx="1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 name="Rectangle 6"/>
          <p:cNvSpPr>
            <a:spLocks noGrp="1" noChangeArrowheads="1"/>
          </p:cNvSpPr>
          <p:nvPr>
            <p:ph type="sldNum" sz="quarter" idx="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F5E4E24B-FB2C-452A-820C-1FC41644B18A}"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transition spd="slow">
    <p:zo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0"/>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p:cNvSpPr>
            <a:spLocks noGrp="1" noChangeArrowheads="1"/>
          </p:cNvSpPr>
          <p:nvPr>
            <p:ph type="dt" sz="half" idx="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 name="Rectangle 6"/>
          <p:cNvSpPr>
            <a:spLocks noGrp="1" noChangeArrowheads="1"/>
          </p:cNvSpPr>
          <p:nvPr>
            <p:ph type="sldNum" sz="quarter" idx="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6051C50C-E21F-420A-8084-CBDC565E2F1E}"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transition spd="slow">
    <p:zo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tx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p:cNvSpPr>
            <a:spLocks noGrp="1" noChangeArrowheads="1"/>
          </p:cNvSpPr>
          <p:nvPr>
            <p:ph type="dt" sz="half" idx="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 name="Rectangle 6"/>
          <p:cNvSpPr>
            <a:spLocks noGrp="1" noChangeArrowheads="1"/>
          </p:cNvSpPr>
          <p:nvPr>
            <p:ph type="sldNum" sz="quarter" idx="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CFEF70A5-5B82-4D14-B515-0F2A5A91A262}"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transition spd="slow">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10" Type="http://schemas.openxmlformats.org/officeDocument/2006/relationships/image" Target="../media/image3.png"/><Relationship Id="rId4" Type="http://schemas.openxmlformats.org/officeDocument/2006/relationships/slideLayout" Target="../slideLayouts/slideLayout20.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7.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8.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vert="horz" lIns="91440" tIns="45720" rIns="91440" bIns="45720" anchor="ctr" anchorCtr="0"/>
          <a:lstStyle/>
          <a:p>
            <a:pPr lvl="0"/>
            <a:r>
              <a:rPr lang="zh-CN" altLang="en-US" dirty="0"/>
              <a:t>单击此处编辑母版标题样式</a:t>
            </a:r>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vert="horz" lIns="91440" tIns="45720" rIns="91440" bIns="45720"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fontAlgn="auto"/>
            <a:fld id="{760FBDFE-C587-4B4C-A407-44438C67B59E}" type="datetimeFigureOut">
              <a:rPr lang="zh-CN" altLang="en-US" strike="noStrike" noProof="1" smtClean="0">
                <a:latin typeface="+mn-lt"/>
                <a:ea typeface="+mn-ea"/>
                <a:cs typeface="+mn-cs"/>
              </a:rPr>
              <a:t>2026/7/6</a:t>
            </a:fld>
            <a:endParaRPr lang="zh-CN" altLang="en-US" strike="noStrike" noProof="1"/>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050" name="组合 2"/>
          <p:cNvGrpSpPr/>
          <p:nvPr userDrawn="1"/>
        </p:nvGrpSpPr>
        <p:grpSpPr>
          <a:xfrm rot="10800000">
            <a:off x="0" y="0"/>
            <a:ext cx="12192000" cy="1882775"/>
            <a:chOff x="1" y="2994858"/>
            <a:chExt cx="9144001" cy="3162457"/>
          </a:xfrm>
        </p:grpSpPr>
        <p:sp>
          <p:nvSpPr>
            <p:cNvPr id="4" name="任意多边形 19"/>
            <p:cNvSpPr/>
            <p:nvPr/>
          </p:nvSpPr>
          <p:spPr>
            <a:xfrm>
              <a:off x="1" y="2994858"/>
              <a:ext cx="9143999" cy="215401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fontAlgn="auto"/>
              <a:endParaRPr lang="zh-CN" altLang="en-US" sz="2400" strike="noStrike" noProof="1">
                <a:latin typeface="微软雅黑" panose="020B0503020204020204" charset="-122"/>
                <a:ea typeface="微软雅黑" panose="020B0503020204020204" charset="-122"/>
              </a:endParaRPr>
            </a:p>
          </p:txBody>
        </p:sp>
        <p:sp>
          <p:nvSpPr>
            <p:cNvPr id="5" name="任意多边形 20"/>
            <p:cNvSpPr/>
            <p:nvPr/>
          </p:nvSpPr>
          <p:spPr>
            <a:xfrm>
              <a:off x="3" y="3474503"/>
              <a:ext cx="9143999" cy="2682812"/>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solidFill>
              <a:srgbClr val="F5F5F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800" strike="noStrike" noProof="1">
                <a:ea typeface="微软雅黑" panose="020B0503020204020204" charset="-122"/>
              </a:endParaRPr>
            </a:p>
          </p:txBody>
        </p:sp>
      </p:grpSp>
      <p:grpSp>
        <p:nvGrpSpPr>
          <p:cNvPr id="2053" name="组合 6"/>
          <p:cNvGrpSpPr/>
          <p:nvPr userDrawn="1"/>
        </p:nvGrpSpPr>
        <p:grpSpPr>
          <a:xfrm>
            <a:off x="0" y="6126163"/>
            <a:ext cx="12192000" cy="731837"/>
            <a:chOff x="1" y="2947547"/>
            <a:chExt cx="9143999" cy="2827685"/>
          </a:xfrm>
        </p:grpSpPr>
        <p:sp>
          <p:nvSpPr>
            <p:cNvPr id="8" name="任意多边形 14"/>
            <p:cNvSpPr/>
            <p:nvPr/>
          </p:nvSpPr>
          <p:spPr>
            <a:xfrm>
              <a:off x="1" y="2947547"/>
              <a:ext cx="9143999" cy="229735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fontAlgn="auto"/>
              <a:endParaRPr lang="zh-CN" altLang="en-US" sz="2400" strike="noStrike" noProof="1">
                <a:latin typeface="微软雅黑" panose="020B0503020204020204" charset="-122"/>
                <a:ea typeface="微软雅黑" panose="020B0503020204020204" charset="-122"/>
              </a:endParaRPr>
            </a:p>
          </p:txBody>
        </p:sp>
        <p:sp>
          <p:nvSpPr>
            <p:cNvPr id="9" name="任意多边形 17"/>
            <p:cNvSpPr/>
            <p:nvPr/>
          </p:nvSpPr>
          <p:spPr>
            <a:xfrm>
              <a:off x="1" y="3559995"/>
              <a:ext cx="9143999" cy="2215237"/>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solidFill>
              <a:srgbClr val="F5F5F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endParaRPr lang="zh-CN" altLang="en-US" sz="1800" strike="noStrike" noProof="1">
                <a:ea typeface="微软雅黑" panose="020B0503020204020204" charset="-122"/>
              </a:endParaRPr>
            </a:p>
          </p:txBody>
        </p:sp>
      </p:grpSp>
      <p:pic>
        <p:nvPicPr>
          <p:cNvPr id="2056" name="图片 5"/>
          <p:cNvPicPr/>
          <p:nvPr userDrawn="1"/>
        </p:nvPicPr>
        <p:blipFill>
          <a:blip r:embed="rId10"/>
          <a:stretch>
            <a:fillRect/>
          </a:stretch>
        </p:blipFill>
        <p:spPr>
          <a:xfrm>
            <a:off x="10922000" y="317500"/>
            <a:ext cx="812800" cy="6096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Lst>
  <p:hf sldNum="0" hdr="0" ftr="0" dt="0"/>
  <p:txStyles>
    <p:titleStyle>
      <a:lvl1pPr algn="r" rtl="0" eaLnBrk="0" fontAlgn="base" hangingPunct="0">
        <a:spcBef>
          <a:spcPct val="0"/>
        </a:spcBef>
        <a:spcAft>
          <a:spcPct val="0"/>
        </a:spcAft>
        <a:defRPr sz="2000" b="1">
          <a:solidFill>
            <a:srgbClr val="404040"/>
          </a:solidFill>
          <a:latin typeface="微软雅黑" panose="020B0503020204020204" charset="-122"/>
          <a:ea typeface="微软雅黑" panose="020B0503020204020204" charset="-122"/>
          <a:cs typeface="+mj-cs"/>
        </a:defRPr>
      </a:lvl1pPr>
      <a:lvl2pPr algn="r" rtl="0" eaLnBrk="0" fontAlgn="base" hangingPunct="0">
        <a:spcBef>
          <a:spcPct val="0"/>
        </a:spcBef>
        <a:spcAft>
          <a:spcPct val="0"/>
        </a:spcAft>
        <a:defRPr sz="2000" b="1">
          <a:solidFill>
            <a:srgbClr val="404040"/>
          </a:solidFill>
          <a:latin typeface="微软雅黑" panose="020B0503020204020204" charset="-122"/>
          <a:ea typeface="微软雅黑" panose="020B0503020204020204" charset="-122"/>
        </a:defRPr>
      </a:lvl2pPr>
      <a:lvl3pPr algn="r" rtl="0" eaLnBrk="0" fontAlgn="base" hangingPunct="0">
        <a:spcBef>
          <a:spcPct val="0"/>
        </a:spcBef>
        <a:spcAft>
          <a:spcPct val="0"/>
        </a:spcAft>
        <a:defRPr sz="2000" b="1">
          <a:solidFill>
            <a:srgbClr val="404040"/>
          </a:solidFill>
          <a:latin typeface="微软雅黑" panose="020B0503020204020204" charset="-122"/>
          <a:ea typeface="微软雅黑" panose="020B0503020204020204" charset="-122"/>
        </a:defRPr>
      </a:lvl3pPr>
      <a:lvl4pPr algn="r" rtl="0" eaLnBrk="0" fontAlgn="base" hangingPunct="0">
        <a:spcBef>
          <a:spcPct val="0"/>
        </a:spcBef>
        <a:spcAft>
          <a:spcPct val="0"/>
        </a:spcAft>
        <a:defRPr sz="2000" b="1">
          <a:solidFill>
            <a:srgbClr val="404040"/>
          </a:solidFill>
          <a:latin typeface="微软雅黑" panose="020B0503020204020204" charset="-122"/>
          <a:ea typeface="微软雅黑" panose="020B0503020204020204" charset="-122"/>
        </a:defRPr>
      </a:lvl4pPr>
      <a:lvl5pPr algn="r" rtl="0" eaLnBrk="0" fontAlgn="base" hangingPunct="0">
        <a:spcBef>
          <a:spcPct val="0"/>
        </a:spcBef>
        <a:spcAft>
          <a:spcPct val="0"/>
        </a:spcAft>
        <a:defRPr sz="2000" b="1">
          <a:solidFill>
            <a:srgbClr val="404040"/>
          </a:solidFill>
          <a:latin typeface="微软雅黑" panose="020B0503020204020204" charset="-122"/>
          <a:ea typeface="微软雅黑" panose="020B0503020204020204" charset="-122"/>
        </a:defRPr>
      </a:lvl5pPr>
      <a:lvl6pPr marL="457200" algn="r" rtl="0" fontAlgn="base">
        <a:spcBef>
          <a:spcPct val="0"/>
        </a:spcBef>
        <a:spcAft>
          <a:spcPct val="0"/>
        </a:spcAft>
        <a:defRPr sz="2400">
          <a:solidFill>
            <a:schemeClr val="tx2"/>
          </a:solidFill>
          <a:latin typeface="Arial" panose="020B0604020202090204" pitchFamily="34" charset="0"/>
          <a:ea typeface="宋体" pitchFamily="2" charset="-122"/>
        </a:defRPr>
      </a:lvl6pPr>
      <a:lvl7pPr marL="914400" algn="r" rtl="0" fontAlgn="base">
        <a:spcBef>
          <a:spcPct val="0"/>
        </a:spcBef>
        <a:spcAft>
          <a:spcPct val="0"/>
        </a:spcAft>
        <a:defRPr sz="2400">
          <a:solidFill>
            <a:schemeClr val="tx2"/>
          </a:solidFill>
          <a:latin typeface="Arial" panose="020B0604020202090204" pitchFamily="34" charset="0"/>
          <a:ea typeface="宋体" pitchFamily="2" charset="-122"/>
        </a:defRPr>
      </a:lvl7pPr>
      <a:lvl8pPr marL="1371600" algn="r" rtl="0" fontAlgn="base">
        <a:spcBef>
          <a:spcPct val="0"/>
        </a:spcBef>
        <a:spcAft>
          <a:spcPct val="0"/>
        </a:spcAft>
        <a:defRPr sz="2400">
          <a:solidFill>
            <a:schemeClr val="tx2"/>
          </a:solidFill>
          <a:latin typeface="Arial" panose="020B0604020202090204" pitchFamily="34" charset="0"/>
          <a:ea typeface="宋体" pitchFamily="2" charset="-122"/>
        </a:defRPr>
      </a:lvl8pPr>
      <a:lvl9pPr marL="1828800" algn="r" rtl="0" fontAlgn="base">
        <a:spcBef>
          <a:spcPct val="0"/>
        </a:spcBef>
        <a:spcAft>
          <a:spcPct val="0"/>
        </a:spcAft>
        <a:defRPr sz="2400">
          <a:solidFill>
            <a:schemeClr val="tx2"/>
          </a:solidFill>
          <a:latin typeface="Arial" panose="020B0604020202090204"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4"/>
          <p:cNvSpPr>
            <a:spLocks noGrp="1" noChangeArrowheads="1"/>
          </p:cNvSpPr>
          <p:nvPr>
            <p:ph type="dt" sz="half" idx="2"/>
          </p:nvPr>
        </p:nvSpPr>
        <p:spPr bwMode="auto">
          <a:xfrm>
            <a:off x="609600" y="6245225"/>
            <a:ext cx="2844800" cy="476250"/>
          </a:xfrm>
          <a:prstGeom prst="rect">
            <a:avLst/>
          </a:prstGeom>
          <a:noFill/>
          <a:ln w="9525">
            <a:noFill/>
            <a:miter lim="800000"/>
          </a:ln>
        </p:spPr>
        <p:txBody>
          <a:bodyPr vert="horz" wrap="square" lIns="91440" tIns="45720" rIns="91440" bIns="45720" numCol="1" anchor="t" anchorCtr="0" compatLnSpc="1"/>
          <a:lstStyle>
            <a:lvl1pPr eaLnBrk="1" hangingPunct="1">
              <a:defRPr sz="1400" i="0">
                <a:latin typeface="Arial" panose="020B060402020209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027" name="Rectangle 5"/>
          <p:cNvSpPr>
            <a:spLocks noGrp="1" noChangeArrowheads="1"/>
          </p:cNvSpPr>
          <p:nvPr>
            <p:ph type="ftr" sz="quarter" idx="3"/>
          </p:nvPr>
        </p:nvSpPr>
        <p:spPr bwMode="auto">
          <a:xfrm>
            <a:off x="4165600" y="6245225"/>
            <a:ext cx="3860800" cy="476250"/>
          </a:xfrm>
          <a:prstGeom prst="rect">
            <a:avLst/>
          </a:prstGeom>
          <a:noFill/>
          <a:ln w="9525">
            <a:noFill/>
            <a:miter lim="800000"/>
          </a:ln>
        </p:spPr>
        <p:txBody>
          <a:bodyPr vert="horz" wrap="square" lIns="91440" tIns="45720" rIns="91440" bIns="45720" numCol="1" anchor="t" anchorCtr="0" compatLnSpc="1"/>
          <a:lstStyle>
            <a:lvl1pPr algn="ctr" eaLnBrk="1" hangingPunct="1">
              <a:defRPr sz="1400" i="0">
                <a:latin typeface="Arial" panose="020B0604020202090204" pitchFamily="34" charset="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028"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p:spPr>
        <p:txBody>
          <a:bodyPr vert="horz" wrap="square" lIns="91440" tIns="45720" rIns="91440" bIns="45720" numCol="1" anchor="t" anchorCtr="0" compatLnSpc="1"/>
          <a:lstStyle>
            <a:lvl1pPr algn="r" eaLnBrk="1" hangingPunct="1">
              <a:defRPr sz="1400" i="0" smtClean="0">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C4B7F94-A856-4FE4-BB7D-3D0743C7B6E1}"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pic>
        <p:nvPicPr>
          <p:cNvPr id="1029" name="Picture 8" descr="7校徽"/>
          <p:cNvPicPr>
            <a:picLocks noChangeAspect="1"/>
          </p:cNvPicPr>
          <p:nvPr/>
        </p:nvPicPr>
        <p:blipFill>
          <a:blip r:embed="rId13"/>
          <a:stretch>
            <a:fillRect/>
          </a:stretch>
        </p:blipFill>
        <p:spPr>
          <a:xfrm>
            <a:off x="239184" y="188913"/>
            <a:ext cx="3649133" cy="866775"/>
          </a:xfrm>
          <a:prstGeom prst="rect">
            <a:avLst/>
          </a:prstGeom>
          <a:noFill/>
          <a:ln w="9525">
            <a:noFill/>
          </a:ln>
        </p:spPr>
      </p:pic>
      <p:sp>
        <p:nvSpPr>
          <p:cNvPr id="1030" name="Text Box 9"/>
          <p:cNvSpPr txBox="1">
            <a:spLocks noChangeArrowheads="1"/>
          </p:cNvSpPr>
          <p:nvPr/>
        </p:nvSpPr>
        <p:spPr bwMode="auto">
          <a:xfrm>
            <a:off x="609600" y="0"/>
            <a:ext cx="309880" cy="460375"/>
          </a:xfrm>
          <a:prstGeom prst="rect">
            <a:avLst/>
          </a:prstGeom>
          <a:noFill/>
          <a:ln>
            <a:noFill/>
          </a:ln>
        </p:spPr>
        <p:txBody>
          <a:bodyPr wrap="none">
            <a:spAutoFit/>
          </a:bodyPr>
          <a:lstStyle>
            <a:lvl1pPr eaLnBrk="0" hangingPunct="0">
              <a:defRPr sz="2400" i="1">
                <a:solidFill>
                  <a:schemeClr val="tx1"/>
                </a:solidFill>
                <a:latin typeface="Arial" panose="020B0604020202090204" pitchFamily="34" charset="0"/>
                <a:ea typeface="楷体_GB2312" panose="02010609030101010101" pitchFamily="49" charset="-122"/>
              </a:defRPr>
            </a:lvl1pPr>
            <a:lvl2pPr marL="742950" indent="-285750" eaLnBrk="0" hangingPunct="0">
              <a:defRPr sz="2400" i="1">
                <a:solidFill>
                  <a:schemeClr val="tx1"/>
                </a:solidFill>
                <a:latin typeface="Arial" panose="020B0604020202090204" pitchFamily="34" charset="0"/>
                <a:ea typeface="楷体_GB2312" panose="02010609030101010101" pitchFamily="49" charset="-122"/>
              </a:defRPr>
            </a:lvl2pPr>
            <a:lvl3pPr marL="1143000" indent="-228600" eaLnBrk="0" hangingPunct="0">
              <a:defRPr sz="2400" i="1">
                <a:solidFill>
                  <a:schemeClr val="tx1"/>
                </a:solidFill>
                <a:latin typeface="Arial" panose="020B0604020202090204" pitchFamily="34" charset="0"/>
                <a:ea typeface="楷体_GB2312" panose="02010609030101010101" pitchFamily="49" charset="-122"/>
              </a:defRPr>
            </a:lvl3pPr>
            <a:lvl4pPr marL="1600200" indent="-228600" eaLnBrk="0" hangingPunct="0">
              <a:defRPr sz="2400" i="1">
                <a:solidFill>
                  <a:schemeClr val="tx1"/>
                </a:solidFill>
                <a:latin typeface="Arial" panose="020B0604020202090204" pitchFamily="34" charset="0"/>
                <a:ea typeface="楷体_GB2312" panose="02010609030101010101" pitchFamily="49" charset="-122"/>
              </a:defRPr>
            </a:lvl4pPr>
            <a:lvl5pPr marL="2057400" indent="-228600" eaLnBrk="0" hangingPunct="0">
              <a:defRPr sz="2400" i="1">
                <a:solidFill>
                  <a:schemeClr val="tx1"/>
                </a:solidFill>
                <a:latin typeface="Arial" panose="020B0604020202090204" pitchFamily="34" charset="0"/>
                <a:ea typeface="楷体_GB2312" panose="02010609030101010101" pitchFamily="49" charset="-122"/>
              </a:defRPr>
            </a:lvl5pPr>
            <a:lvl6pPr marL="2514600" indent="-228600" eaLnBrk="0" fontAlgn="base" hangingPunct="0">
              <a:spcBef>
                <a:spcPct val="0"/>
              </a:spcBef>
              <a:spcAft>
                <a:spcPct val="0"/>
              </a:spcAft>
              <a:defRPr sz="2400" i="1">
                <a:solidFill>
                  <a:schemeClr val="tx1"/>
                </a:solidFill>
                <a:latin typeface="Arial" panose="020B0604020202090204" pitchFamily="34" charset="0"/>
                <a:ea typeface="楷体_GB2312" panose="02010609030101010101" pitchFamily="49" charset="-122"/>
              </a:defRPr>
            </a:lvl6pPr>
            <a:lvl7pPr marL="2971800" indent="-228600" eaLnBrk="0" fontAlgn="base" hangingPunct="0">
              <a:spcBef>
                <a:spcPct val="0"/>
              </a:spcBef>
              <a:spcAft>
                <a:spcPct val="0"/>
              </a:spcAft>
              <a:defRPr sz="2400" i="1">
                <a:solidFill>
                  <a:schemeClr val="tx1"/>
                </a:solidFill>
                <a:latin typeface="Arial" panose="020B0604020202090204" pitchFamily="34" charset="0"/>
                <a:ea typeface="楷体_GB2312" panose="02010609030101010101" pitchFamily="49" charset="-122"/>
              </a:defRPr>
            </a:lvl7pPr>
            <a:lvl8pPr marL="3429000" indent="-228600" eaLnBrk="0" fontAlgn="base" hangingPunct="0">
              <a:spcBef>
                <a:spcPct val="0"/>
              </a:spcBef>
              <a:spcAft>
                <a:spcPct val="0"/>
              </a:spcAft>
              <a:defRPr sz="2400" i="1">
                <a:solidFill>
                  <a:schemeClr val="tx1"/>
                </a:solidFill>
                <a:latin typeface="Arial" panose="020B0604020202090204" pitchFamily="34" charset="0"/>
                <a:ea typeface="楷体_GB2312" panose="02010609030101010101" pitchFamily="49" charset="-122"/>
              </a:defRPr>
            </a:lvl8pPr>
            <a:lvl9pPr marL="3886200" indent="-228600" eaLnBrk="0" fontAlgn="base" hangingPunct="0">
              <a:spcBef>
                <a:spcPct val="0"/>
              </a:spcBef>
              <a:spcAft>
                <a:spcPct val="0"/>
              </a:spcAft>
              <a:defRPr sz="2400" i="1">
                <a:solidFill>
                  <a:schemeClr val="tx1"/>
                </a:solidFill>
                <a:latin typeface="Arial" panose="020B0604020202090204" pitchFamily="34" charset="0"/>
                <a:ea typeface="楷体_GB2312" panose="0201060903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charset="-122"/>
              <a:cs typeface="+mn-cs"/>
            </a:endParaRPr>
          </a:p>
        </p:txBody>
      </p:sp>
      <p:sp>
        <p:nvSpPr>
          <p:cNvPr id="1031" name="Text Box 10"/>
          <p:cNvSpPr txBox="1">
            <a:spLocks noChangeArrowheads="1"/>
          </p:cNvSpPr>
          <p:nvPr/>
        </p:nvSpPr>
        <p:spPr bwMode="auto">
          <a:xfrm>
            <a:off x="711200" y="304800"/>
            <a:ext cx="309880" cy="460375"/>
          </a:xfrm>
          <a:prstGeom prst="rect">
            <a:avLst/>
          </a:prstGeom>
          <a:noFill/>
          <a:ln>
            <a:noFill/>
          </a:ln>
        </p:spPr>
        <p:txBody>
          <a:bodyPr wrap="none">
            <a:spAutoFit/>
          </a:bodyPr>
          <a:lstStyle>
            <a:lvl1pPr eaLnBrk="0" hangingPunct="0">
              <a:defRPr sz="2400" i="1">
                <a:solidFill>
                  <a:schemeClr val="tx1"/>
                </a:solidFill>
                <a:latin typeface="Arial" panose="020B0604020202090204" pitchFamily="34" charset="0"/>
                <a:ea typeface="楷体_GB2312" panose="02010609030101010101" pitchFamily="49" charset="-122"/>
              </a:defRPr>
            </a:lvl1pPr>
            <a:lvl2pPr marL="742950" indent="-285750" eaLnBrk="0" hangingPunct="0">
              <a:defRPr sz="2400" i="1">
                <a:solidFill>
                  <a:schemeClr val="tx1"/>
                </a:solidFill>
                <a:latin typeface="Arial" panose="020B0604020202090204" pitchFamily="34" charset="0"/>
                <a:ea typeface="楷体_GB2312" panose="02010609030101010101" pitchFamily="49" charset="-122"/>
              </a:defRPr>
            </a:lvl2pPr>
            <a:lvl3pPr marL="1143000" indent="-228600" eaLnBrk="0" hangingPunct="0">
              <a:defRPr sz="2400" i="1">
                <a:solidFill>
                  <a:schemeClr val="tx1"/>
                </a:solidFill>
                <a:latin typeface="Arial" panose="020B0604020202090204" pitchFamily="34" charset="0"/>
                <a:ea typeface="楷体_GB2312" panose="02010609030101010101" pitchFamily="49" charset="-122"/>
              </a:defRPr>
            </a:lvl3pPr>
            <a:lvl4pPr marL="1600200" indent="-228600" eaLnBrk="0" hangingPunct="0">
              <a:defRPr sz="2400" i="1">
                <a:solidFill>
                  <a:schemeClr val="tx1"/>
                </a:solidFill>
                <a:latin typeface="Arial" panose="020B0604020202090204" pitchFamily="34" charset="0"/>
                <a:ea typeface="楷体_GB2312" panose="02010609030101010101" pitchFamily="49" charset="-122"/>
              </a:defRPr>
            </a:lvl4pPr>
            <a:lvl5pPr marL="2057400" indent="-228600" eaLnBrk="0" hangingPunct="0">
              <a:defRPr sz="2400" i="1">
                <a:solidFill>
                  <a:schemeClr val="tx1"/>
                </a:solidFill>
                <a:latin typeface="Arial" panose="020B0604020202090204" pitchFamily="34" charset="0"/>
                <a:ea typeface="楷体_GB2312" panose="02010609030101010101" pitchFamily="49" charset="-122"/>
              </a:defRPr>
            </a:lvl5pPr>
            <a:lvl6pPr marL="2514600" indent="-228600" eaLnBrk="0" fontAlgn="base" hangingPunct="0">
              <a:spcBef>
                <a:spcPct val="0"/>
              </a:spcBef>
              <a:spcAft>
                <a:spcPct val="0"/>
              </a:spcAft>
              <a:defRPr sz="2400" i="1">
                <a:solidFill>
                  <a:schemeClr val="tx1"/>
                </a:solidFill>
                <a:latin typeface="Arial" panose="020B0604020202090204" pitchFamily="34" charset="0"/>
                <a:ea typeface="楷体_GB2312" panose="02010609030101010101" pitchFamily="49" charset="-122"/>
              </a:defRPr>
            </a:lvl6pPr>
            <a:lvl7pPr marL="2971800" indent="-228600" eaLnBrk="0" fontAlgn="base" hangingPunct="0">
              <a:spcBef>
                <a:spcPct val="0"/>
              </a:spcBef>
              <a:spcAft>
                <a:spcPct val="0"/>
              </a:spcAft>
              <a:defRPr sz="2400" i="1">
                <a:solidFill>
                  <a:schemeClr val="tx1"/>
                </a:solidFill>
                <a:latin typeface="Arial" panose="020B0604020202090204" pitchFamily="34" charset="0"/>
                <a:ea typeface="楷体_GB2312" panose="02010609030101010101" pitchFamily="49" charset="-122"/>
              </a:defRPr>
            </a:lvl7pPr>
            <a:lvl8pPr marL="3429000" indent="-228600" eaLnBrk="0" fontAlgn="base" hangingPunct="0">
              <a:spcBef>
                <a:spcPct val="0"/>
              </a:spcBef>
              <a:spcAft>
                <a:spcPct val="0"/>
              </a:spcAft>
              <a:defRPr sz="2400" i="1">
                <a:solidFill>
                  <a:schemeClr val="tx1"/>
                </a:solidFill>
                <a:latin typeface="Arial" panose="020B0604020202090204" pitchFamily="34" charset="0"/>
                <a:ea typeface="楷体_GB2312" panose="02010609030101010101" pitchFamily="49" charset="-122"/>
              </a:defRPr>
            </a:lvl8pPr>
            <a:lvl9pPr marL="3886200" indent="-228600" eaLnBrk="0" fontAlgn="base" hangingPunct="0">
              <a:spcBef>
                <a:spcPct val="0"/>
              </a:spcBef>
              <a:spcAft>
                <a:spcPct val="0"/>
              </a:spcAft>
              <a:defRPr sz="2400" i="1">
                <a:solidFill>
                  <a:schemeClr val="tx1"/>
                </a:solidFill>
                <a:latin typeface="Arial" panose="020B0604020202090204" pitchFamily="34" charset="0"/>
                <a:ea typeface="楷体_GB2312" panose="0201060903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503050405090304" pitchFamily="18" charset="0"/>
              <a:ea typeface="黑体" panose="02010609060101010101" charset="-122"/>
              <a:cs typeface="+mn-cs"/>
            </a:endParaRPr>
          </a:p>
        </p:txBody>
      </p:sp>
      <p:pic>
        <p:nvPicPr>
          <p:cNvPr id="1032" name="Picture 12" descr="辅助条1"/>
          <p:cNvPicPr>
            <a:picLocks noChangeAspect="1"/>
          </p:cNvPicPr>
          <p:nvPr/>
        </p:nvPicPr>
        <p:blipFill>
          <a:blip r:embed="rId14"/>
          <a:stretch>
            <a:fillRect/>
          </a:stretch>
        </p:blipFill>
        <p:spPr>
          <a:xfrm>
            <a:off x="-6349" y="6742113"/>
            <a:ext cx="12200467" cy="115887"/>
          </a:xfrm>
          <a:prstGeom prst="rect">
            <a:avLst/>
          </a:prstGeom>
          <a:noFill/>
          <a:ln w="9525">
            <a:noFill/>
          </a:ln>
        </p:spPr>
      </p:pic>
      <p:sp>
        <p:nvSpPr>
          <p:cNvPr id="1033" name="Rectangle 13"/>
          <p:cNvSpPr>
            <a:spLocks noChangeArrowheads="1"/>
          </p:cNvSpPr>
          <p:nvPr/>
        </p:nvSpPr>
        <p:spPr bwMode="auto">
          <a:xfrm>
            <a:off x="0" y="0"/>
            <a:ext cx="12192000" cy="115888"/>
          </a:xfrm>
          <a:prstGeom prst="rect">
            <a:avLst/>
          </a:prstGeom>
          <a:solidFill>
            <a:srgbClr val="FF9900"/>
          </a:solidFill>
          <a:ln>
            <a:noFill/>
          </a:ln>
        </p:spPr>
        <p:txBody>
          <a:bodyPr wrap="none" anchor="ctr"/>
          <a:lstStyle>
            <a:lvl1pPr>
              <a:defRPr sz="2400" i="1">
                <a:solidFill>
                  <a:schemeClr val="tx1"/>
                </a:solidFill>
                <a:latin typeface="Arial" panose="020B0604020202090204" pitchFamily="34" charset="0"/>
                <a:ea typeface="楷体_GB2312" panose="02010609030101010101" pitchFamily="49" charset="-122"/>
              </a:defRPr>
            </a:lvl1pPr>
            <a:lvl2pPr marL="742950" indent="-285750">
              <a:defRPr sz="2400" i="1">
                <a:solidFill>
                  <a:schemeClr val="tx1"/>
                </a:solidFill>
                <a:latin typeface="Arial" panose="020B0604020202090204" pitchFamily="34" charset="0"/>
                <a:ea typeface="楷体_GB2312" panose="02010609030101010101" pitchFamily="49" charset="-122"/>
              </a:defRPr>
            </a:lvl2pPr>
            <a:lvl3pPr marL="1143000" indent="-228600">
              <a:defRPr sz="2400" i="1">
                <a:solidFill>
                  <a:schemeClr val="tx1"/>
                </a:solidFill>
                <a:latin typeface="Arial" panose="020B0604020202090204" pitchFamily="34" charset="0"/>
                <a:ea typeface="楷体_GB2312" panose="02010609030101010101" pitchFamily="49" charset="-122"/>
              </a:defRPr>
            </a:lvl3pPr>
            <a:lvl4pPr marL="1600200" indent="-228600">
              <a:defRPr sz="2400" i="1">
                <a:solidFill>
                  <a:schemeClr val="tx1"/>
                </a:solidFill>
                <a:latin typeface="Arial" panose="020B0604020202090204" pitchFamily="34" charset="0"/>
                <a:ea typeface="楷体_GB2312" panose="02010609030101010101" pitchFamily="49" charset="-122"/>
              </a:defRPr>
            </a:lvl4pPr>
            <a:lvl5pPr marL="2057400" indent="-228600">
              <a:defRPr sz="2400" i="1">
                <a:solidFill>
                  <a:schemeClr val="tx1"/>
                </a:solidFill>
                <a:latin typeface="Arial" panose="020B0604020202090204" pitchFamily="34" charset="0"/>
                <a:ea typeface="楷体_GB2312" panose="02010609030101010101" pitchFamily="49" charset="-122"/>
              </a:defRPr>
            </a:lvl5pPr>
            <a:lvl6pPr marL="2514600" indent="-228600" eaLnBrk="0" fontAlgn="base" hangingPunct="0">
              <a:spcBef>
                <a:spcPct val="0"/>
              </a:spcBef>
              <a:spcAft>
                <a:spcPct val="0"/>
              </a:spcAft>
              <a:defRPr sz="2400" i="1">
                <a:solidFill>
                  <a:schemeClr val="tx1"/>
                </a:solidFill>
                <a:latin typeface="Arial" panose="020B0604020202090204" pitchFamily="34" charset="0"/>
                <a:ea typeface="楷体_GB2312" panose="02010609030101010101" pitchFamily="49" charset="-122"/>
              </a:defRPr>
            </a:lvl6pPr>
            <a:lvl7pPr marL="2971800" indent="-228600" eaLnBrk="0" fontAlgn="base" hangingPunct="0">
              <a:spcBef>
                <a:spcPct val="0"/>
              </a:spcBef>
              <a:spcAft>
                <a:spcPct val="0"/>
              </a:spcAft>
              <a:defRPr sz="2400" i="1">
                <a:solidFill>
                  <a:schemeClr val="tx1"/>
                </a:solidFill>
                <a:latin typeface="Arial" panose="020B0604020202090204" pitchFamily="34" charset="0"/>
                <a:ea typeface="楷体_GB2312" panose="02010609030101010101" pitchFamily="49" charset="-122"/>
              </a:defRPr>
            </a:lvl7pPr>
            <a:lvl8pPr marL="3429000" indent="-228600" eaLnBrk="0" fontAlgn="base" hangingPunct="0">
              <a:spcBef>
                <a:spcPct val="0"/>
              </a:spcBef>
              <a:spcAft>
                <a:spcPct val="0"/>
              </a:spcAft>
              <a:defRPr sz="2400" i="1">
                <a:solidFill>
                  <a:schemeClr val="tx1"/>
                </a:solidFill>
                <a:latin typeface="Arial" panose="020B0604020202090204" pitchFamily="34" charset="0"/>
                <a:ea typeface="楷体_GB2312" panose="02010609030101010101" pitchFamily="49" charset="-122"/>
              </a:defRPr>
            </a:lvl8pPr>
            <a:lvl9pPr marL="3886200" indent="-228600" eaLnBrk="0" fontAlgn="base" hangingPunct="0">
              <a:spcBef>
                <a:spcPct val="0"/>
              </a:spcBef>
              <a:spcAft>
                <a:spcPct val="0"/>
              </a:spcAft>
              <a:defRPr sz="2400" i="1">
                <a:solidFill>
                  <a:schemeClr val="tx1"/>
                </a:solidFill>
                <a:latin typeface="Arial" panose="020B0604020202090204" pitchFamily="34" charset="0"/>
                <a:ea typeface="楷体_GB2312" panose="0201060903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1"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dk2" tx1="lt1" bg2="dk1"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ransition spd="slow">
    <p:zoom/>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6.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6.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6.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image" Target="../media/image9.tif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6.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6.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6.xml"/><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notesSlide" Target="../notesSlides/notesSlide9.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slideLayout" Target="../slideLayouts/slideLayout14.xml"/><Relationship Id="rId5" Type="http://schemas.openxmlformats.org/officeDocument/2006/relationships/tags" Target="../tags/tag19.xml"/><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s>
</file>

<file path=ppt/slides/_rels/slide23.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tags" Target="../tags/tag42.xml"/><Relationship Id="rId3" Type="http://schemas.openxmlformats.org/officeDocument/2006/relationships/tags" Target="../tags/tag27.xml"/><Relationship Id="rId21" Type="http://schemas.openxmlformats.org/officeDocument/2006/relationships/tags" Target="../tags/tag45.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tags" Target="../tags/tag41.xml"/><Relationship Id="rId2" Type="http://schemas.openxmlformats.org/officeDocument/2006/relationships/tags" Target="../tags/tag26.xml"/><Relationship Id="rId16" Type="http://schemas.openxmlformats.org/officeDocument/2006/relationships/tags" Target="../tags/tag40.xml"/><Relationship Id="rId20" Type="http://schemas.openxmlformats.org/officeDocument/2006/relationships/tags" Target="../tags/tag44.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24" Type="http://schemas.openxmlformats.org/officeDocument/2006/relationships/notesSlide" Target="../notesSlides/notesSlide10.xml"/><Relationship Id="rId5" Type="http://schemas.openxmlformats.org/officeDocument/2006/relationships/tags" Target="../tags/tag29.xml"/><Relationship Id="rId15" Type="http://schemas.openxmlformats.org/officeDocument/2006/relationships/tags" Target="../tags/tag39.xml"/><Relationship Id="rId23" Type="http://schemas.openxmlformats.org/officeDocument/2006/relationships/slideLayout" Target="../slideLayouts/slideLayout14.xml"/><Relationship Id="rId10" Type="http://schemas.openxmlformats.org/officeDocument/2006/relationships/tags" Target="../tags/tag34.xml"/><Relationship Id="rId19" Type="http://schemas.openxmlformats.org/officeDocument/2006/relationships/tags" Target="../tags/tag43.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 Id="rId22" Type="http://schemas.openxmlformats.org/officeDocument/2006/relationships/tags" Target="../tags/tag4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tags" Target="../tags/tag54.xml"/><Relationship Id="rId13" Type="http://schemas.openxmlformats.org/officeDocument/2006/relationships/tags" Target="../tags/tag59.xml"/><Relationship Id="rId18" Type="http://schemas.openxmlformats.org/officeDocument/2006/relationships/tags" Target="../tags/tag64.xml"/><Relationship Id="rId3" Type="http://schemas.openxmlformats.org/officeDocument/2006/relationships/tags" Target="../tags/tag49.xml"/><Relationship Id="rId21" Type="http://schemas.openxmlformats.org/officeDocument/2006/relationships/notesSlide" Target="../notesSlides/notesSlide12.xml"/><Relationship Id="rId7" Type="http://schemas.openxmlformats.org/officeDocument/2006/relationships/tags" Target="../tags/tag53.xml"/><Relationship Id="rId12" Type="http://schemas.openxmlformats.org/officeDocument/2006/relationships/tags" Target="../tags/tag58.xml"/><Relationship Id="rId17" Type="http://schemas.openxmlformats.org/officeDocument/2006/relationships/tags" Target="../tags/tag63.xml"/><Relationship Id="rId2" Type="http://schemas.openxmlformats.org/officeDocument/2006/relationships/tags" Target="../tags/tag48.xml"/><Relationship Id="rId16" Type="http://schemas.openxmlformats.org/officeDocument/2006/relationships/tags" Target="../tags/tag62.xml"/><Relationship Id="rId20" Type="http://schemas.openxmlformats.org/officeDocument/2006/relationships/slideLayout" Target="../slideLayouts/slideLayout14.xml"/><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tags" Target="../tags/tag57.xml"/><Relationship Id="rId5" Type="http://schemas.openxmlformats.org/officeDocument/2006/relationships/tags" Target="../tags/tag51.xml"/><Relationship Id="rId15" Type="http://schemas.openxmlformats.org/officeDocument/2006/relationships/tags" Target="../tags/tag61.xml"/><Relationship Id="rId10" Type="http://schemas.openxmlformats.org/officeDocument/2006/relationships/tags" Target="../tags/tag56.xml"/><Relationship Id="rId19" Type="http://schemas.openxmlformats.org/officeDocument/2006/relationships/tags" Target="../tags/tag65.xml"/><Relationship Id="rId4" Type="http://schemas.openxmlformats.org/officeDocument/2006/relationships/tags" Target="../tags/tag50.xml"/><Relationship Id="rId9" Type="http://schemas.openxmlformats.org/officeDocument/2006/relationships/tags" Target="../tags/tag55.xml"/><Relationship Id="rId14" Type="http://schemas.openxmlformats.org/officeDocument/2006/relationships/tags" Target="../tags/tag60.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tiff"/><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8" Type="http://schemas.openxmlformats.org/officeDocument/2006/relationships/tags" Target="../tags/tag73.xml"/><Relationship Id="rId13" Type="http://schemas.openxmlformats.org/officeDocument/2006/relationships/tags" Target="../tags/tag78.xml"/><Relationship Id="rId18" Type="http://schemas.openxmlformats.org/officeDocument/2006/relationships/tags" Target="../tags/tag83.xml"/><Relationship Id="rId26" Type="http://schemas.openxmlformats.org/officeDocument/2006/relationships/tags" Target="../tags/tag91.xml"/><Relationship Id="rId3" Type="http://schemas.openxmlformats.org/officeDocument/2006/relationships/tags" Target="../tags/tag68.xml"/><Relationship Id="rId21" Type="http://schemas.openxmlformats.org/officeDocument/2006/relationships/tags" Target="../tags/tag86.xml"/><Relationship Id="rId7" Type="http://schemas.openxmlformats.org/officeDocument/2006/relationships/tags" Target="../tags/tag72.xml"/><Relationship Id="rId12" Type="http://schemas.openxmlformats.org/officeDocument/2006/relationships/tags" Target="../tags/tag77.xml"/><Relationship Id="rId17" Type="http://schemas.openxmlformats.org/officeDocument/2006/relationships/tags" Target="../tags/tag82.xml"/><Relationship Id="rId25" Type="http://schemas.openxmlformats.org/officeDocument/2006/relationships/tags" Target="../tags/tag90.xml"/><Relationship Id="rId2" Type="http://schemas.openxmlformats.org/officeDocument/2006/relationships/tags" Target="../tags/tag67.xml"/><Relationship Id="rId16" Type="http://schemas.openxmlformats.org/officeDocument/2006/relationships/tags" Target="../tags/tag81.xml"/><Relationship Id="rId20" Type="http://schemas.openxmlformats.org/officeDocument/2006/relationships/tags" Target="../tags/tag85.xml"/><Relationship Id="rId29" Type="http://schemas.openxmlformats.org/officeDocument/2006/relationships/slideLayout" Target="../slideLayouts/slideLayout14.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tags" Target="../tags/tag76.xml"/><Relationship Id="rId24" Type="http://schemas.openxmlformats.org/officeDocument/2006/relationships/tags" Target="../tags/tag89.xml"/><Relationship Id="rId5" Type="http://schemas.openxmlformats.org/officeDocument/2006/relationships/tags" Target="../tags/tag70.xml"/><Relationship Id="rId15" Type="http://schemas.openxmlformats.org/officeDocument/2006/relationships/tags" Target="../tags/tag80.xml"/><Relationship Id="rId23" Type="http://schemas.openxmlformats.org/officeDocument/2006/relationships/tags" Target="../tags/tag88.xml"/><Relationship Id="rId28" Type="http://schemas.openxmlformats.org/officeDocument/2006/relationships/tags" Target="../tags/tag93.xml"/><Relationship Id="rId10" Type="http://schemas.openxmlformats.org/officeDocument/2006/relationships/tags" Target="../tags/tag75.xml"/><Relationship Id="rId19" Type="http://schemas.openxmlformats.org/officeDocument/2006/relationships/tags" Target="../tags/tag84.xml"/><Relationship Id="rId4" Type="http://schemas.openxmlformats.org/officeDocument/2006/relationships/tags" Target="../tags/tag69.xml"/><Relationship Id="rId9" Type="http://schemas.openxmlformats.org/officeDocument/2006/relationships/tags" Target="../tags/tag74.xml"/><Relationship Id="rId14" Type="http://schemas.openxmlformats.org/officeDocument/2006/relationships/tags" Target="../tags/tag79.xml"/><Relationship Id="rId22" Type="http://schemas.openxmlformats.org/officeDocument/2006/relationships/tags" Target="../tags/tag87.xml"/><Relationship Id="rId27" Type="http://schemas.openxmlformats.org/officeDocument/2006/relationships/tags" Target="../tags/tag92.xml"/><Relationship Id="rId30"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tags" Target="../tags/tag106.xml"/><Relationship Id="rId18" Type="http://schemas.openxmlformats.org/officeDocument/2006/relationships/tags" Target="../tags/tag111.xml"/><Relationship Id="rId26" Type="http://schemas.openxmlformats.org/officeDocument/2006/relationships/tags" Target="../tags/tag119.xml"/><Relationship Id="rId3" Type="http://schemas.openxmlformats.org/officeDocument/2006/relationships/tags" Target="../tags/tag96.xml"/><Relationship Id="rId21" Type="http://schemas.openxmlformats.org/officeDocument/2006/relationships/tags" Target="../tags/tag114.xml"/><Relationship Id="rId7" Type="http://schemas.openxmlformats.org/officeDocument/2006/relationships/tags" Target="../tags/tag100.xml"/><Relationship Id="rId12" Type="http://schemas.openxmlformats.org/officeDocument/2006/relationships/tags" Target="../tags/tag105.xml"/><Relationship Id="rId17" Type="http://schemas.openxmlformats.org/officeDocument/2006/relationships/tags" Target="../tags/tag110.xml"/><Relationship Id="rId25" Type="http://schemas.openxmlformats.org/officeDocument/2006/relationships/tags" Target="../tags/tag118.xml"/><Relationship Id="rId2" Type="http://schemas.openxmlformats.org/officeDocument/2006/relationships/tags" Target="../tags/tag95.xml"/><Relationship Id="rId16" Type="http://schemas.openxmlformats.org/officeDocument/2006/relationships/tags" Target="../tags/tag109.xml"/><Relationship Id="rId20" Type="http://schemas.openxmlformats.org/officeDocument/2006/relationships/tags" Target="../tags/tag113.xml"/><Relationship Id="rId29" Type="http://schemas.openxmlformats.org/officeDocument/2006/relationships/slideLayout" Target="../slideLayouts/slideLayout14.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tags" Target="../tags/tag104.xml"/><Relationship Id="rId24" Type="http://schemas.openxmlformats.org/officeDocument/2006/relationships/tags" Target="../tags/tag117.xml"/><Relationship Id="rId5" Type="http://schemas.openxmlformats.org/officeDocument/2006/relationships/tags" Target="../tags/tag98.xml"/><Relationship Id="rId15" Type="http://schemas.openxmlformats.org/officeDocument/2006/relationships/tags" Target="../tags/tag108.xml"/><Relationship Id="rId23" Type="http://schemas.openxmlformats.org/officeDocument/2006/relationships/tags" Target="../tags/tag116.xml"/><Relationship Id="rId28" Type="http://schemas.openxmlformats.org/officeDocument/2006/relationships/tags" Target="../tags/tag121.xml"/><Relationship Id="rId10" Type="http://schemas.openxmlformats.org/officeDocument/2006/relationships/tags" Target="../tags/tag103.xml"/><Relationship Id="rId19" Type="http://schemas.openxmlformats.org/officeDocument/2006/relationships/tags" Target="../tags/tag112.xml"/><Relationship Id="rId4" Type="http://schemas.openxmlformats.org/officeDocument/2006/relationships/tags" Target="../tags/tag97.xml"/><Relationship Id="rId9" Type="http://schemas.openxmlformats.org/officeDocument/2006/relationships/tags" Target="../tags/tag102.xml"/><Relationship Id="rId14" Type="http://schemas.openxmlformats.org/officeDocument/2006/relationships/tags" Target="../tags/tag107.xml"/><Relationship Id="rId22" Type="http://schemas.openxmlformats.org/officeDocument/2006/relationships/tags" Target="../tags/tag115.xml"/><Relationship Id="rId27" Type="http://schemas.openxmlformats.org/officeDocument/2006/relationships/tags" Target="../tags/tag120.xml"/><Relationship Id="rId30" Type="http://schemas.openxmlformats.org/officeDocument/2006/relationships/notesSlide" Target="../notesSlides/notesSlide14.xml"/></Relationships>
</file>

<file path=ppt/slides/_rels/slide32.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tags" Target="../tags/tag134.xml"/><Relationship Id="rId18" Type="http://schemas.openxmlformats.org/officeDocument/2006/relationships/tags" Target="../tags/tag139.xml"/><Relationship Id="rId26" Type="http://schemas.openxmlformats.org/officeDocument/2006/relationships/tags" Target="../tags/tag147.xml"/><Relationship Id="rId3" Type="http://schemas.openxmlformats.org/officeDocument/2006/relationships/tags" Target="../tags/tag124.xml"/><Relationship Id="rId21" Type="http://schemas.openxmlformats.org/officeDocument/2006/relationships/tags" Target="../tags/tag142.xml"/><Relationship Id="rId7" Type="http://schemas.openxmlformats.org/officeDocument/2006/relationships/tags" Target="../tags/tag128.xml"/><Relationship Id="rId12" Type="http://schemas.openxmlformats.org/officeDocument/2006/relationships/tags" Target="../tags/tag133.xml"/><Relationship Id="rId17" Type="http://schemas.openxmlformats.org/officeDocument/2006/relationships/tags" Target="../tags/tag138.xml"/><Relationship Id="rId25" Type="http://schemas.openxmlformats.org/officeDocument/2006/relationships/tags" Target="../tags/tag146.xml"/><Relationship Id="rId2" Type="http://schemas.openxmlformats.org/officeDocument/2006/relationships/tags" Target="../tags/tag123.xml"/><Relationship Id="rId16" Type="http://schemas.openxmlformats.org/officeDocument/2006/relationships/tags" Target="../tags/tag137.xml"/><Relationship Id="rId20" Type="http://schemas.openxmlformats.org/officeDocument/2006/relationships/tags" Target="../tags/tag141.xml"/><Relationship Id="rId29" Type="http://schemas.openxmlformats.org/officeDocument/2006/relationships/slideLayout" Target="../slideLayouts/slideLayout14.xm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24" Type="http://schemas.openxmlformats.org/officeDocument/2006/relationships/tags" Target="../tags/tag145.xml"/><Relationship Id="rId5" Type="http://schemas.openxmlformats.org/officeDocument/2006/relationships/tags" Target="../tags/tag126.xml"/><Relationship Id="rId15" Type="http://schemas.openxmlformats.org/officeDocument/2006/relationships/tags" Target="../tags/tag136.xml"/><Relationship Id="rId23" Type="http://schemas.openxmlformats.org/officeDocument/2006/relationships/tags" Target="../tags/tag144.xml"/><Relationship Id="rId28" Type="http://schemas.openxmlformats.org/officeDocument/2006/relationships/tags" Target="../tags/tag149.xml"/><Relationship Id="rId10" Type="http://schemas.openxmlformats.org/officeDocument/2006/relationships/tags" Target="../tags/tag131.xml"/><Relationship Id="rId19" Type="http://schemas.openxmlformats.org/officeDocument/2006/relationships/tags" Target="../tags/tag140.xml"/><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tags" Target="../tags/tag135.xml"/><Relationship Id="rId22" Type="http://schemas.openxmlformats.org/officeDocument/2006/relationships/tags" Target="../tags/tag143.xml"/><Relationship Id="rId27" Type="http://schemas.openxmlformats.org/officeDocument/2006/relationships/tags" Target="../tags/tag148.xml"/><Relationship Id="rId30" Type="http://schemas.openxmlformats.org/officeDocument/2006/relationships/notesSlide" Target="../notesSlides/notesSlide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8" Type="http://schemas.openxmlformats.org/officeDocument/2006/relationships/tags" Target="../tags/tag157.xml"/><Relationship Id="rId13" Type="http://schemas.openxmlformats.org/officeDocument/2006/relationships/tags" Target="../tags/tag162.xml"/><Relationship Id="rId18" Type="http://schemas.openxmlformats.org/officeDocument/2006/relationships/tags" Target="../tags/tag167.xml"/><Relationship Id="rId26" Type="http://schemas.openxmlformats.org/officeDocument/2006/relationships/tags" Target="../tags/tag175.xml"/><Relationship Id="rId3" Type="http://schemas.openxmlformats.org/officeDocument/2006/relationships/tags" Target="../tags/tag152.xml"/><Relationship Id="rId21" Type="http://schemas.openxmlformats.org/officeDocument/2006/relationships/tags" Target="../tags/tag170.xml"/><Relationship Id="rId7" Type="http://schemas.openxmlformats.org/officeDocument/2006/relationships/tags" Target="../tags/tag156.xml"/><Relationship Id="rId12" Type="http://schemas.openxmlformats.org/officeDocument/2006/relationships/tags" Target="../tags/tag161.xml"/><Relationship Id="rId17" Type="http://schemas.openxmlformats.org/officeDocument/2006/relationships/tags" Target="../tags/tag166.xml"/><Relationship Id="rId25" Type="http://schemas.openxmlformats.org/officeDocument/2006/relationships/tags" Target="../tags/tag174.xml"/><Relationship Id="rId2" Type="http://schemas.openxmlformats.org/officeDocument/2006/relationships/tags" Target="../tags/tag151.xml"/><Relationship Id="rId16" Type="http://schemas.openxmlformats.org/officeDocument/2006/relationships/tags" Target="../tags/tag165.xml"/><Relationship Id="rId20" Type="http://schemas.openxmlformats.org/officeDocument/2006/relationships/tags" Target="../tags/tag169.xml"/><Relationship Id="rId29" Type="http://schemas.openxmlformats.org/officeDocument/2006/relationships/slideLayout" Target="../slideLayouts/slideLayout14.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tags" Target="../tags/tag160.xml"/><Relationship Id="rId24" Type="http://schemas.openxmlformats.org/officeDocument/2006/relationships/tags" Target="../tags/tag173.xml"/><Relationship Id="rId5" Type="http://schemas.openxmlformats.org/officeDocument/2006/relationships/tags" Target="../tags/tag154.xml"/><Relationship Id="rId15" Type="http://schemas.openxmlformats.org/officeDocument/2006/relationships/tags" Target="../tags/tag164.xml"/><Relationship Id="rId23" Type="http://schemas.openxmlformats.org/officeDocument/2006/relationships/tags" Target="../tags/tag172.xml"/><Relationship Id="rId28" Type="http://schemas.openxmlformats.org/officeDocument/2006/relationships/tags" Target="../tags/tag177.xml"/><Relationship Id="rId10" Type="http://schemas.openxmlformats.org/officeDocument/2006/relationships/tags" Target="../tags/tag159.xml"/><Relationship Id="rId19" Type="http://schemas.openxmlformats.org/officeDocument/2006/relationships/tags" Target="../tags/tag168.xml"/><Relationship Id="rId4" Type="http://schemas.openxmlformats.org/officeDocument/2006/relationships/tags" Target="../tags/tag153.xml"/><Relationship Id="rId9" Type="http://schemas.openxmlformats.org/officeDocument/2006/relationships/tags" Target="../tags/tag158.xml"/><Relationship Id="rId14" Type="http://schemas.openxmlformats.org/officeDocument/2006/relationships/tags" Target="../tags/tag163.xml"/><Relationship Id="rId22" Type="http://schemas.openxmlformats.org/officeDocument/2006/relationships/tags" Target="../tags/tag171.xml"/><Relationship Id="rId27" Type="http://schemas.openxmlformats.org/officeDocument/2006/relationships/tags" Target="../tags/tag176.xml"/><Relationship Id="rId30" Type="http://schemas.openxmlformats.org/officeDocument/2006/relationships/notesSlide" Target="../notesSlides/notesSlide16.xml"/></Relationships>
</file>

<file path=ppt/slides/_rels/slide35.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tags" Target="../tags/tag195.xml"/><Relationship Id="rId26" Type="http://schemas.openxmlformats.org/officeDocument/2006/relationships/tags" Target="../tags/tag203.xml"/><Relationship Id="rId3" Type="http://schemas.openxmlformats.org/officeDocument/2006/relationships/tags" Target="../tags/tag180.xml"/><Relationship Id="rId21" Type="http://schemas.openxmlformats.org/officeDocument/2006/relationships/tags" Target="../tags/tag198.xml"/><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tags" Target="../tags/tag194.xml"/><Relationship Id="rId25" Type="http://schemas.openxmlformats.org/officeDocument/2006/relationships/tags" Target="../tags/tag202.xml"/><Relationship Id="rId2" Type="http://schemas.openxmlformats.org/officeDocument/2006/relationships/tags" Target="../tags/tag179.xml"/><Relationship Id="rId16" Type="http://schemas.openxmlformats.org/officeDocument/2006/relationships/tags" Target="../tags/tag193.xml"/><Relationship Id="rId20" Type="http://schemas.openxmlformats.org/officeDocument/2006/relationships/tags" Target="../tags/tag197.xml"/><Relationship Id="rId29" Type="http://schemas.openxmlformats.org/officeDocument/2006/relationships/notesSlide" Target="../notesSlides/notesSlide17.xml"/><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tags" Target="../tags/tag201.xml"/><Relationship Id="rId5" Type="http://schemas.openxmlformats.org/officeDocument/2006/relationships/tags" Target="../tags/tag182.xml"/><Relationship Id="rId15" Type="http://schemas.openxmlformats.org/officeDocument/2006/relationships/tags" Target="../tags/tag192.xml"/><Relationship Id="rId23" Type="http://schemas.openxmlformats.org/officeDocument/2006/relationships/tags" Target="../tags/tag200.xml"/><Relationship Id="rId28" Type="http://schemas.openxmlformats.org/officeDocument/2006/relationships/slideLayout" Target="../slideLayouts/slideLayout14.xml"/><Relationship Id="rId10" Type="http://schemas.openxmlformats.org/officeDocument/2006/relationships/tags" Target="../tags/tag187.xml"/><Relationship Id="rId19" Type="http://schemas.openxmlformats.org/officeDocument/2006/relationships/tags" Target="../tags/tag196.xml"/><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tags" Target="../tags/tag199.xml"/><Relationship Id="rId27" Type="http://schemas.openxmlformats.org/officeDocument/2006/relationships/tags" Target="../tags/tag204.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16.xml"/><Relationship Id="rId5" Type="http://schemas.microsoft.com/office/2007/relationships/hdphoto" Target="../media/hdphoto2.wdp"/><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8" Type="http://schemas.openxmlformats.org/officeDocument/2006/relationships/tags" Target="../tags/tag212.xml"/><Relationship Id="rId13" Type="http://schemas.openxmlformats.org/officeDocument/2006/relationships/tags" Target="../tags/tag217.xml"/><Relationship Id="rId18" Type="http://schemas.openxmlformats.org/officeDocument/2006/relationships/tags" Target="../tags/tag222.xml"/><Relationship Id="rId3" Type="http://schemas.openxmlformats.org/officeDocument/2006/relationships/tags" Target="../tags/tag207.xml"/><Relationship Id="rId21" Type="http://schemas.openxmlformats.org/officeDocument/2006/relationships/notesSlide" Target="../notesSlides/notesSlide19.xml"/><Relationship Id="rId7" Type="http://schemas.openxmlformats.org/officeDocument/2006/relationships/tags" Target="../tags/tag211.xml"/><Relationship Id="rId12" Type="http://schemas.openxmlformats.org/officeDocument/2006/relationships/tags" Target="../tags/tag216.xml"/><Relationship Id="rId17" Type="http://schemas.openxmlformats.org/officeDocument/2006/relationships/tags" Target="../tags/tag221.xml"/><Relationship Id="rId2" Type="http://schemas.openxmlformats.org/officeDocument/2006/relationships/tags" Target="../tags/tag206.xml"/><Relationship Id="rId16" Type="http://schemas.openxmlformats.org/officeDocument/2006/relationships/tags" Target="../tags/tag220.xml"/><Relationship Id="rId20" Type="http://schemas.openxmlformats.org/officeDocument/2006/relationships/slideLayout" Target="../slideLayouts/slideLayout14.xml"/><Relationship Id="rId1" Type="http://schemas.openxmlformats.org/officeDocument/2006/relationships/tags" Target="../tags/tag205.xml"/><Relationship Id="rId6" Type="http://schemas.openxmlformats.org/officeDocument/2006/relationships/tags" Target="../tags/tag210.xml"/><Relationship Id="rId11" Type="http://schemas.openxmlformats.org/officeDocument/2006/relationships/tags" Target="../tags/tag215.xml"/><Relationship Id="rId5" Type="http://schemas.openxmlformats.org/officeDocument/2006/relationships/tags" Target="../tags/tag209.xml"/><Relationship Id="rId15" Type="http://schemas.openxmlformats.org/officeDocument/2006/relationships/tags" Target="../tags/tag219.xml"/><Relationship Id="rId10" Type="http://schemas.openxmlformats.org/officeDocument/2006/relationships/tags" Target="../tags/tag214.xml"/><Relationship Id="rId19" Type="http://schemas.openxmlformats.org/officeDocument/2006/relationships/tags" Target="../tags/tag223.xml"/><Relationship Id="rId4" Type="http://schemas.openxmlformats.org/officeDocument/2006/relationships/tags" Target="../tags/tag208.xml"/><Relationship Id="rId9" Type="http://schemas.openxmlformats.org/officeDocument/2006/relationships/tags" Target="../tags/tag213.xml"/><Relationship Id="rId14" Type="http://schemas.openxmlformats.org/officeDocument/2006/relationships/tags" Target="../tags/tag21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6.xml"/><Relationship Id="rId1" Type="http://schemas.openxmlformats.org/officeDocument/2006/relationships/tags" Target="../tags/tag224.xml"/><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8" Type="http://schemas.openxmlformats.org/officeDocument/2006/relationships/tags" Target="../tags/tag232.xml"/><Relationship Id="rId13" Type="http://schemas.openxmlformats.org/officeDocument/2006/relationships/tags" Target="../tags/tag237.xml"/><Relationship Id="rId18" Type="http://schemas.openxmlformats.org/officeDocument/2006/relationships/tags" Target="../tags/tag242.xml"/><Relationship Id="rId3" Type="http://schemas.openxmlformats.org/officeDocument/2006/relationships/tags" Target="../tags/tag227.xml"/><Relationship Id="rId21" Type="http://schemas.openxmlformats.org/officeDocument/2006/relationships/notesSlide" Target="../notesSlides/notesSlide21.xml"/><Relationship Id="rId7" Type="http://schemas.openxmlformats.org/officeDocument/2006/relationships/tags" Target="../tags/tag231.xml"/><Relationship Id="rId12" Type="http://schemas.openxmlformats.org/officeDocument/2006/relationships/tags" Target="../tags/tag236.xml"/><Relationship Id="rId17" Type="http://schemas.openxmlformats.org/officeDocument/2006/relationships/tags" Target="../tags/tag241.xml"/><Relationship Id="rId2" Type="http://schemas.openxmlformats.org/officeDocument/2006/relationships/tags" Target="../tags/tag226.xml"/><Relationship Id="rId16" Type="http://schemas.openxmlformats.org/officeDocument/2006/relationships/tags" Target="../tags/tag240.xml"/><Relationship Id="rId20" Type="http://schemas.openxmlformats.org/officeDocument/2006/relationships/slideLayout" Target="../slideLayouts/slideLayout14.xml"/><Relationship Id="rId1" Type="http://schemas.openxmlformats.org/officeDocument/2006/relationships/tags" Target="../tags/tag225.xml"/><Relationship Id="rId6" Type="http://schemas.openxmlformats.org/officeDocument/2006/relationships/tags" Target="../tags/tag230.xml"/><Relationship Id="rId11" Type="http://schemas.openxmlformats.org/officeDocument/2006/relationships/tags" Target="../tags/tag235.xml"/><Relationship Id="rId5" Type="http://schemas.openxmlformats.org/officeDocument/2006/relationships/tags" Target="../tags/tag229.xml"/><Relationship Id="rId15" Type="http://schemas.openxmlformats.org/officeDocument/2006/relationships/tags" Target="../tags/tag239.xml"/><Relationship Id="rId10" Type="http://schemas.openxmlformats.org/officeDocument/2006/relationships/tags" Target="../tags/tag234.xml"/><Relationship Id="rId19" Type="http://schemas.openxmlformats.org/officeDocument/2006/relationships/tags" Target="../tags/tag243.xml"/><Relationship Id="rId4" Type="http://schemas.openxmlformats.org/officeDocument/2006/relationships/tags" Target="../tags/tag228.xml"/><Relationship Id="rId9" Type="http://schemas.openxmlformats.org/officeDocument/2006/relationships/tags" Target="../tags/tag233.xml"/><Relationship Id="rId14" Type="http://schemas.openxmlformats.org/officeDocument/2006/relationships/tags" Target="../tags/tag238.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Freeform: Shape 9"/>
          <p:cNvSpPr/>
          <p:nvPr/>
        </p:nvSpPr>
        <p:spPr>
          <a:xfrm rot="16200000" flipH="1">
            <a:off x="-269365" y="-1122430"/>
            <a:ext cx="1119032" cy="3112840"/>
          </a:xfrm>
          <a:custGeom>
            <a:avLst/>
            <a:gdLst>
              <a:gd name="connsiteX0" fmla="*/ 0 w 1189942"/>
              <a:gd name="connsiteY0" fmla="*/ 0 h 2524513"/>
              <a:gd name="connsiteX1" fmla="*/ 175601 w 1189942"/>
              <a:gd name="connsiteY1" fmla="*/ 17702 h 2524513"/>
              <a:gd name="connsiteX2" fmla="*/ 1189942 w 1189942"/>
              <a:gd name="connsiteY2" fmla="*/ 1262256 h 2524513"/>
              <a:gd name="connsiteX3" fmla="*/ 175601 w 1189942"/>
              <a:gd name="connsiteY3" fmla="*/ 2506811 h 2524513"/>
              <a:gd name="connsiteX4" fmla="*/ 0 w 1189942"/>
              <a:gd name="connsiteY4" fmla="*/ 2524513 h 25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942" h="2524513">
                <a:moveTo>
                  <a:pt x="0" y="0"/>
                </a:moveTo>
                <a:lnTo>
                  <a:pt x="175601" y="17702"/>
                </a:lnTo>
                <a:cubicBezTo>
                  <a:pt x="754484" y="136158"/>
                  <a:pt x="1189942" y="648354"/>
                  <a:pt x="1189942" y="1262256"/>
                </a:cubicBezTo>
                <a:cubicBezTo>
                  <a:pt x="1189942" y="1876159"/>
                  <a:pt x="754484" y="2388354"/>
                  <a:pt x="175601" y="2506811"/>
                </a:cubicBezTo>
                <a:lnTo>
                  <a:pt x="0" y="2524513"/>
                </a:lnTo>
                <a:close/>
              </a:path>
            </a:pathLst>
          </a:custGeom>
          <a:gradFill>
            <a:gsLst>
              <a:gs pos="44000">
                <a:srgbClr val="ED9184">
                  <a:alpha val="0"/>
                </a:srgbClr>
              </a:gs>
              <a:gs pos="100000">
                <a:srgbClr val="D07C98">
                  <a:alpha val="50000"/>
                </a:srgbClr>
              </a:gs>
            </a:gsLst>
            <a:path path="circle">
              <a:fillToRect l="50000" t="-80000" r="50000" b="180000"/>
            </a:path>
          </a:gradFill>
          <a:ln>
            <a:noFill/>
          </a:ln>
          <a:effectLst>
            <a:outerShdw blurRad="1270000" dist="6223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85" name="Freeform: Shape 9"/>
          <p:cNvSpPr/>
          <p:nvPr/>
        </p:nvSpPr>
        <p:spPr>
          <a:xfrm rot="16200000" flipH="1">
            <a:off x="375378" y="-814926"/>
            <a:ext cx="629091" cy="2064399"/>
          </a:xfrm>
          <a:custGeom>
            <a:avLst/>
            <a:gdLst>
              <a:gd name="connsiteX0" fmla="*/ 0 w 1189942"/>
              <a:gd name="connsiteY0" fmla="*/ 0 h 2524513"/>
              <a:gd name="connsiteX1" fmla="*/ 175601 w 1189942"/>
              <a:gd name="connsiteY1" fmla="*/ 17702 h 2524513"/>
              <a:gd name="connsiteX2" fmla="*/ 1189942 w 1189942"/>
              <a:gd name="connsiteY2" fmla="*/ 1262256 h 2524513"/>
              <a:gd name="connsiteX3" fmla="*/ 175601 w 1189942"/>
              <a:gd name="connsiteY3" fmla="*/ 2506811 h 2524513"/>
              <a:gd name="connsiteX4" fmla="*/ 0 w 1189942"/>
              <a:gd name="connsiteY4" fmla="*/ 2524513 h 25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942" h="2524513">
                <a:moveTo>
                  <a:pt x="0" y="0"/>
                </a:moveTo>
                <a:lnTo>
                  <a:pt x="175601" y="17702"/>
                </a:lnTo>
                <a:cubicBezTo>
                  <a:pt x="754484" y="136158"/>
                  <a:pt x="1189942" y="648354"/>
                  <a:pt x="1189942" y="1262256"/>
                </a:cubicBezTo>
                <a:cubicBezTo>
                  <a:pt x="1189942" y="1876159"/>
                  <a:pt x="754484" y="2388354"/>
                  <a:pt x="175601" y="2506811"/>
                </a:cubicBezTo>
                <a:lnTo>
                  <a:pt x="0" y="2524513"/>
                </a:lnTo>
                <a:close/>
              </a:path>
            </a:pathLst>
          </a:custGeom>
          <a:gradFill>
            <a:gsLst>
              <a:gs pos="44000">
                <a:srgbClr val="ED9184">
                  <a:alpha val="0"/>
                </a:srgbClr>
              </a:gs>
              <a:gs pos="100000">
                <a:srgbClr val="D07C98">
                  <a:alpha val="50000"/>
                </a:srgbClr>
              </a:gs>
            </a:gsLst>
            <a:path path="circle">
              <a:fillToRect l="50000" t="-80000" r="50000" b="180000"/>
            </a:path>
          </a:gradFill>
          <a:ln>
            <a:noFill/>
          </a:ln>
          <a:effectLst>
            <a:outerShdw blurRad="1270000" dist="6223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86" name="PA-Freeform: Shape 8"/>
          <p:cNvSpPr/>
          <p:nvPr>
            <p:custDataLst>
              <p:tags r:id="rId1"/>
            </p:custDataLst>
          </p:nvPr>
        </p:nvSpPr>
        <p:spPr>
          <a:xfrm flipH="1">
            <a:off x="9193347" y="5116523"/>
            <a:ext cx="3238349" cy="2077637"/>
          </a:xfrm>
          <a:custGeom>
            <a:avLst/>
            <a:gdLst>
              <a:gd name="connsiteX0" fmla="*/ 0 w 3816138"/>
              <a:gd name="connsiteY0" fmla="*/ 0 h 3981450"/>
              <a:gd name="connsiteX1" fmla="*/ 3238500 w 3816138"/>
              <a:gd name="connsiteY1" fmla="*/ 1809750 h 3981450"/>
              <a:gd name="connsiteX2" fmla="*/ 3657600 w 3816138"/>
              <a:gd name="connsiteY2" fmla="*/ 3981450 h 3981450"/>
              <a:gd name="connsiteX3" fmla="*/ 38100 w 3816138"/>
              <a:gd name="connsiteY3" fmla="*/ 3962400 h 3981450"/>
              <a:gd name="connsiteX4" fmla="*/ 0 w 3816138"/>
              <a:gd name="connsiteY4" fmla="*/ 0 h 3981450"/>
              <a:gd name="connsiteX0-1" fmla="*/ 0 w 3816138"/>
              <a:gd name="connsiteY0-2" fmla="*/ 0 h 3981450"/>
              <a:gd name="connsiteX1-3" fmla="*/ 3238500 w 3816138"/>
              <a:gd name="connsiteY1-4" fmla="*/ 1809750 h 3981450"/>
              <a:gd name="connsiteX2-5" fmla="*/ 3657600 w 3816138"/>
              <a:gd name="connsiteY2-6" fmla="*/ 3981450 h 3981450"/>
              <a:gd name="connsiteX3-7" fmla="*/ 38100 w 3816138"/>
              <a:gd name="connsiteY3-8" fmla="*/ 3962400 h 3981450"/>
              <a:gd name="connsiteX4-9" fmla="*/ 0 w 3816138"/>
              <a:gd name="connsiteY4-10" fmla="*/ 0 h 3981450"/>
              <a:gd name="connsiteX0-11" fmla="*/ 0 w 3876554"/>
              <a:gd name="connsiteY0-12" fmla="*/ 0 h 3981450"/>
              <a:gd name="connsiteX1-13" fmla="*/ 3409950 w 3876554"/>
              <a:gd name="connsiteY1-14" fmla="*/ 2076450 h 3981450"/>
              <a:gd name="connsiteX2-15" fmla="*/ 3657600 w 3876554"/>
              <a:gd name="connsiteY2-16" fmla="*/ 3981450 h 3981450"/>
              <a:gd name="connsiteX3-17" fmla="*/ 38100 w 3876554"/>
              <a:gd name="connsiteY3-18" fmla="*/ 3962400 h 3981450"/>
              <a:gd name="connsiteX4-19" fmla="*/ 0 w 3876554"/>
              <a:gd name="connsiteY4-20" fmla="*/ 0 h 3981450"/>
              <a:gd name="connsiteX0-21" fmla="*/ 0 w 3916378"/>
              <a:gd name="connsiteY0-22" fmla="*/ 0 h 3981450"/>
              <a:gd name="connsiteX1-23" fmla="*/ 3409950 w 3916378"/>
              <a:gd name="connsiteY1-24" fmla="*/ 2076450 h 3981450"/>
              <a:gd name="connsiteX2-25" fmla="*/ 3657600 w 3916378"/>
              <a:gd name="connsiteY2-26" fmla="*/ 3981450 h 3981450"/>
              <a:gd name="connsiteX3-27" fmla="*/ 38100 w 3916378"/>
              <a:gd name="connsiteY3-28" fmla="*/ 3962400 h 3981450"/>
              <a:gd name="connsiteX4-29" fmla="*/ 0 w 3916378"/>
              <a:gd name="connsiteY4-30" fmla="*/ 0 h 3981450"/>
              <a:gd name="connsiteX0-31" fmla="*/ 0 w 3873335"/>
              <a:gd name="connsiteY0-32" fmla="*/ 0 h 3981450"/>
              <a:gd name="connsiteX1-33" fmla="*/ 3409950 w 3873335"/>
              <a:gd name="connsiteY1-34" fmla="*/ 2076450 h 3981450"/>
              <a:gd name="connsiteX2-35" fmla="*/ 3657600 w 3873335"/>
              <a:gd name="connsiteY2-36" fmla="*/ 3981450 h 3981450"/>
              <a:gd name="connsiteX3-37" fmla="*/ 38100 w 3873335"/>
              <a:gd name="connsiteY3-38" fmla="*/ 3962400 h 3981450"/>
              <a:gd name="connsiteX4-39" fmla="*/ 0 w 3873335"/>
              <a:gd name="connsiteY4-40" fmla="*/ 0 h 3981450"/>
              <a:gd name="connsiteX0-41" fmla="*/ 0 w 3786126"/>
              <a:gd name="connsiteY0-42" fmla="*/ 0 h 3981450"/>
              <a:gd name="connsiteX1-43" fmla="*/ 3409950 w 3786126"/>
              <a:gd name="connsiteY1-44" fmla="*/ 2076450 h 3981450"/>
              <a:gd name="connsiteX2-45" fmla="*/ 3657600 w 3786126"/>
              <a:gd name="connsiteY2-46" fmla="*/ 3981450 h 3981450"/>
              <a:gd name="connsiteX3-47" fmla="*/ 38100 w 3786126"/>
              <a:gd name="connsiteY3-48" fmla="*/ 3962400 h 3981450"/>
              <a:gd name="connsiteX4-49" fmla="*/ 0 w 3786126"/>
              <a:gd name="connsiteY4-50" fmla="*/ 0 h 3981450"/>
              <a:gd name="connsiteX0-51" fmla="*/ 0 w 3786126"/>
              <a:gd name="connsiteY0-52" fmla="*/ 0 h 3981450"/>
              <a:gd name="connsiteX1-53" fmla="*/ 3409950 w 3786126"/>
              <a:gd name="connsiteY1-54" fmla="*/ 2076450 h 3981450"/>
              <a:gd name="connsiteX2-55" fmla="*/ 3657600 w 3786126"/>
              <a:gd name="connsiteY2-56" fmla="*/ 3981450 h 3981450"/>
              <a:gd name="connsiteX3-57" fmla="*/ 0 w 3786126"/>
              <a:gd name="connsiteY3-58" fmla="*/ 3981450 h 3981450"/>
              <a:gd name="connsiteX4-59" fmla="*/ 0 w 3786126"/>
              <a:gd name="connsiteY4-60" fmla="*/ 0 h 3981450"/>
              <a:gd name="connsiteX0-61" fmla="*/ 0 w 3786126"/>
              <a:gd name="connsiteY0-62" fmla="*/ 0 h 3981450"/>
              <a:gd name="connsiteX1-63" fmla="*/ 3409950 w 3786126"/>
              <a:gd name="connsiteY1-64" fmla="*/ 2076450 h 3981450"/>
              <a:gd name="connsiteX2-65" fmla="*/ 3657600 w 3786126"/>
              <a:gd name="connsiteY2-66" fmla="*/ 3981450 h 3981450"/>
              <a:gd name="connsiteX3-67" fmla="*/ 0 w 3786126"/>
              <a:gd name="connsiteY3-68" fmla="*/ 3981450 h 3981450"/>
              <a:gd name="connsiteX4-69" fmla="*/ 0 w 3786126"/>
              <a:gd name="connsiteY4-70" fmla="*/ 0 h 3981450"/>
              <a:gd name="connsiteX0-71" fmla="*/ 0 w 3786126"/>
              <a:gd name="connsiteY0-72" fmla="*/ 0 h 3981450"/>
              <a:gd name="connsiteX1-73" fmla="*/ 3409950 w 3786126"/>
              <a:gd name="connsiteY1-74" fmla="*/ 2076450 h 3981450"/>
              <a:gd name="connsiteX2-75" fmla="*/ 3657600 w 3786126"/>
              <a:gd name="connsiteY2-76" fmla="*/ 3981450 h 3981450"/>
              <a:gd name="connsiteX3-77" fmla="*/ 0 w 3786126"/>
              <a:gd name="connsiteY3-78" fmla="*/ 3981450 h 3981450"/>
              <a:gd name="connsiteX4-79" fmla="*/ 0 w 3786126"/>
              <a:gd name="connsiteY4-80" fmla="*/ 0 h 3981450"/>
              <a:gd name="connsiteX0-81" fmla="*/ 0 w 4032226"/>
              <a:gd name="connsiteY0-82" fmla="*/ 0 h 4003693"/>
              <a:gd name="connsiteX1-83" fmla="*/ 3409950 w 4032226"/>
              <a:gd name="connsiteY1-84" fmla="*/ 2076450 h 4003693"/>
              <a:gd name="connsiteX2-85" fmla="*/ 3943350 w 4032226"/>
              <a:gd name="connsiteY2-86" fmla="*/ 4003693 h 4003693"/>
              <a:gd name="connsiteX3-87" fmla="*/ 0 w 4032226"/>
              <a:gd name="connsiteY3-88" fmla="*/ 3981450 h 4003693"/>
              <a:gd name="connsiteX4-89" fmla="*/ 0 w 4032226"/>
              <a:gd name="connsiteY4-90" fmla="*/ 0 h 4003693"/>
              <a:gd name="connsiteX0-91" fmla="*/ 0 w 3948509"/>
              <a:gd name="connsiteY0-92" fmla="*/ 0 h 4003693"/>
              <a:gd name="connsiteX1-93" fmla="*/ 3409950 w 3948509"/>
              <a:gd name="connsiteY1-94" fmla="*/ 2076450 h 4003693"/>
              <a:gd name="connsiteX2-95" fmla="*/ 3943350 w 3948509"/>
              <a:gd name="connsiteY2-96" fmla="*/ 4003693 h 4003693"/>
              <a:gd name="connsiteX3-97" fmla="*/ 0 w 3948509"/>
              <a:gd name="connsiteY3-98" fmla="*/ 3981450 h 4003693"/>
              <a:gd name="connsiteX4-99" fmla="*/ 0 w 3948509"/>
              <a:gd name="connsiteY4-100" fmla="*/ 0 h 4003693"/>
              <a:gd name="connsiteX0-101" fmla="*/ 0 w 3943350"/>
              <a:gd name="connsiteY0-102" fmla="*/ 0 h 4003693"/>
              <a:gd name="connsiteX1-103" fmla="*/ 3333750 w 3943350"/>
              <a:gd name="connsiteY1-104" fmla="*/ 1942994 h 4003693"/>
              <a:gd name="connsiteX2-105" fmla="*/ 3943350 w 3943350"/>
              <a:gd name="connsiteY2-106" fmla="*/ 4003693 h 4003693"/>
              <a:gd name="connsiteX3-107" fmla="*/ 0 w 3943350"/>
              <a:gd name="connsiteY3-108" fmla="*/ 3981450 h 4003693"/>
              <a:gd name="connsiteX4-109" fmla="*/ 0 w 3943350"/>
              <a:gd name="connsiteY4-110" fmla="*/ 0 h 4003693"/>
              <a:gd name="connsiteX0-111" fmla="*/ 0 w 4152900"/>
              <a:gd name="connsiteY0-112" fmla="*/ 0 h 3981450"/>
              <a:gd name="connsiteX1-113" fmla="*/ 3333750 w 4152900"/>
              <a:gd name="connsiteY1-114" fmla="*/ 1942994 h 3981450"/>
              <a:gd name="connsiteX2-115" fmla="*/ 4152900 w 4152900"/>
              <a:gd name="connsiteY2-116" fmla="*/ 3981450 h 3981450"/>
              <a:gd name="connsiteX3-117" fmla="*/ 0 w 4152900"/>
              <a:gd name="connsiteY3-118" fmla="*/ 3981450 h 3981450"/>
              <a:gd name="connsiteX4-119" fmla="*/ 0 w 4152900"/>
              <a:gd name="connsiteY4-120" fmla="*/ 0 h 3981450"/>
              <a:gd name="connsiteX0-121" fmla="*/ 0 w 4152900"/>
              <a:gd name="connsiteY0-122" fmla="*/ 0 h 3981450"/>
              <a:gd name="connsiteX1-123" fmla="*/ 3333750 w 4152900"/>
              <a:gd name="connsiteY1-124" fmla="*/ 1942994 h 3981450"/>
              <a:gd name="connsiteX2-125" fmla="*/ 4152900 w 4152900"/>
              <a:gd name="connsiteY2-126" fmla="*/ 3981450 h 3981450"/>
              <a:gd name="connsiteX3-127" fmla="*/ 0 w 4152900"/>
              <a:gd name="connsiteY3-128" fmla="*/ 3981450 h 3981450"/>
              <a:gd name="connsiteX4-129" fmla="*/ 0 w 4152900"/>
              <a:gd name="connsiteY4-130" fmla="*/ 0 h 3981450"/>
              <a:gd name="connsiteX0-131" fmla="*/ 0 w 4152900"/>
              <a:gd name="connsiteY0-132" fmla="*/ 0 h 3981450"/>
              <a:gd name="connsiteX1-133" fmla="*/ 3200400 w 4152900"/>
              <a:gd name="connsiteY1-134" fmla="*/ 1720566 h 3981450"/>
              <a:gd name="connsiteX2-135" fmla="*/ 4152900 w 4152900"/>
              <a:gd name="connsiteY2-136" fmla="*/ 3981450 h 3981450"/>
              <a:gd name="connsiteX3-137" fmla="*/ 0 w 4152900"/>
              <a:gd name="connsiteY3-138" fmla="*/ 3981450 h 3981450"/>
              <a:gd name="connsiteX4-139" fmla="*/ 0 w 4152900"/>
              <a:gd name="connsiteY4-140" fmla="*/ 0 h 3981450"/>
              <a:gd name="connsiteX0-141" fmla="*/ 0 w 4152900"/>
              <a:gd name="connsiteY0-142" fmla="*/ 0 h 3981450"/>
              <a:gd name="connsiteX1-143" fmla="*/ 3200400 w 4152900"/>
              <a:gd name="connsiteY1-144" fmla="*/ 1720566 h 3981450"/>
              <a:gd name="connsiteX2-145" fmla="*/ 4152900 w 4152900"/>
              <a:gd name="connsiteY2-146" fmla="*/ 3981450 h 3981450"/>
              <a:gd name="connsiteX3-147" fmla="*/ 0 w 4152900"/>
              <a:gd name="connsiteY3-148" fmla="*/ 3981450 h 3981450"/>
              <a:gd name="connsiteX4-149" fmla="*/ 0 w 4152900"/>
              <a:gd name="connsiteY4-150" fmla="*/ 0 h 39814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152900" h="3981450">
                <a:moveTo>
                  <a:pt x="0" y="0"/>
                </a:moveTo>
                <a:cubicBezTo>
                  <a:pt x="762000" y="1189072"/>
                  <a:pt x="2584450" y="1190447"/>
                  <a:pt x="3200400" y="1720566"/>
                </a:cubicBezTo>
                <a:cubicBezTo>
                  <a:pt x="3816350" y="2250685"/>
                  <a:pt x="3971925" y="2641175"/>
                  <a:pt x="4152900" y="3981450"/>
                </a:cubicBezTo>
                <a:lnTo>
                  <a:pt x="0" y="3981450"/>
                </a:lnTo>
                <a:lnTo>
                  <a:pt x="0" y="0"/>
                </a:lnTo>
                <a:close/>
              </a:path>
            </a:pathLst>
          </a:custGeom>
          <a:gradFill>
            <a:gsLst>
              <a:gs pos="0">
                <a:srgbClr val="EFC879">
                  <a:alpha val="0"/>
                </a:srgbClr>
              </a:gs>
              <a:gs pos="100000">
                <a:srgbClr val="AF1E22">
                  <a:alpha val="0"/>
                </a:srgbClr>
              </a:gs>
              <a:gs pos="60000">
                <a:srgbClr val="D07C98">
                  <a:alpha val="15000"/>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4" name="文本框 13"/>
          <p:cNvSpPr txBox="1"/>
          <p:nvPr/>
        </p:nvSpPr>
        <p:spPr>
          <a:xfrm>
            <a:off x="3895724" y="2908"/>
            <a:ext cx="4357370" cy="768350"/>
          </a:xfrm>
          <a:prstGeom prst="rect">
            <a:avLst/>
          </a:prstGeom>
          <a:noFill/>
        </p:spPr>
        <p:txBody>
          <a:bodyPr wrap="square" rtlCol="0">
            <a:spAutoFit/>
          </a:bodyPr>
          <a:lstStyle/>
          <a:p>
            <a:pPr algn="ctr"/>
            <a:r>
              <a:rPr lang="zh-CN" altLang="en-US" sz="4400" dirty="0">
                <a:solidFill>
                  <a:srgbClr val="C80F19"/>
                </a:solidFill>
                <a:latin typeface="华文新魏" panose="02010800040101010101" pitchFamily="2" charset="-122"/>
                <a:ea typeface="华文新魏" panose="02010800040101010101" pitchFamily="2" charset="-122"/>
              </a:rPr>
              <a:t>课程目录</a:t>
            </a:r>
          </a:p>
        </p:txBody>
      </p:sp>
      <p:cxnSp>
        <p:nvCxnSpPr>
          <p:cNvPr id="16" name="直接连接符 91"/>
          <p:cNvCxnSpPr/>
          <p:nvPr/>
        </p:nvCxnSpPr>
        <p:spPr>
          <a:xfrm>
            <a:off x="2148522" y="774105"/>
            <a:ext cx="7894955"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82093" y="986917"/>
            <a:ext cx="11784632" cy="6447155"/>
          </a:xfrm>
          <a:prstGeom prst="rect">
            <a:avLst/>
          </a:prstGeom>
          <a:noFill/>
        </p:spPr>
        <p:txBody>
          <a:bodyPr wrap="square" rtlCol="0">
            <a:spAutoFit/>
          </a:bodyPr>
          <a:lstStyle/>
          <a:p>
            <a:pPr>
              <a:lnSpc>
                <a:spcPts val="2280"/>
              </a:lnSpc>
            </a:pPr>
            <a:r>
              <a:rPr lang="zh-CN" altLang="en-US" sz="2400" b="1" dirty="0">
                <a:solidFill>
                  <a:srgbClr val="FF0000"/>
                </a:solidFill>
                <a:latin typeface="微软雅黑" panose="020B0503020204020204" charset="-122"/>
                <a:ea typeface="微软雅黑" panose="020B0503020204020204" charset="-122"/>
              </a:rPr>
              <a:t>         </a:t>
            </a:r>
            <a:r>
              <a:rPr lang="zh-CN" altLang="en-US" sz="2800" b="1" dirty="0">
                <a:solidFill>
                  <a:srgbClr val="FF0000"/>
                </a:solidFill>
                <a:latin typeface="华文新魏" panose="02010800040101010101" pitchFamily="2" charset="-122"/>
                <a:ea typeface="华文新魏" panose="02010800040101010101" pitchFamily="2" charset="-122"/>
              </a:rPr>
              <a:t>导论</a:t>
            </a:r>
            <a:endParaRPr lang="en-US" altLang="zh-CN" sz="2800" b="1" dirty="0">
              <a:solidFill>
                <a:srgbClr val="FF0000"/>
              </a:solidFill>
              <a:latin typeface="华文新魏" panose="02010800040101010101" pitchFamily="2" charset="-122"/>
              <a:ea typeface="华文新魏" panose="02010800040101010101" pitchFamily="2" charset="-122"/>
            </a:endParaRPr>
          </a:p>
          <a:p>
            <a:pPr algn="ctr">
              <a:lnSpc>
                <a:spcPts val="2280"/>
              </a:lnSpc>
            </a:pPr>
            <a:endParaRPr lang="en-US" altLang="zh-CN" sz="2800" b="1" dirty="0">
              <a:solidFill>
                <a:srgbClr val="FF0000"/>
              </a:solidFill>
              <a:latin typeface="华文新魏" panose="02010800040101010101" pitchFamily="2" charset="-122"/>
              <a:ea typeface="华文新魏" panose="02010800040101010101" pitchFamily="2" charset="-122"/>
            </a:endParaRPr>
          </a:p>
          <a:p>
            <a:pPr>
              <a:lnSpc>
                <a:spcPts val="2280"/>
              </a:lnSpc>
            </a:pPr>
            <a:r>
              <a:rPr lang="zh-CN" altLang="en-US" sz="2800" b="1" dirty="0">
                <a:solidFill>
                  <a:srgbClr val="FF0000"/>
                </a:solidFill>
                <a:latin typeface="华文新魏" panose="02010800040101010101" pitchFamily="2" charset="-122"/>
                <a:ea typeface="华文新魏" panose="02010800040101010101" pitchFamily="2" charset="-122"/>
              </a:rPr>
              <a:t>          </a:t>
            </a:r>
            <a:endParaRPr lang="en-US" altLang="zh-CN" sz="2800" b="1" dirty="0">
              <a:solidFill>
                <a:srgbClr val="FF0000"/>
              </a:solidFill>
              <a:latin typeface="华文新魏" panose="02010800040101010101" pitchFamily="2" charset="-122"/>
              <a:ea typeface="华文新魏" panose="02010800040101010101" pitchFamily="2" charset="-122"/>
            </a:endParaRPr>
          </a:p>
          <a:p>
            <a:pPr>
              <a:lnSpc>
                <a:spcPts val="2280"/>
              </a:lnSpc>
            </a:pPr>
            <a:r>
              <a:rPr lang="en-US" altLang="zh-CN" sz="2800" b="1" dirty="0">
                <a:solidFill>
                  <a:srgbClr val="FF0000"/>
                </a:solidFill>
                <a:latin typeface="华文新魏" panose="02010800040101010101" pitchFamily="2" charset="-122"/>
                <a:ea typeface="华文新魏" panose="02010800040101010101" pitchFamily="2" charset="-122"/>
              </a:rPr>
              <a:t>           </a:t>
            </a:r>
            <a:r>
              <a:rPr lang="zh-CN" altLang="en-US" sz="2800" b="1" dirty="0">
                <a:solidFill>
                  <a:srgbClr val="FF0000"/>
                </a:solidFill>
                <a:latin typeface="华文新魏" panose="02010800040101010101" pitchFamily="2" charset="-122"/>
                <a:ea typeface="华文新魏" panose="02010800040101010101" pitchFamily="2" charset="-122"/>
              </a:rPr>
              <a:t>第一部分   </a:t>
            </a:r>
            <a:r>
              <a:rPr lang="zh-CN" altLang="en-US" sz="2800" b="1" u="sng" dirty="0">
                <a:solidFill>
                  <a:srgbClr val="FF0000"/>
                </a:solidFill>
                <a:latin typeface="华文新魏" panose="02010800040101010101" pitchFamily="2" charset="-122"/>
                <a:ea typeface="华文新魏" panose="02010800040101010101" pitchFamily="2" charset="-122"/>
              </a:rPr>
              <a:t>中国特色社会主义</a:t>
            </a:r>
            <a:r>
              <a:rPr lang="zh-CN" altLang="en-US" sz="2800" b="1" dirty="0">
                <a:solidFill>
                  <a:srgbClr val="FF0000"/>
                </a:solidFill>
                <a:latin typeface="华文新魏" panose="02010800040101010101" pitchFamily="2" charset="-122"/>
                <a:ea typeface="华文新魏" panose="02010800040101010101" pitchFamily="2" charset="-122"/>
              </a:rPr>
              <a:t>的最新理论成果</a:t>
            </a:r>
            <a:endParaRPr lang="en-US" altLang="zh-CN" sz="2800" b="1" dirty="0">
              <a:solidFill>
                <a:srgbClr val="FF0000"/>
              </a:solidFill>
              <a:latin typeface="华文新魏" panose="02010800040101010101" pitchFamily="2" charset="-122"/>
              <a:ea typeface="华文新魏" panose="02010800040101010101" pitchFamily="2" charset="-122"/>
            </a:endParaRPr>
          </a:p>
          <a:p>
            <a:pPr>
              <a:lnSpc>
                <a:spcPts val="2280"/>
              </a:lnSpc>
            </a:pPr>
            <a:endParaRPr lang="en-US" altLang="zh-CN" sz="2800" b="1" dirty="0">
              <a:solidFill>
                <a:srgbClr val="FF0000"/>
              </a:solidFill>
              <a:latin typeface="华文新魏" panose="02010800040101010101" pitchFamily="2" charset="-122"/>
              <a:ea typeface="华文新魏" panose="02010800040101010101" pitchFamily="2" charset="-122"/>
            </a:endParaRPr>
          </a:p>
          <a:p>
            <a:pPr>
              <a:lnSpc>
                <a:spcPts val="2280"/>
              </a:lnSpc>
            </a:pPr>
            <a:r>
              <a:rPr lang="en-US" altLang="zh-CN" sz="2800" b="1" dirty="0">
                <a:solidFill>
                  <a:srgbClr val="FF0000"/>
                </a:solidFill>
                <a:latin typeface="华文新魏" panose="02010800040101010101" pitchFamily="2" charset="-122"/>
                <a:ea typeface="华文新魏" panose="02010800040101010101" pitchFamily="2" charset="-122"/>
              </a:rPr>
              <a:t>            </a:t>
            </a:r>
            <a:r>
              <a:rPr lang="zh-CN" altLang="en-US" sz="2800" b="1" dirty="0">
                <a:latin typeface="华文新魏" panose="02010800040101010101" pitchFamily="2" charset="-122"/>
                <a:ea typeface="华文新魏" panose="02010800040101010101" pitchFamily="2" charset="-122"/>
              </a:rPr>
              <a:t>第一章  </a:t>
            </a:r>
            <a:r>
              <a:rPr lang="zh-CN" altLang="en-US" sz="2800" b="1" dirty="0">
                <a:highlight>
                  <a:srgbClr val="FFFF00"/>
                </a:highlight>
                <a:latin typeface="华文新魏" panose="02010800040101010101" pitchFamily="2" charset="-122"/>
                <a:ea typeface="华文新魏" panose="02010800040101010101" pitchFamily="2" charset="-122"/>
              </a:rPr>
              <a:t>新时代坚持和发展中国特色社会主义</a:t>
            </a:r>
            <a:endParaRPr lang="en-US" altLang="zh-CN" sz="2800" b="1" dirty="0">
              <a:highlight>
                <a:srgbClr val="FFFF00"/>
              </a:highlight>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a:t>
            </a:r>
            <a:r>
              <a:rPr lang="zh-CN" altLang="en-US" sz="2800" b="1" dirty="0">
                <a:solidFill>
                  <a:schemeClr val="accent1"/>
                </a:solidFill>
                <a:latin typeface="华文新魏" panose="02010800040101010101" pitchFamily="2" charset="-122"/>
                <a:ea typeface="华文新魏" panose="02010800040101010101" pitchFamily="2" charset="-122"/>
              </a:rPr>
              <a:t>科学社会主义的理论逻辑</a:t>
            </a:r>
            <a:r>
              <a:rPr lang="zh-CN" altLang="en-US" sz="2800" b="1" dirty="0">
                <a:latin typeface="华文新魏" panose="02010800040101010101" pitchFamily="2" charset="-122"/>
                <a:ea typeface="华文新魏" panose="02010800040101010101" pitchFamily="2" charset="-122"/>
              </a:rPr>
              <a:t>）</a:t>
            </a:r>
            <a:endParaRPr lang="en-US" altLang="zh-CN" sz="2800" b="1" dirty="0">
              <a:latin typeface="华文新魏" panose="02010800040101010101" pitchFamily="2" charset="-122"/>
              <a:ea typeface="华文新魏" panose="02010800040101010101" pitchFamily="2" charset="-122"/>
            </a:endParaRPr>
          </a:p>
          <a:p>
            <a:pPr>
              <a:lnSpc>
                <a:spcPts val="2280"/>
              </a:lnSpc>
            </a:pPr>
            <a:endParaRPr lang="en-US" altLang="zh-CN" sz="2800" b="1" dirty="0">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            第二章  以中国式现代化全面推进中华民族伟大复兴</a:t>
            </a:r>
            <a:endParaRPr lang="en-US" altLang="zh-CN" sz="2800" b="1" dirty="0">
              <a:latin typeface="华文新魏" panose="02010800040101010101" pitchFamily="2" charset="-122"/>
              <a:ea typeface="华文新魏" panose="02010800040101010101" pitchFamily="2" charset="-122"/>
            </a:endParaRPr>
          </a:p>
          <a:p>
            <a:pPr>
              <a:lnSpc>
                <a:spcPts val="2280"/>
              </a:lnSpc>
            </a:pPr>
            <a:r>
              <a:rPr lang="en-US" altLang="zh-CN" sz="2800" b="1" dirty="0">
                <a:latin typeface="华文新魏" panose="02010800040101010101" pitchFamily="2" charset="-122"/>
                <a:ea typeface="华文新魏" panose="02010800040101010101" pitchFamily="2" charset="-122"/>
              </a:rPr>
              <a:t>   </a:t>
            </a:r>
            <a:r>
              <a:rPr lang="zh-CN" altLang="en-US" sz="2800" b="1" dirty="0">
                <a:latin typeface="华文新魏" panose="02010800040101010101" pitchFamily="2" charset="-122"/>
                <a:ea typeface="华文新魏" panose="02010800040101010101" pitchFamily="2" charset="-122"/>
              </a:rPr>
              <a:t>（</a:t>
            </a:r>
            <a:r>
              <a:rPr lang="zh-CN" altLang="en-US" sz="2800" b="1" dirty="0">
                <a:solidFill>
                  <a:schemeClr val="accent1"/>
                </a:solidFill>
                <a:latin typeface="华文新魏" panose="02010800040101010101" pitchFamily="2" charset="-122"/>
                <a:ea typeface="华文新魏" panose="02010800040101010101" pitchFamily="2" charset="-122"/>
              </a:rPr>
              <a:t>中国社会发展的历史逻辑</a:t>
            </a:r>
            <a:r>
              <a:rPr lang="zh-CN" altLang="en-US" sz="2800" b="1" dirty="0">
                <a:latin typeface="华文新魏" panose="02010800040101010101" pitchFamily="2" charset="-122"/>
                <a:ea typeface="华文新魏" panose="02010800040101010101" pitchFamily="2" charset="-122"/>
              </a:rPr>
              <a:t>）</a:t>
            </a:r>
            <a:endParaRPr lang="en-US" altLang="zh-CN" sz="2800" b="1" dirty="0">
              <a:latin typeface="华文新魏" panose="02010800040101010101" pitchFamily="2" charset="-122"/>
              <a:ea typeface="华文新魏" panose="02010800040101010101" pitchFamily="2" charset="-122"/>
            </a:endParaRPr>
          </a:p>
          <a:p>
            <a:pPr>
              <a:lnSpc>
                <a:spcPts val="2280"/>
              </a:lnSpc>
            </a:pPr>
            <a:endParaRPr lang="en-US" altLang="zh-CN" sz="2800" b="1" dirty="0">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            第三章  坚持党的全面领导</a:t>
            </a:r>
            <a:endParaRPr lang="en-US" altLang="zh-CN" sz="2800" b="1" dirty="0">
              <a:latin typeface="华文新魏" panose="02010800040101010101" pitchFamily="2" charset="-122"/>
              <a:ea typeface="华文新魏" panose="02010800040101010101" pitchFamily="2" charset="-122"/>
            </a:endParaRPr>
          </a:p>
          <a:p>
            <a:pPr>
              <a:lnSpc>
                <a:spcPts val="2280"/>
              </a:lnSpc>
            </a:pPr>
            <a:endParaRPr lang="en-US" altLang="zh-CN" sz="2800" b="1" dirty="0">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            第四章  坚持以人民为中心</a:t>
            </a:r>
            <a:endParaRPr lang="en-US" altLang="zh-CN" sz="2800" b="1" dirty="0">
              <a:latin typeface="华文新魏" panose="02010800040101010101" pitchFamily="2" charset="-122"/>
              <a:ea typeface="华文新魏" panose="02010800040101010101" pitchFamily="2" charset="-122"/>
            </a:endParaRPr>
          </a:p>
          <a:p>
            <a:pPr>
              <a:lnSpc>
                <a:spcPts val="2280"/>
              </a:lnSpc>
            </a:pPr>
            <a:endParaRPr lang="en-US" altLang="zh-CN" sz="2800" b="1" dirty="0">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            第五章  全面深化改革开放</a:t>
            </a:r>
            <a:endParaRPr lang="en-US" altLang="zh-CN" sz="2800" b="1" dirty="0">
              <a:latin typeface="华文新魏" panose="02010800040101010101" pitchFamily="2" charset="-122"/>
              <a:ea typeface="华文新魏" panose="02010800040101010101" pitchFamily="2" charset="-122"/>
            </a:endParaRPr>
          </a:p>
          <a:p>
            <a:pPr>
              <a:lnSpc>
                <a:spcPts val="2280"/>
              </a:lnSpc>
            </a:pPr>
            <a:r>
              <a:rPr lang="zh-CN" altLang="en-US" sz="2400" b="1" dirty="0">
                <a:latin typeface="+mn-ea"/>
              </a:rPr>
              <a:t>         </a:t>
            </a:r>
            <a:endParaRPr lang="en-US" altLang="zh-CN" sz="2400" b="1" dirty="0">
              <a:latin typeface="+mn-ea"/>
            </a:endParaRPr>
          </a:p>
          <a:p>
            <a:pPr>
              <a:lnSpc>
                <a:spcPts val="2280"/>
              </a:lnSpc>
            </a:pPr>
            <a:r>
              <a:rPr lang="en-US" altLang="zh-CN" sz="2400" b="1" dirty="0">
                <a:latin typeface="+mn-ea"/>
              </a:rPr>
              <a:t>           </a:t>
            </a:r>
          </a:p>
          <a:p>
            <a:pPr>
              <a:lnSpc>
                <a:spcPts val="2280"/>
              </a:lnSpc>
            </a:pPr>
            <a:r>
              <a:rPr lang="zh-CN" altLang="en-US" sz="2400" b="1" dirty="0">
                <a:latin typeface="+mn-ea"/>
              </a:rPr>
              <a:t>          </a:t>
            </a:r>
          </a:p>
          <a:p>
            <a:pPr algn="ctr">
              <a:lnSpc>
                <a:spcPts val="2080"/>
              </a:lnSpc>
            </a:pPr>
            <a:endParaRPr lang="zh-CN" altLang="en-US" sz="2400" b="1" dirty="0">
              <a:latin typeface="微软雅黑" panose="020B0503020204020204" charset="-122"/>
              <a:ea typeface="微软雅黑" panose="020B0503020204020204" charset="-122"/>
            </a:endParaRPr>
          </a:p>
          <a:p>
            <a:pPr algn="ctr">
              <a:lnSpc>
                <a:spcPts val="2080"/>
              </a:lnSpc>
            </a:pPr>
            <a:endParaRPr lang="zh-CN" altLang="en-US" sz="2400" dirty="0"/>
          </a:p>
          <a:p>
            <a:pPr>
              <a:lnSpc>
                <a:spcPts val="2080"/>
              </a:lnSpc>
            </a:pPr>
            <a:r>
              <a:rPr kumimoji="1" lang="zh-CN" altLang="en-US" dirty="0"/>
              <a:t> </a:t>
            </a:r>
          </a:p>
        </p:txBody>
      </p:sp>
      <p:sp>
        <p:nvSpPr>
          <p:cNvPr id="7" name="右大括号 6"/>
          <p:cNvSpPr/>
          <p:nvPr/>
        </p:nvSpPr>
        <p:spPr>
          <a:xfrm>
            <a:off x="5815511" y="4142779"/>
            <a:ext cx="108012" cy="133214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文本框 7"/>
          <p:cNvSpPr txBox="1"/>
          <p:nvPr/>
        </p:nvSpPr>
        <p:spPr>
          <a:xfrm>
            <a:off x="6334488" y="4174331"/>
            <a:ext cx="5400600"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zh-CN" altLang="en-US" sz="2800" b="1" dirty="0">
                <a:solidFill>
                  <a:schemeClr val="accent1"/>
                </a:solidFill>
                <a:latin typeface="华文新魏" panose="02010800040101010101" pitchFamily="2" charset="-122"/>
                <a:ea typeface="华文新魏" panose="02010800040101010101" pitchFamily="2" charset="-122"/>
              </a:rPr>
              <a:t>新时代中国特色社会主义的实践逻辑</a:t>
            </a:r>
            <a:endParaRPr lang="en-US" altLang="zh-CN" sz="2800" b="1" dirty="0">
              <a:solidFill>
                <a:schemeClr val="accent1"/>
              </a:solidFill>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1000" fill="hold"/>
                                        <p:tgtEl>
                                          <p:spTgt spid="85"/>
                                        </p:tgtEl>
                                        <p:attrNameLst>
                                          <p:attrName>ppt_x</p:attrName>
                                        </p:attrNameLst>
                                      </p:cBhvr>
                                      <p:tavLst>
                                        <p:tav tm="0">
                                          <p:val>
                                            <p:strVal val="#ppt_x"/>
                                          </p:val>
                                        </p:tav>
                                        <p:tav tm="100000">
                                          <p:val>
                                            <p:strVal val="#ppt_x"/>
                                          </p:val>
                                        </p:tav>
                                      </p:tavLst>
                                    </p:anim>
                                    <p:anim calcmode="lin" valueType="num">
                                      <p:cBhvr additive="base">
                                        <p:cTn id="8" dur="1000" fill="hold"/>
                                        <p:tgtEl>
                                          <p:spTgt spid="8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400"/>
                                  </p:stCondLst>
                                  <p:childTnLst>
                                    <p:set>
                                      <p:cBhvr>
                                        <p:cTn id="10" dur="1" fill="hold">
                                          <p:stCondLst>
                                            <p:cond delay="0"/>
                                          </p:stCondLst>
                                        </p:cTn>
                                        <p:tgtEl>
                                          <p:spTgt spid="107"/>
                                        </p:tgtEl>
                                        <p:attrNameLst>
                                          <p:attrName>style.visibility</p:attrName>
                                        </p:attrNameLst>
                                      </p:cBhvr>
                                      <p:to>
                                        <p:strVal val="visible"/>
                                      </p:to>
                                    </p:set>
                                    <p:anim calcmode="lin" valueType="num">
                                      <p:cBhvr additive="base">
                                        <p:cTn id="11" dur="1000" fill="hold"/>
                                        <p:tgtEl>
                                          <p:spTgt spid="107"/>
                                        </p:tgtEl>
                                        <p:attrNameLst>
                                          <p:attrName>ppt_x</p:attrName>
                                        </p:attrNameLst>
                                      </p:cBhvr>
                                      <p:tavLst>
                                        <p:tav tm="0">
                                          <p:val>
                                            <p:strVal val="#ppt_x"/>
                                          </p:val>
                                        </p:tav>
                                        <p:tav tm="100000">
                                          <p:val>
                                            <p:strVal val="#ppt_x"/>
                                          </p:val>
                                        </p:tav>
                                      </p:tavLst>
                                    </p:anim>
                                    <p:anim calcmode="lin" valueType="num">
                                      <p:cBhvr additive="base">
                                        <p:cTn id="12" dur="1000" fill="hold"/>
                                        <p:tgtEl>
                                          <p:spTgt spid="107"/>
                                        </p:tgtEl>
                                        <p:attrNameLst>
                                          <p:attrName>ppt_y</p:attrName>
                                        </p:attrNameLst>
                                      </p:cBhvr>
                                      <p:tavLst>
                                        <p:tav tm="0">
                                          <p:val>
                                            <p:strVal val="0-#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86"/>
                                        </p:tgtEl>
                                        <p:attrNameLst>
                                          <p:attrName>style.visibility</p:attrName>
                                        </p:attrNameLst>
                                      </p:cBhvr>
                                      <p:to>
                                        <p:strVal val="visible"/>
                                      </p:to>
                                    </p:set>
                                    <p:animEffect transition="in" filter="fade">
                                      <p:cBhvr>
                                        <p:cTn id="15" dur="500"/>
                                        <p:tgtEl>
                                          <p:spTgt spid="86"/>
                                        </p:tgtEl>
                                      </p:cBhvr>
                                    </p:animEffect>
                                  </p:childTnLst>
                                </p:cTn>
                              </p:par>
                            </p:childTnLst>
                          </p:cTn>
                        </p:par>
                        <p:par>
                          <p:cTn id="16" fill="hold">
                            <p:stCondLst>
                              <p:cond delay="1000"/>
                            </p:stCondLst>
                            <p:childTnLst>
                              <p:par>
                                <p:cTn id="17" presetID="16" presetClass="entr" presetSubtype="37"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bldLvl="0" animBg="1"/>
      <p:bldP spid="85" grpId="0" bldLvl="0" animBg="1"/>
      <p:bldP spid="86"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9667209" y="2563117"/>
            <a:ext cx="2189431" cy="707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Freeform: Shape 9"/>
          <p:cNvSpPr/>
          <p:nvPr/>
        </p:nvSpPr>
        <p:spPr>
          <a:xfrm rot="16200000" flipH="1">
            <a:off x="-269365" y="-1122430"/>
            <a:ext cx="1119032" cy="3112840"/>
          </a:xfrm>
          <a:custGeom>
            <a:avLst/>
            <a:gdLst>
              <a:gd name="connsiteX0" fmla="*/ 0 w 1189942"/>
              <a:gd name="connsiteY0" fmla="*/ 0 h 2524513"/>
              <a:gd name="connsiteX1" fmla="*/ 175601 w 1189942"/>
              <a:gd name="connsiteY1" fmla="*/ 17702 h 2524513"/>
              <a:gd name="connsiteX2" fmla="*/ 1189942 w 1189942"/>
              <a:gd name="connsiteY2" fmla="*/ 1262256 h 2524513"/>
              <a:gd name="connsiteX3" fmla="*/ 175601 w 1189942"/>
              <a:gd name="connsiteY3" fmla="*/ 2506811 h 2524513"/>
              <a:gd name="connsiteX4" fmla="*/ 0 w 1189942"/>
              <a:gd name="connsiteY4" fmla="*/ 2524513 h 25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942" h="2524513">
                <a:moveTo>
                  <a:pt x="0" y="0"/>
                </a:moveTo>
                <a:lnTo>
                  <a:pt x="175601" y="17702"/>
                </a:lnTo>
                <a:cubicBezTo>
                  <a:pt x="754484" y="136158"/>
                  <a:pt x="1189942" y="648354"/>
                  <a:pt x="1189942" y="1262256"/>
                </a:cubicBezTo>
                <a:cubicBezTo>
                  <a:pt x="1189942" y="1876159"/>
                  <a:pt x="754484" y="2388354"/>
                  <a:pt x="175601" y="2506811"/>
                </a:cubicBezTo>
                <a:lnTo>
                  <a:pt x="0" y="2524513"/>
                </a:lnTo>
                <a:close/>
              </a:path>
            </a:pathLst>
          </a:custGeom>
          <a:gradFill>
            <a:gsLst>
              <a:gs pos="44000">
                <a:srgbClr val="ED9184">
                  <a:alpha val="0"/>
                </a:srgbClr>
              </a:gs>
              <a:gs pos="100000">
                <a:srgbClr val="D07C98">
                  <a:alpha val="50000"/>
                </a:srgbClr>
              </a:gs>
            </a:gsLst>
            <a:path path="circle">
              <a:fillToRect l="50000" t="-80000" r="50000" b="180000"/>
            </a:path>
          </a:gradFill>
          <a:ln>
            <a:noFill/>
          </a:ln>
          <a:effectLst>
            <a:outerShdw blurRad="1270000" dist="6223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85" name="Freeform: Shape 9"/>
          <p:cNvSpPr/>
          <p:nvPr/>
        </p:nvSpPr>
        <p:spPr>
          <a:xfrm rot="16200000" flipH="1">
            <a:off x="375378" y="-814926"/>
            <a:ext cx="629091" cy="2064399"/>
          </a:xfrm>
          <a:custGeom>
            <a:avLst/>
            <a:gdLst>
              <a:gd name="connsiteX0" fmla="*/ 0 w 1189942"/>
              <a:gd name="connsiteY0" fmla="*/ 0 h 2524513"/>
              <a:gd name="connsiteX1" fmla="*/ 175601 w 1189942"/>
              <a:gd name="connsiteY1" fmla="*/ 17702 h 2524513"/>
              <a:gd name="connsiteX2" fmla="*/ 1189942 w 1189942"/>
              <a:gd name="connsiteY2" fmla="*/ 1262256 h 2524513"/>
              <a:gd name="connsiteX3" fmla="*/ 175601 w 1189942"/>
              <a:gd name="connsiteY3" fmla="*/ 2506811 h 2524513"/>
              <a:gd name="connsiteX4" fmla="*/ 0 w 1189942"/>
              <a:gd name="connsiteY4" fmla="*/ 2524513 h 25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942" h="2524513">
                <a:moveTo>
                  <a:pt x="0" y="0"/>
                </a:moveTo>
                <a:lnTo>
                  <a:pt x="175601" y="17702"/>
                </a:lnTo>
                <a:cubicBezTo>
                  <a:pt x="754484" y="136158"/>
                  <a:pt x="1189942" y="648354"/>
                  <a:pt x="1189942" y="1262256"/>
                </a:cubicBezTo>
                <a:cubicBezTo>
                  <a:pt x="1189942" y="1876159"/>
                  <a:pt x="754484" y="2388354"/>
                  <a:pt x="175601" y="2506811"/>
                </a:cubicBezTo>
                <a:lnTo>
                  <a:pt x="0" y="2524513"/>
                </a:lnTo>
                <a:close/>
              </a:path>
            </a:pathLst>
          </a:custGeom>
          <a:gradFill>
            <a:gsLst>
              <a:gs pos="44000">
                <a:srgbClr val="ED9184">
                  <a:alpha val="0"/>
                </a:srgbClr>
              </a:gs>
              <a:gs pos="100000">
                <a:srgbClr val="D07C98">
                  <a:alpha val="50000"/>
                </a:srgbClr>
              </a:gs>
            </a:gsLst>
            <a:path path="circle">
              <a:fillToRect l="50000" t="-80000" r="50000" b="180000"/>
            </a:path>
          </a:gradFill>
          <a:ln>
            <a:noFill/>
          </a:ln>
          <a:effectLst>
            <a:outerShdw blurRad="1270000" dist="6223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86" name="PA-Freeform: Shape 8"/>
          <p:cNvSpPr/>
          <p:nvPr>
            <p:custDataLst>
              <p:tags r:id="rId1"/>
            </p:custDataLst>
          </p:nvPr>
        </p:nvSpPr>
        <p:spPr>
          <a:xfrm flipH="1">
            <a:off x="9193347" y="5116523"/>
            <a:ext cx="3238349" cy="2077637"/>
          </a:xfrm>
          <a:custGeom>
            <a:avLst/>
            <a:gdLst>
              <a:gd name="connsiteX0" fmla="*/ 0 w 3816138"/>
              <a:gd name="connsiteY0" fmla="*/ 0 h 3981450"/>
              <a:gd name="connsiteX1" fmla="*/ 3238500 w 3816138"/>
              <a:gd name="connsiteY1" fmla="*/ 1809750 h 3981450"/>
              <a:gd name="connsiteX2" fmla="*/ 3657600 w 3816138"/>
              <a:gd name="connsiteY2" fmla="*/ 3981450 h 3981450"/>
              <a:gd name="connsiteX3" fmla="*/ 38100 w 3816138"/>
              <a:gd name="connsiteY3" fmla="*/ 3962400 h 3981450"/>
              <a:gd name="connsiteX4" fmla="*/ 0 w 3816138"/>
              <a:gd name="connsiteY4" fmla="*/ 0 h 3981450"/>
              <a:gd name="connsiteX0-1" fmla="*/ 0 w 3816138"/>
              <a:gd name="connsiteY0-2" fmla="*/ 0 h 3981450"/>
              <a:gd name="connsiteX1-3" fmla="*/ 3238500 w 3816138"/>
              <a:gd name="connsiteY1-4" fmla="*/ 1809750 h 3981450"/>
              <a:gd name="connsiteX2-5" fmla="*/ 3657600 w 3816138"/>
              <a:gd name="connsiteY2-6" fmla="*/ 3981450 h 3981450"/>
              <a:gd name="connsiteX3-7" fmla="*/ 38100 w 3816138"/>
              <a:gd name="connsiteY3-8" fmla="*/ 3962400 h 3981450"/>
              <a:gd name="connsiteX4-9" fmla="*/ 0 w 3816138"/>
              <a:gd name="connsiteY4-10" fmla="*/ 0 h 3981450"/>
              <a:gd name="connsiteX0-11" fmla="*/ 0 w 3876554"/>
              <a:gd name="connsiteY0-12" fmla="*/ 0 h 3981450"/>
              <a:gd name="connsiteX1-13" fmla="*/ 3409950 w 3876554"/>
              <a:gd name="connsiteY1-14" fmla="*/ 2076450 h 3981450"/>
              <a:gd name="connsiteX2-15" fmla="*/ 3657600 w 3876554"/>
              <a:gd name="connsiteY2-16" fmla="*/ 3981450 h 3981450"/>
              <a:gd name="connsiteX3-17" fmla="*/ 38100 w 3876554"/>
              <a:gd name="connsiteY3-18" fmla="*/ 3962400 h 3981450"/>
              <a:gd name="connsiteX4-19" fmla="*/ 0 w 3876554"/>
              <a:gd name="connsiteY4-20" fmla="*/ 0 h 3981450"/>
              <a:gd name="connsiteX0-21" fmla="*/ 0 w 3916378"/>
              <a:gd name="connsiteY0-22" fmla="*/ 0 h 3981450"/>
              <a:gd name="connsiteX1-23" fmla="*/ 3409950 w 3916378"/>
              <a:gd name="connsiteY1-24" fmla="*/ 2076450 h 3981450"/>
              <a:gd name="connsiteX2-25" fmla="*/ 3657600 w 3916378"/>
              <a:gd name="connsiteY2-26" fmla="*/ 3981450 h 3981450"/>
              <a:gd name="connsiteX3-27" fmla="*/ 38100 w 3916378"/>
              <a:gd name="connsiteY3-28" fmla="*/ 3962400 h 3981450"/>
              <a:gd name="connsiteX4-29" fmla="*/ 0 w 3916378"/>
              <a:gd name="connsiteY4-30" fmla="*/ 0 h 3981450"/>
              <a:gd name="connsiteX0-31" fmla="*/ 0 w 3873335"/>
              <a:gd name="connsiteY0-32" fmla="*/ 0 h 3981450"/>
              <a:gd name="connsiteX1-33" fmla="*/ 3409950 w 3873335"/>
              <a:gd name="connsiteY1-34" fmla="*/ 2076450 h 3981450"/>
              <a:gd name="connsiteX2-35" fmla="*/ 3657600 w 3873335"/>
              <a:gd name="connsiteY2-36" fmla="*/ 3981450 h 3981450"/>
              <a:gd name="connsiteX3-37" fmla="*/ 38100 w 3873335"/>
              <a:gd name="connsiteY3-38" fmla="*/ 3962400 h 3981450"/>
              <a:gd name="connsiteX4-39" fmla="*/ 0 w 3873335"/>
              <a:gd name="connsiteY4-40" fmla="*/ 0 h 3981450"/>
              <a:gd name="connsiteX0-41" fmla="*/ 0 w 3786126"/>
              <a:gd name="connsiteY0-42" fmla="*/ 0 h 3981450"/>
              <a:gd name="connsiteX1-43" fmla="*/ 3409950 w 3786126"/>
              <a:gd name="connsiteY1-44" fmla="*/ 2076450 h 3981450"/>
              <a:gd name="connsiteX2-45" fmla="*/ 3657600 w 3786126"/>
              <a:gd name="connsiteY2-46" fmla="*/ 3981450 h 3981450"/>
              <a:gd name="connsiteX3-47" fmla="*/ 38100 w 3786126"/>
              <a:gd name="connsiteY3-48" fmla="*/ 3962400 h 3981450"/>
              <a:gd name="connsiteX4-49" fmla="*/ 0 w 3786126"/>
              <a:gd name="connsiteY4-50" fmla="*/ 0 h 3981450"/>
              <a:gd name="connsiteX0-51" fmla="*/ 0 w 3786126"/>
              <a:gd name="connsiteY0-52" fmla="*/ 0 h 3981450"/>
              <a:gd name="connsiteX1-53" fmla="*/ 3409950 w 3786126"/>
              <a:gd name="connsiteY1-54" fmla="*/ 2076450 h 3981450"/>
              <a:gd name="connsiteX2-55" fmla="*/ 3657600 w 3786126"/>
              <a:gd name="connsiteY2-56" fmla="*/ 3981450 h 3981450"/>
              <a:gd name="connsiteX3-57" fmla="*/ 0 w 3786126"/>
              <a:gd name="connsiteY3-58" fmla="*/ 3981450 h 3981450"/>
              <a:gd name="connsiteX4-59" fmla="*/ 0 w 3786126"/>
              <a:gd name="connsiteY4-60" fmla="*/ 0 h 3981450"/>
              <a:gd name="connsiteX0-61" fmla="*/ 0 w 3786126"/>
              <a:gd name="connsiteY0-62" fmla="*/ 0 h 3981450"/>
              <a:gd name="connsiteX1-63" fmla="*/ 3409950 w 3786126"/>
              <a:gd name="connsiteY1-64" fmla="*/ 2076450 h 3981450"/>
              <a:gd name="connsiteX2-65" fmla="*/ 3657600 w 3786126"/>
              <a:gd name="connsiteY2-66" fmla="*/ 3981450 h 3981450"/>
              <a:gd name="connsiteX3-67" fmla="*/ 0 w 3786126"/>
              <a:gd name="connsiteY3-68" fmla="*/ 3981450 h 3981450"/>
              <a:gd name="connsiteX4-69" fmla="*/ 0 w 3786126"/>
              <a:gd name="connsiteY4-70" fmla="*/ 0 h 3981450"/>
              <a:gd name="connsiteX0-71" fmla="*/ 0 w 3786126"/>
              <a:gd name="connsiteY0-72" fmla="*/ 0 h 3981450"/>
              <a:gd name="connsiteX1-73" fmla="*/ 3409950 w 3786126"/>
              <a:gd name="connsiteY1-74" fmla="*/ 2076450 h 3981450"/>
              <a:gd name="connsiteX2-75" fmla="*/ 3657600 w 3786126"/>
              <a:gd name="connsiteY2-76" fmla="*/ 3981450 h 3981450"/>
              <a:gd name="connsiteX3-77" fmla="*/ 0 w 3786126"/>
              <a:gd name="connsiteY3-78" fmla="*/ 3981450 h 3981450"/>
              <a:gd name="connsiteX4-79" fmla="*/ 0 w 3786126"/>
              <a:gd name="connsiteY4-80" fmla="*/ 0 h 3981450"/>
              <a:gd name="connsiteX0-81" fmla="*/ 0 w 4032226"/>
              <a:gd name="connsiteY0-82" fmla="*/ 0 h 4003693"/>
              <a:gd name="connsiteX1-83" fmla="*/ 3409950 w 4032226"/>
              <a:gd name="connsiteY1-84" fmla="*/ 2076450 h 4003693"/>
              <a:gd name="connsiteX2-85" fmla="*/ 3943350 w 4032226"/>
              <a:gd name="connsiteY2-86" fmla="*/ 4003693 h 4003693"/>
              <a:gd name="connsiteX3-87" fmla="*/ 0 w 4032226"/>
              <a:gd name="connsiteY3-88" fmla="*/ 3981450 h 4003693"/>
              <a:gd name="connsiteX4-89" fmla="*/ 0 w 4032226"/>
              <a:gd name="connsiteY4-90" fmla="*/ 0 h 4003693"/>
              <a:gd name="connsiteX0-91" fmla="*/ 0 w 3948509"/>
              <a:gd name="connsiteY0-92" fmla="*/ 0 h 4003693"/>
              <a:gd name="connsiteX1-93" fmla="*/ 3409950 w 3948509"/>
              <a:gd name="connsiteY1-94" fmla="*/ 2076450 h 4003693"/>
              <a:gd name="connsiteX2-95" fmla="*/ 3943350 w 3948509"/>
              <a:gd name="connsiteY2-96" fmla="*/ 4003693 h 4003693"/>
              <a:gd name="connsiteX3-97" fmla="*/ 0 w 3948509"/>
              <a:gd name="connsiteY3-98" fmla="*/ 3981450 h 4003693"/>
              <a:gd name="connsiteX4-99" fmla="*/ 0 w 3948509"/>
              <a:gd name="connsiteY4-100" fmla="*/ 0 h 4003693"/>
              <a:gd name="connsiteX0-101" fmla="*/ 0 w 3943350"/>
              <a:gd name="connsiteY0-102" fmla="*/ 0 h 4003693"/>
              <a:gd name="connsiteX1-103" fmla="*/ 3333750 w 3943350"/>
              <a:gd name="connsiteY1-104" fmla="*/ 1942994 h 4003693"/>
              <a:gd name="connsiteX2-105" fmla="*/ 3943350 w 3943350"/>
              <a:gd name="connsiteY2-106" fmla="*/ 4003693 h 4003693"/>
              <a:gd name="connsiteX3-107" fmla="*/ 0 w 3943350"/>
              <a:gd name="connsiteY3-108" fmla="*/ 3981450 h 4003693"/>
              <a:gd name="connsiteX4-109" fmla="*/ 0 w 3943350"/>
              <a:gd name="connsiteY4-110" fmla="*/ 0 h 4003693"/>
              <a:gd name="connsiteX0-111" fmla="*/ 0 w 4152900"/>
              <a:gd name="connsiteY0-112" fmla="*/ 0 h 3981450"/>
              <a:gd name="connsiteX1-113" fmla="*/ 3333750 w 4152900"/>
              <a:gd name="connsiteY1-114" fmla="*/ 1942994 h 3981450"/>
              <a:gd name="connsiteX2-115" fmla="*/ 4152900 w 4152900"/>
              <a:gd name="connsiteY2-116" fmla="*/ 3981450 h 3981450"/>
              <a:gd name="connsiteX3-117" fmla="*/ 0 w 4152900"/>
              <a:gd name="connsiteY3-118" fmla="*/ 3981450 h 3981450"/>
              <a:gd name="connsiteX4-119" fmla="*/ 0 w 4152900"/>
              <a:gd name="connsiteY4-120" fmla="*/ 0 h 3981450"/>
              <a:gd name="connsiteX0-121" fmla="*/ 0 w 4152900"/>
              <a:gd name="connsiteY0-122" fmla="*/ 0 h 3981450"/>
              <a:gd name="connsiteX1-123" fmla="*/ 3333750 w 4152900"/>
              <a:gd name="connsiteY1-124" fmla="*/ 1942994 h 3981450"/>
              <a:gd name="connsiteX2-125" fmla="*/ 4152900 w 4152900"/>
              <a:gd name="connsiteY2-126" fmla="*/ 3981450 h 3981450"/>
              <a:gd name="connsiteX3-127" fmla="*/ 0 w 4152900"/>
              <a:gd name="connsiteY3-128" fmla="*/ 3981450 h 3981450"/>
              <a:gd name="connsiteX4-129" fmla="*/ 0 w 4152900"/>
              <a:gd name="connsiteY4-130" fmla="*/ 0 h 3981450"/>
              <a:gd name="connsiteX0-131" fmla="*/ 0 w 4152900"/>
              <a:gd name="connsiteY0-132" fmla="*/ 0 h 3981450"/>
              <a:gd name="connsiteX1-133" fmla="*/ 3200400 w 4152900"/>
              <a:gd name="connsiteY1-134" fmla="*/ 1720566 h 3981450"/>
              <a:gd name="connsiteX2-135" fmla="*/ 4152900 w 4152900"/>
              <a:gd name="connsiteY2-136" fmla="*/ 3981450 h 3981450"/>
              <a:gd name="connsiteX3-137" fmla="*/ 0 w 4152900"/>
              <a:gd name="connsiteY3-138" fmla="*/ 3981450 h 3981450"/>
              <a:gd name="connsiteX4-139" fmla="*/ 0 w 4152900"/>
              <a:gd name="connsiteY4-140" fmla="*/ 0 h 3981450"/>
              <a:gd name="connsiteX0-141" fmla="*/ 0 w 4152900"/>
              <a:gd name="connsiteY0-142" fmla="*/ 0 h 3981450"/>
              <a:gd name="connsiteX1-143" fmla="*/ 3200400 w 4152900"/>
              <a:gd name="connsiteY1-144" fmla="*/ 1720566 h 3981450"/>
              <a:gd name="connsiteX2-145" fmla="*/ 4152900 w 4152900"/>
              <a:gd name="connsiteY2-146" fmla="*/ 3981450 h 3981450"/>
              <a:gd name="connsiteX3-147" fmla="*/ 0 w 4152900"/>
              <a:gd name="connsiteY3-148" fmla="*/ 3981450 h 3981450"/>
              <a:gd name="connsiteX4-149" fmla="*/ 0 w 4152900"/>
              <a:gd name="connsiteY4-150" fmla="*/ 0 h 39814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152900" h="3981450">
                <a:moveTo>
                  <a:pt x="0" y="0"/>
                </a:moveTo>
                <a:cubicBezTo>
                  <a:pt x="762000" y="1189072"/>
                  <a:pt x="2584450" y="1190447"/>
                  <a:pt x="3200400" y="1720566"/>
                </a:cubicBezTo>
                <a:cubicBezTo>
                  <a:pt x="3816350" y="2250685"/>
                  <a:pt x="3971925" y="2641175"/>
                  <a:pt x="4152900" y="3981450"/>
                </a:cubicBezTo>
                <a:lnTo>
                  <a:pt x="0" y="3981450"/>
                </a:lnTo>
                <a:lnTo>
                  <a:pt x="0" y="0"/>
                </a:lnTo>
                <a:close/>
              </a:path>
            </a:pathLst>
          </a:custGeom>
          <a:gradFill>
            <a:gsLst>
              <a:gs pos="0">
                <a:srgbClr val="EFC879">
                  <a:alpha val="0"/>
                </a:srgbClr>
              </a:gs>
              <a:gs pos="100000">
                <a:srgbClr val="AF1E22">
                  <a:alpha val="0"/>
                </a:srgbClr>
              </a:gs>
              <a:gs pos="60000">
                <a:srgbClr val="D07C98">
                  <a:alpha val="15000"/>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4" name="文本框 13"/>
          <p:cNvSpPr txBox="1"/>
          <p:nvPr/>
        </p:nvSpPr>
        <p:spPr>
          <a:xfrm>
            <a:off x="3755740" y="22847"/>
            <a:ext cx="4357370" cy="768350"/>
          </a:xfrm>
          <a:prstGeom prst="rect">
            <a:avLst/>
          </a:prstGeom>
          <a:noFill/>
        </p:spPr>
        <p:txBody>
          <a:bodyPr wrap="square" rtlCol="0">
            <a:spAutoFit/>
          </a:bodyPr>
          <a:lstStyle/>
          <a:p>
            <a:pPr algn="ctr"/>
            <a:r>
              <a:rPr lang="zh-CN" altLang="en-US" sz="4400" dirty="0">
                <a:solidFill>
                  <a:srgbClr val="C80F19"/>
                </a:solidFill>
                <a:latin typeface="华文新魏" panose="02010800040101010101" pitchFamily="2" charset="-122"/>
                <a:ea typeface="华文新魏" panose="02010800040101010101" pitchFamily="2" charset="-122"/>
              </a:rPr>
              <a:t>课程目录</a:t>
            </a:r>
          </a:p>
        </p:txBody>
      </p:sp>
      <p:cxnSp>
        <p:nvCxnSpPr>
          <p:cNvPr id="16" name="直接连接符 91"/>
          <p:cNvCxnSpPr/>
          <p:nvPr/>
        </p:nvCxnSpPr>
        <p:spPr>
          <a:xfrm>
            <a:off x="2148522" y="774105"/>
            <a:ext cx="7894955"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838484" y="366720"/>
            <a:ext cx="12720736" cy="7979107"/>
          </a:xfrm>
          <a:prstGeom prst="rect">
            <a:avLst/>
          </a:prstGeom>
          <a:noFill/>
        </p:spPr>
        <p:txBody>
          <a:bodyPr wrap="square" rtlCol="0">
            <a:spAutoFit/>
          </a:bodyPr>
          <a:lstStyle/>
          <a:p>
            <a:pPr>
              <a:lnSpc>
                <a:spcPts val="2280"/>
              </a:lnSpc>
            </a:pPr>
            <a:r>
              <a:rPr lang="zh-CN" altLang="en-US" sz="2400" b="1" dirty="0">
                <a:solidFill>
                  <a:srgbClr val="FF0000"/>
                </a:solidFill>
                <a:latin typeface="微软雅黑" panose="020B0503020204020204" charset="-122"/>
                <a:ea typeface="微软雅黑" panose="020B0503020204020204" charset="-122"/>
              </a:rPr>
              <a:t>         </a:t>
            </a:r>
            <a:endParaRPr lang="en-US" altLang="zh-CN" sz="2400" b="1" dirty="0">
              <a:solidFill>
                <a:srgbClr val="FF0000"/>
              </a:solidFill>
              <a:latin typeface="+mn-ea"/>
            </a:endParaRPr>
          </a:p>
          <a:p>
            <a:pPr>
              <a:lnSpc>
                <a:spcPts val="2280"/>
              </a:lnSpc>
            </a:pPr>
            <a:r>
              <a:rPr lang="zh-CN" altLang="en-US" sz="2400" b="1" dirty="0">
                <a:solidFill>
                  <a:srgbClr val="FF0000"/>
                </a:solidFill>
                <a:latin typeface="+mn-ea"/>
              </a:rPr>
              <a:t>          </a:t>
            </a:r>
            <a:endParaRPr lang="en-US" altLang="zh-CN" sz="2400" b="1" dirty="0">
              <a:solidFill>
                <a:srgbClr val="FF0000"/>
              </a:solidFill>
              <a:latin typeface="+mn-ea"/>
            </a:endParaRPr>
          </a:p>
          <a:p>
            <a:pPr>
              <a:lnSpc>
                <a:spcPts val="2280"/>
              </a:lnSpc>
            </a:pPr>
            <a:r>
              <a:rPr lang="en-US" altLang="zh-CN" sz="2400" b="1" dirty="0">
                <a:solidFill>
                  <a:srgbClr val="FF0000"/>
                </a:solidFill>
                <a:latin typeface="+mn-ea"/>
              </a:rPr>
              <a:t>         </a:t>
            </a:r>
            <a:r>
              <a:rPr lang="zh-CN" altLang="en-US" sz="2800" b="1" dirty="0">
                <a:solidFill>
                  <a:srgbClr val="FF0000"/>
                </a:solidFill>
                <a:latin typeface="华文新魏" panose="02010800040101010101" pitchFamily="2" charset="-122"/>
                <a:ea typeface="华文新魏" panose="02010800040101010101" pitchFamily="2" charset="-122"/>
              </a:rPr>
              <a:t>第二部分</a:t>
            </a:r>
            <a:r>
              <a:rPr lang="en-US" altLang="zh-CN" sz="2800" b="1" dirty="0">
                <a:solidFill>
                  <a:srgbClr val="FF0000"/>
                </a:solidFill>
                <a:latin typeface="华文新魏" panose="02010800040101010101" pitchFamily="2" charset="-122"/>
                <a:ea typeface="华文新魏" panose="02010800040101010101" pitchFamily="2" charset="-122"/>
              </a:rPr>
              <a:t>   </a:t>
            </a:r>
            <a:r>
              <a:rPr lang="zh-CN" altLang="en-US" sz="2800" b="1" dirty="0">
                <a:solidFill>
                  <a:srgbClr val="FF0000"/>
                </a:solidFill>
                <a:latin typeface="华文新魏" panose="02010800040101010101" pitchFamily="2" charset="-122"/>
                <a:ea typeface="华文新魏" panose="02010800040101010101" pitchFamily="2" charset="-122"/>
              </a:rPr>
              <a:t>“五位一体”总体布局</a:t>
            </a:r>
            <a:endParaRPr lang="en-US" altLang="zh-CN" sz="2800" b="1" dirty="0">
              <a:solidFill>
                <a:srgbClr val="FF0000"/>
              </a:solidFill>
              <a:latin typeface="华文新魏" panose="02010800040101010101" pitchFamily="2" charset="-122"/>
              <a:ea typeface="华文新魏" panose="02010800040101010101" pitchFamily="2" charset="-122"/>
            </a:endParaRPr>
          </a:p>
          <a:p>
            <a:pPr>
              <a:lnSpc>
                <a:spcPts val="2280"/>
              </a:lnSpc>
            </a:pPr>
            <a:endParaRPr lang="en-US" altLang="zh-CN" sz="2800" b="1" dirty="0">
              <a:solidFill>
                <a:srgbClr val="FF0000"/>
              </a:solidFill>
              <a:latin typeface="华文新魏" panose="02010800040101010101" pitchFamily="2" charset="-122"/>
              <a:ea typeface="华文新魏" panose="02010800040101010101" pitchFamily="2" charset="-122"/>
            </a:endParaRPr>
          </a:p>
          <a:p>
            <a:pPr>
              <a:lnSpc>
                <a:spcPts val="2280"/>
              </a:lnSpc>
            </a:pPr>
            <a:r>
              <a:rPr lang="en-US" altLang="zh-CN" sz="2800" b="1" dirty="0">
                <a:solidFill>
                  <a:srgbClr val="FF0000"/>
                </a:solidFill>
                <a:latin typeface="华文新魏" panose="02010800040101010101" pitchFamily="2" charset="-122"/>
                <a:ea typeface="华文新魏" panose="02010800040101010101" pitchFamily="2" charset="-122"/>
              </a:rPr>
              <a:t>        </a:t>
            </a:r>
            <a:r>
              <a:rPr lang="zh-CN" altLang="en-US" sz="2800" b="1" dirty="0">
                <a:solidFill>
                  <a:srgbClr val="FF0000"/>
                </a:solidFill>
                <a:latin typeface="华文新魏" panose="02010800040101010101" pitchFamily="2" charset="-122"/>
                <a:ea typeface="华文新魏" panose="02010800040101010101" pitchFamily="2" charset="-122"/>
              </a:rPr>
              <a:t>（</a:t>
            </a:r>
            <a:r>
              <a:rPr lang="zh-CN" altLang="en-US" sz="2800" b="1" dirty="0">
                <a:solidFill>
                  <a:srgbClr val="FF0000"/>
                </a:solidFill>
                <a:highlight>
                  <a:srgbClr val="FFFF00"/>
                </a:highlight>
                <a:latin typeface="华文新魏" panose="02010800040101010101" pitchFamily="2" charset="-122"/>
                <a:ea typeface="华文新魏" panose="02010800040101010101" pitchFamily="2" charset="-122"/>
              </a:rPr>
              <a:t>新时代坚持和发展中国特色社会主义的战略规划和部署</a:t>
            </a:r>
            <a:r>
              <a:rPr lang="zh-CN" altLang="en-US" sz="2800" b="1" dirty="0">
                <a:solidFill>
                  <a:srgbClr val="FF0000"/>
                </a:solidFill>
                <a:latin typeface="华文新魏" panose="02010800040101010101" pitchFamily="2" charset="-122"/>
                <a:ea typeface="华文新魏" panose="02010800040101010101" pitchFamily="2" charset="-122"/>
              </a:rPr>
              <a:t>）</a:t>
            </a:r>
            <a:endParaRPr lang="en-US" altLang="zh-CN" sz="2800" b="1" dirty="0">
              <a:solidFill>
                <a:srgbClr val="FF0000"/>
              </a:solidFill>
              <a:latin typeface="华文新魏" panose="02010800040101010101" pitchFamily="2" charset="-122"/>
              <a:ea typeface="华文新魏" panose="02010800040101010101" pitchFamily="2" charset="-122"/>
            </a:endParaRPr>
          </a:p>
          <a:p>
            <a:pPr>
              <a:lnSpc>
                <a:spcPts val="2280"/>
              </a:lnSpc>
            </a:pPr>
            <a:r>
              <a:rPr lang="en-US" altLang="zh-CN" sz="2800" b="1" dirty="0">
                <a:solidFill>
                  <a:srgbClr val="FF0000"/>
                </a:solidFill>
                <a:latin typeface="华文新魏" panose="02010800040101010101" pitchFamily="2" charset="-122"/>
                <a:ea typeface="华文新魏" panose="02010800040101010101" pitchFamily="2" charset="-122"/>
              </a:rPr>
              <a:t> </a:t>
            </a:r>
          </a:p>
          <a:p>
            <a:pPr>
              <a:lnSpc>
                <a:spcPts val="2280"/>
              </a:lnSpc>
            </a:pPr>
            <a:r>
              <a:rPr lang="en-US" altLang="zh-CN" sz="2800" b="1" dirty="0">
                <a:solidFill>
                  <a:srgbClr val="FF0000"/>
                </a:solidFill>
                <a:latin typeface="华文新魏" panose="02010800040101010101" pitchFamily="2" charset="-122"/>
                <a:ea typeface="华文新魏" panose="02010800040101010101" pitchFamily="2" charset="-122"/>
              </a:rPr>
              <a:t>             </a:t>
            </a:r>
            <a:r>
              <a:rPr lang="zh-CN" altLang="en-US" sz="2800" b="1" dirty="0">
                <a:latin typeface="华文新魏" panose="02010800040101010101" pitchFamily="2" charset="-122"/>
                <a:ea typeface="华文新魏" panose="02010800040101010101" pitchFamily="2" charset="-122"/>
              </a:rPr>
              <a:t>第六章  推动高质量发展</a:t>
            </a:r>
            <a:endParaRPr lang="en-US" altLang="zh-CN" sz="2800" b="1" dirty="0">
              <a:latin typeface="华文新魏" panose="02010800040101010101" pitchFamily="2" charset="-122"/>
              <a:ea typeface="华文新魏" panose="02010800040101010101" pitchFamily="2" charset="-122"/>
            </a:endParaRPr>
          </a:p>
          <a:p>
            <a:pPr>
              <a:lnSpc>
                <a:spcPts val="2280"/>
              </a:lnSpc>
            </a:pPr>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              </a:t>
            </a:r>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习近平经济思想</a:t>
            </a:r>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：新时代中国特色社会主义经济建设）</a:t>
            </a:r>
            <a:endParaRPr lang="en-US" altLang="zh-CN" sz="2800" b="1" dirty="0">
              <a:solidFill>
                <a:schemeClr val="accent1">
                  <a:lumMod val="75000"/>
                </a:schemeClr>
              </a:solidFill>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                           </a:t>
            </a:r>
            <a:endParaRPr lang="en-US" altLang="zh-CN" sz="2800" b="1" dirty="0">
              <a:latin typeface="华文新魏" panose="02010800040101010101" pitchFamily="2" charset="-122"/>
              <a:ea typeface="华文新魏" panose="02010800040101010101" pitchFamily="2" charset="-122"/>
            </a:endParaRPr>
          </a:p>
          <a:p>
            <a:pPr>
              <a:lnSpc>
                <a:spcPts val="2280"/>
              </a:lnSpc>
            </a:pPr>
            <a:r>
              <a:rPr lang="en-US" altLang="zh-CN" sz="2800" b="1" dirty="0">
                <a:latin typeface="华文新魏" panose="02010800040101010101" pitchFamily="2" charset="-122"/>
                <a:ea typeface="华文新魏" panose="02010800040101010101" pitchFamily="2" charset="-122"/>
              </a:rPr>
              <a:t>             </a:t>
            </a:r>
            <a:r>
              <a:rPr lang="zh-CN" altLang="en-US" sz="2800" b="1" dirty="0">
                <a:latin typeface="华文新魏" panose="02010800040101010101" pitchFamily="2" charset="-122"/>
                <a:ea typeface="华文新魏" panose="02010800040101010101" pitchFamily="2" charset="-122"/>
              </a:rPr>
              <a:t>第七章  社会主义现代化建设的教育、科技、人才战略</a:t>
            </a:r>
            <a:endParaRPr lang="en-US" altLang="zh-CN" sz="2800" b="1" dirty="0">
              <a:latin typeface="华文新魏" panose="02010800040101010101" pitchFamily="2" charset="-122"/>
              <a:ea typeface="华文新魏" panose="02010800040101010101" pitchFamily="2" charset="-122"/>
            </a:endParaRPr>
          </a:p>
          <a:p>
            <a:pPr>
              <a:lnSpc>
                <a:spcPts val="2280"/>
              </a:lnSpc>
            </a:pPr>
            <a:endParaRPr lang="en-US" altLang="zh-CN" sz="2800" b="1" dirty="0">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             第八章  发展全过程人民民主 </a:t>
            </a:r>
            <a:endParaRPr lang="en-US" altLang="zh-CN" sz="2800" b="1" dirty="0">
              <a:latin typeface="华文新魏" panose="02010800040101010101" pitchFamily="2" charset="-122"/>
              <a:ea typeface="华文新魏" panose="02010800040101010101" pitchFamily="2" charset="-122"/>
            </a:endParaRPr>
          </a:p>
          <a:p>
            <a:pPr>
              <a:lnSpc>
                <a:spcPts val="2280"/>
              </a:lnSpc>
            </a:pPr>
            <a:r>
              <a:rPr lang="en-US" altLang="zh-CN" sz="2800" b="1" dirty="0">
                <a:latin typeface="华文新魏" panose="02010800040101010101" pitchFamily="2" charset="-122"/>
                <a:ea typeface="华文新魏" panose="02010800040101010101" pitchFamily="2" charset="-122"/>
              </a:rPr>
              <a:t>                            </a:t>
            </a:r>
          </a:p>
          <a:p>
            <a:pPr>
              <a:lnSpc>
                <a:spcPts val="2280"/>
              </a:lnSpc>
            </a:pPr>
            <a:r>
              <a:rPr lang="en-US" altLang="zh-CN" sz="2800" b="1" dirty="0">
                <a:latin typeface="华文新魏" panose="02010800040101010101" pitchFamily="2" charset="-122"/>
                <a:ea typeface="华文新魏" panose="02010800040101010101" pitchFamily="2" charset="-122"/>
              </a:rPr>
              <a:t>             </a:t>
            </a:r>
            <a:r>
              <a:rPr lang="zh-CN" altLang="en-US" sz="2800" b="1" dirty="0">
                <a:latin typeface="华文新魏" panose="02010800040101010101" pitchFamily="2" charset="-122"/>
                <a:ea typeface="华文新魏" panose="02010800040101010101" pitchFamily="2" charset="-122"/>
              </a:rPr>
              <a:t>第九章  全面依法治国</a:t>
            </a:r>
            <a:endParaRPr lang="en-US" altLang="zh-CN" sz="2800" b="1" dirty="0">
              <a:latin typeface="华文新魏" panose="02010800040101010101" pitchFamily="2" charset="-122"/>
              <a:ea typeface="华文新魏" panose="02010800040101010101" pitchFamily="2" charset="-122"/>
            </a:endParaRPr>
          </a:p>
          <a:p>
            <a:pPr>
              <a:lnSpc>
                <a:spcPts val="2280"/>
              </a:lnSpc>
            </a:pPr>
            <a:endParaRPr lang="en-US" altLang="zh-CN" sz="2800" b="1" dirty="0">
              <a:latin typeface="华文新魏" panose="02010800040101010101" pitchFamily="2" charset="-122"/>
              <a:ea typeface="华文新魏" panose="02010800040101010101" pitchFamily="2" charset="-122"/>
            </a:endParaRPr>
          </a:p>
          <a:p>
            <a:pPr>
              <a:lnSpc>
                <a:spcPts val="2280"/>
              </a:lnSpc>
            </a:pPr>
            <a:r>
              <a:rPr lang="en-US" altLang="zh-CN" sz="2800" b="1" dirty="0">
                <a:latin typeface="华文新魏" panose="02010800040101010101" pitchFamily="2" charset="-122"/>
                <a:ea typeface="华文新魏" panose="02010800040101010101" pitchFamily="2" charset="-122"/>
              </a:rPr>
              <a:t>             </a:t>
            </a:r>
            <a:r>
              <a:rPr lang="zh-CN" altLang="en-US" sz="2800" b="1" dirty="0">
                <a:latin typeface="华文新魏" panose="02010800040101010101" pitchFamily="2" charset="-122"/>
                <a:ea typeface="华文新魏" panose="02010800040101010101" pitchFamily="2" charset="-122"/>
              </a:rPr>
              <a:t>第十章  建设社会主义文化强国（</a:t>
            </a:r>
            <a:r>
              <a:rPr lang="zh-CN" altLang="en-US" sz="2800" b="1" dirty="0">
                <a:solidFill>
                  <a:srgbClr val="FF0000"/>
                </a:solidFill>
                <a:latin typeface="华文新魏" panose="02010800040101010101" pitchFamily="2" charset="-122"/>
                <a:ea typeface="华文新魏" panose="02010800040101010101" pitchFamily="2" charset="-122"/>
              </a:rPr>
              <a:t>习近平文化思想</a:t>
            </a:r>
            <a:r>
              <a:rPr lang="zh-CN" altLang="en-US" sz="2800" b="1" dirty="0">
                <a:latin typeface="华文新魏" panose="02010800040101010101" pitchFamily="2" charset="-122"/>
                <a:ea typeface="华文新魏" panose="02010800040101010101" pitchFamily="2" charset="-122"/>
              </a:rPr>
              <a:t>）</a:t>
            </a:r>
            <a:endParaRPr lang="en-US" altLang="zh-CN" sz="2800" b="1" dirty="0">
              <a:latin typeface="华文新魏" panose="02010800040101010101" pitchFamily="2" charset="-122"/>
              <a:ea typeface="华文新魏" panose="02010800040101010101" pitchFamily="2" charset="-122"/>
            </a:endParaRPr>
          </a:p>
          <a:p>
            <a:pPr>
              <a:lnSpc>
                <a:spcPts val="2280"/>
              </a:lnSpc>
            </a:pPr>
            <a:endParaRPr lang="en-US" altLang="zh-CN" sz="2800" b="1" dirty="0">
              <a:latin typeface="华文新魏" panose="02010800040101010101" pitchFamily="2" charset="-122"/>
              <a:ea typeface="华文新魏" panose="02010800040101010101" pitchFamily="2" charset="-122"/>
            </a:endParaRPr>
          </a:p>
          <a:p>
            <a:pPr>
              <a:lnSpc>
                <a:spcPts val="2280"/>
              </a:lnSpc>
            </a:pPr>
            <a:r>
              <a:rPr lang="en-US" altLang="zh-CN" sz="2800" b="1" dirty="0">
                <a:latin typeface="华文新魏" panose="02010800040101010101" pitchFamily="2" charset="-122"/>
                <a:ea typeface="华文新魏" panose="02010800040101010101" pitchFamily="2" charset="-122"/>
              </a:rPr>
              <a:t>             </a:t>
            </a:r>
            <a:r>
              <a:rPr lang="zh-CN" altLang="en-US" sz="2800" b="1" dirty="0">
                <a:latin typeface="华文新魏" panose="02010800040101010101" pitchFamily="2" charset="-122"/>
                <a:ea typeface="华文新魏" panose="02010800040101010101" pitchFamily="2" charset="-122"/>
              </a:rPr>
              <a:t>第十一章  以保障和改善民生为重点加强社会建设</a:t>
            </a:r>
            <a:endParaRPr lang="en-US" altLang="zh-CN" sz="2800" b="1" dirty="0">
              <a:latin typeface="华文新魏" panose="02010800040101010101" pitchFamily="2" charset="-122"/>
              <a:ea typeface="华文新魏" panose="02010800040101010101" pitchFamily="2" charset="-122"/>
            </a:endParaRPr>
          </a:p>
          <a:p>
            <a:pPr>
              <a:lnSpc>
                <a:spcPts val="2280"/>
              </a:lnSpc>
            </a:pPr>
            <a:r>
              <a:rPr lang="en-US" altLang="zh-CN" sz="2800" b="1" dirty="0">
                <a:latin typeface="华文新魏" panose="02010800040101010101" pitchFamily="2" charset="-122"/>
                <a:ea typeface="华文新魏" panose="02010800040101010101" pitchFamily="2" charset="-122"/>
              </a:rPr>
              <a:t>               </a:t>
            </a:r>
            <a:r>
              <a:rPr lang="zh-CN" altLang="en-US" sz="2800" b="1" dirty="0">
                <a:latin typeface="华文新魏" panose="02010800040101010101" pitchFamily="2" charset="-122"/>
                <a:ea typeface="华文新魏" panose="02010800040101010101" pitchFamily="2" charset="-122"/>
              </a:rPr>
              <a:t>（</a:t>
            </a:r>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新时代中国特色社会主义社会建设</a:t>
            </a:r>
            <a:r>
              <a:rPr lang="zh-CN" altLang="en-US" sz="2800" b="1" dirty="0">
                <a:latin typeface="华文新魏" panose="02010800040101010101" pitchFamily="2" charset="-122"/>
                <a:ea typeface="华文新魏" panose="02010800040101010101" pitchFamily="2" charset="-122"/>
              </a:rPr>
              <a:t>）</a:t>
            </a:r>
            <a:endParaRPr lang="en-US" altLang="zh-CN" sz="2800" b="1" dirty="0">
              <a:latin typeface="华文新魏" panose="02010800040101010101" pitchFamily="2" charset="-122"/>
              <a:ea typeface="华文新魏" panose="02010800040101010101" pitchFamily="2" charset="-122"/>
            </a:endParaRPr>
          </a:p>
          <a:p>
            <a:pPr>
              <a:lnSpc>
                <a:spcPts val="2280"/>
              </a:lnSpc>
            </a:pPr>
            <a:endParaRPr lang="en-US" altLang="zh-CN" sz="2800" b="1" dirty="0">
              <a:latin typeface="华文新魏" panose="02010800040101010101" pitchFamily="2" charset="-122"/>
              <a:ea typeface="华文新魏" panose="02010800040101010101" pitchFamily="2" charset="-122"/>
            </a:endParaRPr>
          </a:p>
          <a:p>
            <a:pPr>
              <a:lnSpc>
                <a:spcPts val="2280"/>
              </a:lnSpc>
            </a:pPr>
            <a:r>
              <a:rPr lang="en-US" altLang="zh-CN" sz="2800" b="1" dirty="0">
                <a:latin typeface="华文新魏" panose="02010800040101010101" pitchFamily="2" charset="-122"/>
                <a:ea typeface="华文新魏" panose="02010800040101010101" pitchFamily="2" charset="-122"/>
              </a:rPr>
              <a:t>             </a:t>
            </a:r>
            <a:r>
              <a:rPr lang="zh-CN" altLang="en-US" sz="2800" b="1" dirty="0">
                <a:latin typeface="华文新魏" panose="02010800040101010101" pitchFamily="2" charset="-122"/>
                <a:ea typeface="华文新魏" panose="02010800040101010101" pitchFamily="2" charset="-122"/>
              </a:rPr>
              <a:t>第十二章  建设社会主义生态文明</a:t>
            </a:r>
            <a:endParaRPr lang="en-US" altLang="zh-CN" sz="2800" b="1" dirty="0">
              <a:latin typeface="华文新魏" panose="02010800040101010101" pitchFamily="2" charset="-122"/>
              <a:ea typeface="华文新魏" panose="02010800040101010101" pitchFamily="2" charset="-122"/>
            </a:endParaRPr>
          </a:p>
          <a:p>
            <a:pPr>
              <a:lnSpc>
                <a:spcPts val="2280"/>
              </a:lnSpc>
            </a:pPr>
            <a:r>
              <a:rPr lang="en-US" altLang="zh-CN" sz="2800" b="1" dirty="0">
                <a:latin typeface="华文新魏" panose="02010800040101010101" pitchFamily="2" charset="-122"/>
                <a:ea typeface="华文新魏" panose="02010800040101010101" pitchFamily="2" charset="-122"/>
              </a:rPr>
              <a:t>            </a:t>
            </a:r>
            <a:r>
              <a:rPr lang="zh-CN" altLang="en-US" sz="2800" b="1" dirty="0">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习近平生态文明思想</a:t>
            </a:r>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：新时代中国特色社会主义生态文明建设</a:t>
            </a:r>
            <a:r>
              <a:rPr lang="zh-CN" altLang="en-US" sz="2800" b="1" dirty="0">
                <a:latin typeface="华文新魏" panose="02010800040101010101" pitchFamily="2" charset="-122"/>
                <a:ea typeface="华文新魏" panose="02010800040101010101" pitchFamily="2" charset="-122"/>
              </a:rPr>
              <a:t>）</a:t>
            </a:r>
            <a:endParaRPr lang="en-US" altLang="zh-CN" sz="2800" b="1" dirty="0">
              <a:latin typeface="华文新魏" panose="02010800040101010101" pitchFamily="2" charset="-122"/>
              <a:ea typeface="华文新魏" panose="02010800040101010101" pitchFamily="2" charset="-122"/>
            </a:endParaRPr>
          </a:p>
          <a:p>
            <a:pPr>
              <a:lnSpc>
                <a:spcPts val="2280"/>
              </a:lnSpc>
            </a:pPr>
            <a:endParaRPr lang="en-US" altLang="zh-CN" sz="2800" b="1" dirty="0">
              <a:latin typeface="+mn-ea"/>
            </a:endParaRPr>
          </a:p>
          <a:p>
            <a:pPr>
              <a:lnSpc>
                <a:spcPts val="2280"/>
              </a:lnSpc>
            </a:pPr>
            <a:r>
              <a:rPr lang="zh-CN" altLang="en-US" sz="2400" b="1" dirty="0">
                <a:latin typeface="+mn-ea"/>
              </a:rPr>
              <a:t>          </a:t>
            </a:r>
          </a:p>
          <a:p>
            <a:pPr algn="ctr">
              <a:lnSpc>
                <a:spcPts val="2080"/>
              </a:lnSpc>
            </a:pPr>
            <a:endParaRPr lang="zh-CN" altLang="en-US" sz="2400" b="1" dirty="0">
              <a:latin typeface="微软雅黑" panose="020B0503020204020204" charset="-122"/>
              <a:ea typeface="微软雅黑" panose="020B0503020204020204" charset="-122"/>
            </a:endParaRPr>
          </a:p>
          <a:p>
            <a:pPr algn="ctr">
              <a:lnSpc>
                <a:spcPts val="2080"/>
              </a:lnSpc>
            </a:pPr>
            <a:endParaRPr lang="zh-CN" altLang="en-US" sz="2400" dirty="0"/>
          </a:p>
          <a:p>
            <a:pPr>
              <a:lnSpc>
                <a:spcPts val="2080"/>
              </a:lnSpc>
            </a:pPr>
            <a:r>
              <a:rPr kumimoji="1" lang="zh-CN" altLang="en-US" dirty="0"/>
              <a:t> </a:t>
            </a:r>
          </a:p>
        </p:txBody>
      </p:sp>
      <p:sp>
        <p:nvSpPr>
          <p:cNvPr id="3" name="右大括号 2"/>
          <p:cNvSpPr/>
          <p:nvPr/>
        </p:nvSpPr>
        <p:spPr>
          <a:xfrm>
            <a:off x="4791493" y="3616958"/>
            <a:ext cx="155448" cy="914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文本框 3"/>
          <p:cNvSpPr txBox="1"/>
          <p:nvPr/>
        </p:nvSpPr>
        <p:spPr>
          <a:xfrm>
            <a:off x="4946941" y="3577012"/>
            <a:ext cx="4068452"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新时代中国特色社会主义政治建设</a:t>
            </a:r>
          </a:p>
        </p:txBody>
      </p:sp>
      <p:sp>
        <p:nvSpPr>
          <p:cNvPr id="5" name="箭头: 右 4"/>
          <p:cNvSpPr/>
          <p:nvPr/>
        </p:nvSpPr>
        <p:spPr>
          <a:xfrm rot="420000">
            <a:off x="8857787" y="3031225"/>
            <a:ext cx="836972" cy="40093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右 10"/>
          <p:cNvSpPr/>
          <p:nvPr/>
        </p:nvSpPr>
        <p:spPr>
          <a:xfrm rot="-1860000">
            <a:off x="8368928" y="4482148"/>
            <a:ext cx="982035" cy="33971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9276131" y="3395851"/>
            <a:ext cx="2698303" cy="1384995"/>
          </a:xfrm>
          <a:prstGeom prst="rect">
            <a:avLst/>
          </a:prstGeom>
          <a:noFill/>
          <a:ln>
            <a:solidFill>
              <a:schemeClr val="tx1"/>
            </a:solidFill>
          </a:ln>
        </p:spPr>
        <p:txBody>
          <a:bodyPr wrap="square" rtlCol="0">
            <a:spAutoFit/>
          </a:bodyPr>
          <a:lstStyle/>
          <a:p>
            <a:pPr algn="just"/>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新时代中国特色</a:t>
            </a:r>
            <a:endParaRPr lang="en-US" altLang="zh-CN" sz="2800" b="1" dirty="0">
              <a:solidFill>
                <a:schemeClr val="accent1">
                  <a:lumMod val="75000"/>
                </a:schemeClr>
              </a:solidFill>
              <a:latin typeface="华文新魏" panose="02010800040101010101" pitchFamily="2" charset="-122"/>
              <a:ea typeface="华文新魏" panose="02010800040101010101" pitchFamily="2" charset="-122"/>
            </a:endParaRPr>
          </a:p>
          <a:p>
            <a:pPr algn="just"/>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社会主义文化建设</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1000" fill="hold"/>
                                        <p:tgtEl>
                                          <p:spTgt spid="85"/>
                                        </p:tgtEl>
                                        <p:attrNameLst>
                                          <p:attrName>ppt_x</p:attrName>
                                        </p:attrNameLst>
                                      </p:cBhvr>
                                      <p:tavLst>
                                        <p:tav tm="0">
                                          <p:val>
                                            <p:strVal val="#ppt_x"/>
                                          </p:val>
                                        </p:tav>
                                        <p:tav tm="100000">
                                          <p:val>
                                            <p:strVal val="#ppt_x"/>
                                          </p:val>
                                        </p:tav>
                                      </p:tavLst>
                                    </p:anim>
                                    <p:anim calcmode="lin" valueType="num">
                                      <p:cBhvr additive="base">
                                        <p:cTn id="8" dur="1000" fill="hold"/>
                                        <p:tgtEl>
                                          <p:spTgt spid="8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400"/>
                                  </p:stCondLst>
                                  <p:childTnLst>
                                    <p:set>
                                      <p:cBhvr>
                                        <p:cTn id="10" dur="1" fill="hold">
                                          <p:stCondLst>
                                            <p:cond delay="0"/>
                                          </p:stCondLst>
                                        </p:cTn>
                                        <p:tgtEl>
                                          <p:spTgt spid="107"/>
                                        </p:tgtEl>
                                        <p:attrNameLst>
                                          <p:attrName>style.visibility</p:attrName>
                                        </p:attrNameLst>
                                      </p:cBhvr>
                                      <p:to>
                                        <p:strVal val="visible"/>
                                      </p:to>
                                    </p:set>
                                    <p:anim calcmode="lin" valueType="num">
                                      <p:cBhvr additive="base">
                                        <p:cTn id="11" dur="1000" fill="hold"/>
                                        <p:tgtEl>
                                          <p:spTgt spid="107"/>
                                        </p:tgtEl>
                                        <p:attrNameLst>
                                          <p:attrName>ppt_x</p:attrName>
                                        </p:attrNameLst>
                                      </p:cBhvr>
                                      <p:tavLst>
                                        <p:tav tm="0">
                                          <p:val>
                                            <p:strVal val="#ppt_x"/>
                                          </p:val>
                                        </p:tav>
                                        <p:tav tm="100000">
                                          <p:val>
                                            <p:strVal val="#ppt_x"/>
                                          </p:val>
                                        </p:tav>
                                      </p:tavLst>
                                    </p:anim>
                                    <p:anim calcmode="lin" valueType="num">
                                      <p:cBhvr additive="base">
                                        <p:cTn id="12" dur="1000" fill="hold"/>
                                        <p:tgtEl>
                                          <p:spTgt spid="107"/>
                                        </p:tgtEl>
                                        <p:attrNameLst>
                                          <p:attrName>ppt_y</p:attrName>
                                        </p:attrNameLst>
                                      </p:cBhvr>
                                      <p:tavLst>
                                        <p:tav tm="0">
                                          <p:val>
                                            <p:strVal val="0-#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86"/>
                                        </p:tgtEl>
                                        <p:attrNameLst>
                                          <p:attrName>style.visibility</p:attrName>
                                        </p:attrNameLst>
                                      </p:cBhvr>
                                      <p:to>
                                        <p:strVal val="visible"/>
                                      </p:to>
                                    </p:set>
                                    <p:animEffect transition="in" filter="fade">
                                      <p:cBhvr>
                                        <p:cTn id="15" dur="500"/>
                                        <p:tgtEl>
                                          <p:spTgt spid="86"/>
                                        </p:tgtEl>
                                      </p:cBhvr>
                                    </p:animEffect>
                                  </p:childTnLst>
                                </p:cTn>
                              </p:par>
                            </p:childTnLst>
                          </p:cTn>
                        </p:par>
                        <p:par>
                          <p:cTn id="16" fill="hold">
                            <p:stCondLst>
                              <p:cond delay="1000"/>
                            </p:stCondLst>
                            <p:childTnLst>
                              <p:par>
                                <p:cTn id="17" presetID="16" presetClass="entr" presetSubtype="37"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bldLvl="0" animBg="1"/>
      <p:bldP spid="85" grpId="0" bldLvl="0" animBg="1"/>
      <p:bldP spid="86"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Freeform: Shape 9"/>
          <p:cNvSpPr/>
          <p:nvPr/>
        </p:nvSpPr>
        <p:spPr>
          <a:xfrm rot="16200000" flipH="1">
            <a:off x="-269365" y="-1122430"/>
            <a:ext cx="1119032" cy="3112840"/>
          </a:xfrm>
          <a:custGeom>
            <a:avLst/>
            <a:gdLst>
              <a:gd name="connsiteX0" fmla="*/ 0 w 1189942"/>
              <a:gd name="connsiteY0" fmla="*/ 0 h 2524513"/>
              <a:gd name="connsiteX1" fmla="*/ 175601 w 1189942"/>
              <a:gd name="connsiteY1" fmla="*/ 17702 h 2524513"/>
              <a:gd name="connsiteX2" fmla="*/ 1189942 w 1189942"/>
              <a:gd name="connsiteY2" fmla="*/ 1262256 h 2524513"/>
              <a:gd name="connsiteX3" fmla="*/ 175601 w 1189942"/>
              <a:gd name="connsiteY3" fmla="*/ 2506811 h 2524513"/>
              <a:gd name="connsiteX4" fmla="*/ 0 w 1189942"/>
              <a:gd name="connsiteY4" fmla="*/ 2524513 h 25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942" h="2524513">
                <a:moveTo>
                  <a:pt x="0" y="0"/>
                </a:moveTo>
                <a:lnTo>
                  <a:pt x="175601" y="17702"/>
                </a:lnTo>
                <a:cubicBezTo>
                  <a:pt x="754484" y="136158"/>
                  <a:pt x="1189942" y="648354"/>
                  <a:pt x="1189942" y="1262256"/>
                </a:cubicBezTo>
                <a:cubicBezTo>
                  <a:pt x="1189942" y="1876159"/>
                  <a:pt x="754484" y="2388354"/>
                  <a:pt x="175601" y="2506811"/>
                </a:cubicBezTo>
                <a:lnTo>
                  <a:pt x="0" y="2524513"/>
                </a:lnTo>
                <a:close/>
              </a:path>
            </a:pathLst>
          </a:custGeom>
          <a:gradFill>
            <a:gsLst>
              <a:gs pos="44000">
                <a:srgbClr val="ED9184">
                  <a:alpha val="0"/>
                </a:srgbClr>
              </a:gs>
              <a:gs pos="100000">
                <a:srgbClr val="D07C98">
                  <a:alpha val="50000"/>
                </a:srgbClr>
              </a:gs>
            </a:gsLst>
            <a:path path="circle">
              <a:fillToRect l="50000" t="-80000" r="50000" b="180000"/>
            </a:path>
          </a:gradFill>
          <a:ln>
            <a:noFill/>
          </a:ln>
          <a:effectLst>
            <a:outerShdw blurRad="1270000" dist="6223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85" name="Freeform: Shape 9"/>
          <p:cNvSpPr/>
          <p:nvPr/>
        </p:nvSpPr>
        <p:spPr>
          <a:xfrm rot="16200000" flipH="1">
            <a:off x="375378" y="-814926"/>
            <a:ext cx="629091" cy="2064399"/>
          </a:xfrm>
          <a:custGeom>
            <a:avLst/>
            <a:gdLst>
              <a:gd name="connsiteX0" fmla="*/ 0 w 1189942"/>
              <a:gd name="connsiteY0" fmla="*/ 0 h 2524513"/>
              <a:gd name="connsiteX1" fmla="*/ 175601 w 1189942"/>
              <a:gd name="connsiteY1" fmla="*/ 17702 h 2524513"/>
              <a:gd name="connsiteX2" fmla="*/ 1189942 w 1189942"/>
              <a:gd name="connsiteY2" fmla="*/ 1262256 h 2524513"/>
              <a:gd name="connsiteX3" fmla="*/ 175601 w 1189942"/>
              <a:gd name="connsiteY3" fmla="*/ 2506811 h 2524513"/>
              <a:gd name="connsiteX4" fmla="*/ 0 w 1189942"/>
              <a:gd name="connsiteY4" fmla="*/ 2524513 h 25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942" h="2524513">
                <a:moveTo>
                  <a:pt x="0" y="0"/>
                </a:moveTo>
                <a:lnTo>
                  <a:pt x="175601" y="17702"/>
                </a:lnTo>
                <a:cubicBezTo>
                  <a:pt x="754484" y="136158"/>
                  <a:pt x="1189942" y="648354"/>
                  <a:pt x="1189942" y="1262256"/>
                </a:cubicBezTo>
                <a:cubicBezTo>
                  <a:pt x="1189942" y="1876159"/>
                  <a:pt x="754484" y="2388354"/>
                  <a:pt x="175601" y="2506811"/>
                </a:cubicBezTo>
                <a:lnTo>
                  <a:pt x="0" y="2524513"/>
                </a:lnTo>
                <a:close/>
              </a:path>
            </a:pathLst>
          </a:custGeom>
          <a:gradFill>
            <a:gsLst>
              <a:gs pos="44000">
                <a:srgbClr val="ED9184">
                  <a:alpha val="0"/>
                </a:srgbClr>
              </a:gs>
              <a:gs pos="100000">
                <a:srgbClr val="D07C98">
                  <a:alpha val="50000"/>
                </a:srgbClr>
              </a:gs>
            </a:gsLst>
            <a:path path="circle">
              <a:fillToRect l="50000" t="-80000" r="50000" b="180000"/>
            </a:path>
          </a:gradFill>
          <a:ln>
            <a:noFill/>
          </a:ln>
          <a:effectLst>
            <a:outerShdw blurRad="1270000" dist="6223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86" name="PA-Freeform: Shape 8"/>
          <p:cNvSpPr/>
          <p:nvPr>
            <p:custDataLst>
              <p:tags r:id="rId1"/>
            </p:custDataLst>
          </p:nvPr>
        </p:nvSpPr>
        <p:spPr>
          <a:xfrm flipH="1">
            <a:off x="9193347" y="5116523"/>
            <a:ext cx="3238349" cy="2077637"/>
          </a:xfrm>
          <a:custGeom>
            <a:avLst/>
            <a:gdLst>
              <a:gd name="connsiteX0" fmla="*/ 0 w 3816138"/>
              <a:gd name="connsiteY0" fmla="*/ 0 h 3981450"/>
              <a:gd name="connsiteX1" fmla="*/ 3238500 w 3816138"/>
              <a:gd name="connsiteY1" fmla="*/ 1809750 h 3981450"/>
              <a:gd name="connsiteX2" fmla="*/ 3657600 w 3816138"/>
              <a:gd name="connsiteY2" fmla="*/ 3981450 h 3981450"/>
              <a:gd name="connsiteX3" fmla="*/ 38100 w 3816138"/>
              <a:gd name="connsiteY3" fmla="*/ 3962400 h 3981450"/>
              <a:gd name="connsiteX4" fmla="*/ 0 w 3816138"/>
              <a:gd name="connsiteY4" fmla="*/ 0 h 3981450"/>
              <a:gd name="connsiteX0-1" fmla="*/ 0 w 3816138"/>
              <a:gd name="connsiteY0-2" fmla="*/ 0 h 3981450"/>
              <a:gd name="connsiteX1-3" fmla="*/ 3238500 w 3816138"/>
              <a:gd name="connsiteY1-4" fmla="*/ 1809750 h 3981450"/>
              <a:gd name="connsiteX2-5" fmla="*/ 3657600 w 3816138"/>
              <a:gd name="connsiteY2-6" fmla="*/ 3981450 h 3981450"/>
              <a:gd name="connsiteX3-7" fmla="*/ 38100 w 3816138"/>
              <a:gd name="connsiteY3-8" fmla="*/ 3962400 h 3981450"/>
              <a:gd name="connsiteX4-9" fmla="*/ 0 w 3816138"/>
              <a:gd name="connsiteY4-10" fmla="*/ 0 h 3981450"/>
              <a:gd name="connsiteX0-11" fmla="*/ 0 w 3876554"/>
              <a:gd name="connsiteY0-12" fmla="*/ 0 h 3981450"/>
              <a:gd name="connsiteX1-13" fmla="*/ 3409950 w 3876554"/>
              <a:gd name="connsiteY1-14" fmla="*/ 2076450 h 3981450"/>
              <a:gd name="connsiteX2-15" fmla="*/ 3657600 w 3876554"/>
              <a:gd name="connsiteY2-16" fmla="*/ 3981450 h 3981450"/>
              <a:gd name="connsiteX3-17" fmla="*/ 38100 w 3876554"/>
              <a:gd name="connsiteY3-18" fmla="*/ 3962400 h 3981450"/>
              <a:gd name="connsiteX4-19" fmla="*/ 0 w 3876554"/>
              <a:gd name="connsiteY4-20" fmla="*/ 0 h 3981450"/>
              <a:gd name="connsiteX0-21" fmla="*/ 0 w 3916378"/>
              <a:gd name="connsiteY0-22" fmla="*/ 0 h 3981450"/>
              <a:gd name="connsiteX1-23" fmla="*/ 3409950 w 3916378"/>
              <a:gd name="connsiteY1-24" fmla="*/ 2076450 h 3981450"/>
              <a:gd name="connsiteX2-25" fmla="*/ 3657600 w 3916378"/>
              <a:gd name="connsiteY2-26" fmla="*/ 3981450 h 3981450"/>
              <a:gd name="connsiteX3-27" fmla="*/ 38100 w 3916378"/>
              <a:gd name="connsiteY3-28" fmla="*/ 3962400 h 3981450"/>
              <a:gd name="connsiteX4-29" fmla="*/ 0 w 3916378"/>
              <a:gd name="connsiteY4-30" fmla="*/ 0 h 3981450"/>
              <a:gd name="connsiteX0-31" fmla="*/ 0 w 3873335"/>
              <a:gd name="connsiteY0-32" fmla="*/ 0 h 3981450"/>
              <a:gd name="connsiteX1-33" fmla="*/ 3409950 w 3873335"/>
              <a:gd name="connsiteY1-34" fmla="*/ 2076450 h 3981450"/>
              <a:gd name="connsiteX2-35" fmla="*/ 3657600 w 3873335"/>
              <a:gd name="connsiteY2-36" fmla="*/ 3981450 h 3981450"/>
              <a:gd name="connsiteX3-37" fmla="*/ 38100 w 3873335"/>
              <a:gd name="connsiteY3-38" fmla="*/ 3962400 h 3981450"/>
              <a:gd name="connsiteX4-39" fmla="*/ 0 w 3873335"/>
              <a:gd name="connsiteY4-40" fmla="*/ 0 h 3981450"/>
              <a:gd name="connsiteX0-41" fmla="*/ 0 w 3786126"/>
              <a:gd name="connsiteY0-42" fmla="*/ 0 h 3981450"/>
              <a:gd name="connsiteX1-43" fmla="*/ 3409950 w 3786126"/>
              <a:gd name="connsiteY1-44" fmla="*/ 2076450 h 3981450"/>
              <a:gd name="connsiteX2-45" fmla="*/ 3657600 w 3786126"/>
              <a:gd name="connsiteY2-46" fmla="*/ 3981450 h 3981450"/>
              <a:gd name="connsiteX3-47" fmla="*/ 38100 w 3786126"/>
              <a:gd name="connsiteY3-48" fmla="*/ 3962400 h 3981450"/>
              <a:gd name="connsiteX4-49" fmla="*/ 0 w 3786126"/>
              <a:gd name="connsiteY4-50" fmla="*/ 0 h 3981450"/>
              <a:gd name="connsiteX0-51" fmla="*/ 0 w 3786126"/>
              <a:gd name="connsiteY0-52" fmla="*/ 0 h 3981450"/>
              <a:gd name="connsiteX1-53" fmla="*/ 3409950 w 3786126"/>
              <a:gd name="connsiteY1-54" fmla="*/ 2076450 h 3981450"/>
              <a:gd name="connsiteX2-55" fmla="*/ 3657600 w 3786126"/>
              <a:gd name="connsiteY2-56" fmla="*/ 3981450 h 3981450"/>
              <a:gd name="connsiteX3-57" fmla="*/ 0 w 3786126"/>
              <a:gd name="connsiteY3-58" fmla="*/ 3981450 h 3981450"/>
              <a:gd name="connsiteX4-59" fmla="*/ 0 w 3786126"/>
              <a:gd name="connsiteY4-60" fmla="*/ 0 h 3981450"/>
              <a:gd name="connsiteX0-61" fmla="*/ 0 w 3786126"/>
              <a:gd name="connsiteY0-62" fmla="*/ 0 h 3981450"/>
              <a:gd name="connsiteX1-63" fmla="*/ 3409950 w 3786126"/>
              <a:gd name="connsiteY1-64" fmla="*/ 2076450 h 3981450"/>
              <a:gd name="connsiteX2-65" fmla="*/ 3657600 w 3786126"/>
              <a:gd name="connsiteY2-66" fmla="*/ 3981450 h 3981450"/>
              <a:gd name="connsiteX3-67" fmla="*/ 0 w 3786126"/>
              <a:gd name="connsiteY3-68" fmla="*/ 3981450 h 3981450"/>
              <a:gd name="connsiteX4-69" fmla="*/ 0 w 3786126"/>
              <a:gd name="connsiteY4-70" fmla="*/ 0 h 3981450"/>
              <a:gd name="connsiteX0-71" fmla="*/ 0 w 3786126"/>
              <a:gd name="connsiteY0-72" fmla="*/ 0 h 3981450"/>
              <a:gd name="connsiteX1-73" fmla="*/ 3409950 w 3786126"/>
              <a:gd name="connsiteY1-74" fmla="*/ 2076450 h 3981450"/>
              <a:gd name="connsiteX2-75" fmla="*/ 3657600 w 3786126"/>
              <a:gd name="connsiteY2-76" fmla="*/ 3981450 h 3981450"/>
              <a:gd name="connsiteX3-77" fmla="*/ 0 w 3786126"/>
              <a:gd name="connsiteY3-78" fmla="*/ 3981450 h 3981450"/>
              <a:gd name="connsiteX4-79" fmla="*/ 0 w 3786126"/>
              <a:gd name="connsiteY4-80" fmla="*/ 0 h 3981450"/>
              <a:gd name="connsiteX0-81" fmla="*/ 0 w 4032226"/>
              <a:gd name="connsiteY0-82" fmla="*/ 0 h 4003693"/>
              <a:gd name="connsiteX1-83" fmla="*/ 3409950 w 4032226"/>
              <a:gd name="connsiteY1-84" fmla="*/ 2076450 h 4003693"/>
              <a:gd name="connsiteX2-85" fmla="*/ 3943350 w 4032226"/>
              <a:gd name="connsiteY2-86" fmla="*/ 4003693 h 4003693"/>
              <a:gd name="connsiteX3-87" fmla="*/ 0 w 4032226"/>
              <a:gd name="connsiteY3-88" fmla="*/ 3981450 h 4003693"/>
              <a:gd name="connsiteX4-89" fmla="*/ 0 w 4032226"/>
              <a:gd name="connsiteY4-90" fmla="*/ 0 h 4003693"/>
              <a:gd name="connsiteX0-91" fmla="*/ 0 w 3948509"/>
              <a:gd name="connsiteY0-92" fmla="*/ 0 h 4003693"/>
              <a:gd name="connsiteX1-93" fmla="*/ 3409950 w 3948509"/>
              <a:gd name="connsiteY1-94" fmla="*/ 2076450 h 4003693"/>
              <a:gd name="connsiteX2-95" fmla="*/ 3943350 w 3948509"/>
              <a:gd name="connsiteY2-96" fmla="*/ 4003693 h 4003693"/>
              <a:gd name="connsiteX3-97" fmla="*/ 0 w 3948509"/>
              <a:gd name="connsiteY3-98" fmla="*/ 3981450 h 4003693"/>
              <a:gd name="connsiteX4-99" fmla="*/ 0 w 3948509"/>
              <a:gd name="connsiteY4-100" fmla="*/ 0 h 4003693"/>
              <a:gd name="connsiteX0-101" fmla="*/ 0 w 3943350"/>
              <a:gd name="connsiteY0-102" fmla="*/ 0 h 4003693"/>
              <a:gd name="connsiteX1-103" fmla="*/ 3333750 w 3943350"/>
              <a:gd name="connsiteY1-104" fmla="*/ 1942994 h 4003693"/>
              <a:gd name="connsiteX2-105" fmla="*/ 3943350 w 3943350"/>
              <a:gd name="connsiteY2-106" fmla="*/ 4003693 h 4003693"/>
              <a:gd name="connsiteX3-107" fmla="*/ 0 w 3943350"/>
              <a:gd name="connsiteY3-108" fmla="*/ 3981450 h 4003693"/>
              <a:gd name="connsiteX4-109" fmla="*/ 0 w 3943350"/>
              <a:gd name="connsiteY4-110" fmla="*/ 0 h 4003693"/>
              <a:gd name="connsiteX0-111" fmla="*/ 0 w 4152900"/>
              <a:gd name="connsiteY0-112" fmla="*/ 0 h 3981450"/>
              <a:gd name="connsiteX1-113" fmla="*/ 3333750 w 4152900"/>
              <a:gd name="connsiteY1-114" fmla="*/ 1942994 h 3981450"/>
              <a:gd name="connsiteX2-115" fmla="*/ 4152900 w 4152900"/>
              <a:gd name="connsiteY2-116" fmla="*/ 3981450 h 3981450"/>
              <a:gd name="connsiteX3-117" fmla="*/ 0 w 4152900"/>
              <a:gd name="connsiteY3-118" fmla="*/ 3981450 h 3981450"/>
              <a:gd name="connsiteX4-119" fmla="*/ 0 w 4152900"/>
              <a:gd name="connsiteY4-120" fmla="*/ 0 h 3981450"/>
              <a:gd name="connsiteX0-121" fmla="*/ 0 w 4152900"/>
              <a:gd name="connsiteY0-122" fmla="*/ 0 h 3981450"/>
              <a:gd name="connsiteX1-123" fmla="*/ 3333750 w 4152900"/>
              <a:gd name="connsiteY1-124" fmla="*/ 1942994 h 3981450"/>
              <a:gd name="connsiteX2-125" fmla="*/ 4152900 w 4152900"/>
              <a:gd name="connsiteY2-126" fmla="*/ 3981450 h 3981450"/>
              <a:gd name="connsiteX3-127" fmla="*/ 0 w 4152900"/>
              <a:gd name="connsiteY3-128" fmla="*/ 3981450 h 3981450"/>
              <a:gd name="connsiteX4-129" fmla="*/ 0 w 4152900"/>
              <a:gd name="connsiteY4-130" fmla="*/ 0 h 3981450"/>
              <a:gd name="connsiteX0-131" fmla="*/ 0 w 4152900"/>
              <a:gd name="connsiteY0-132" fmla="*/ 0 h 3981450"/>
              <a:gd name="connsiteX1-133" fmla="*/ 3200400 w 4152900"/>
              <a:gd name="connsiteY1-134" fmla="*/ 1720566 h 3981450"/>
              <a:gd name="connsiteX2-135" fmla="*/ 4152900 w 4152900"/>
              <a:gd name="connsiteY2-136" fmla="*/ 3981450 h 3981450"/>
              <a:gd name="connsiteX3-137" fmla="*/ 0 w 4152900"/>
              <a:gd name="connsiteY3-138" fmla="*/ 3981450 h 3981450"/>
              <a:gd name="connsiteX4-139" fmla="*/ 0 w 4152900"/>
              <a:gd name="connsiteY4-140" fmla="*/ 0 h 3981450"/>
              <a:gd name="connsiteX0-141" fmla="*/ 0 w 4152900"/>
              <a:gd name="connsiteY0-142" fmla="*/ 0 h 3981450"/>
              <a:gd name="connsiteX1-143" fmla="*/ 3200400 w 4152900"/>
              <a:gd name="connsiteY1-144" fmla="*/ 1720566 h 3981450"/>
              <a:gd name="connsiteX2-145" fmla="*/ 4152900 w 4152900"/>
              <a:gd name="connsiteY2-146" fmla="*/ 3981450 h 3981450"/>
              <a:gd name="connsiteX3-147" fmla="*/ 0 w 4152900"/>
              <a:gd name="connsiteY3-148" fmla="*/ 3981450 h 3981450"/>
              <a:gd name="connsiteX4-149" fmla="*/ 0 w 4152900"/>
              <a:gd name="connsiteY4-150" fmla="*/ 0 h 39814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152900" h="3981450">
                <a:moveTo>
                  <a:pt x="0" y="0"/>
                </a:moveTo>
                <a:cubicBezTo>
                  <a:pt x="762000" y="1189072"/>
                  <a:pt x="2584450" y="1190447"/>
                  <a:pt x="3200400" y="1720566"/>
                </a:cubicBezTo>
                <a:cubicBezTo>
                  <a:pt x="3816350" y="2250685"/>
                  <a:pt x="3971925" y="2641175"/>
                  <a:pt x="4152900" y="3981450"/>
                </a:cubicBezTo>
                <a:lnTo>
                  <a:pt x="0" y="3981450"/>
                </a:lnTo>
                <a:lnTo>
                  <a:pt x="0" y="0"/>
                </a:lnTo>
                <a:close/>
              </a:path>
            </a:pathLst>
          </a:custGeom>
          <a:gradFill>
            <a:gsLst>
              <a:gs pos="0">
                <a:srgbClr val="EFC879">
                  <a:alpha val="0"/>
                </a:srgbClr>
              </a:gs>
              <a:gs pos="100000">
                <a:srgbClr val="AF1E22">
                  <a:alpha val="0"/>
                </a:srgbClr>
              </a:gs>
              <a:gs pos="60000">
                <a:srgbClr val="D07C98">
                  <a:alpha val="15000"/>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4" name="文本框 13"/>
          <p:cNvSpPr txBox="1"/>
          <p:nvPr/>
        </p:nvSpPr>
        <p:spPr>
          <a:xfrm>
            <a:off x="3895724" y="2908"/>
            <a:ext cx="4357370" cy="768350"/>
          </a:xfrm>
          <a:prstGeom prst="rect">
            <a:avLst/>
          </a:prstGeom>
          <a:noFill/>
        </p:spPr>
        <p:txBody>
          <a:bodyPr wrap="square" rtlCol="0">
            <a:spAutoFit/>
          </a:bodyPr>
          <a:lstStyle/>
          <a:p>
            <a:pPr algn="ctr"/>
            <a:r>
              <a:rPr lang="zh-CN" altLang="en-US" sz="4400" dirty="0">
                <a:solidFill>
                  <a:srgbClr val="C80F19"/>
                </a:solidFill>
                <a:latin typeface="华文新魏" panose="02010800040101010101" pitchFamily="2" charset="-122"/>
                <a:ea typeface="华文新魏" panose="02010800040101010101" pitchFamily="2" charset="-122"/>
              </a:rPr>
              <a:t>课程目录</a:t>
            </a:r>
          </a:p>
        </p:txBody>
      </p:sp>
      <p:cxnSp>
        <p:nvCxnSpPr>
          <p:cNvPr id="16" name="直接连接符 91"/>
          <p:cNvCxnSpPr/>
          <p:nvPr/>
        </p:nvCxnSpPr>
        <p:spPr>
          <a:xfrm>
            <a:off x="2148522" y="774105"/>
            <a:ext cx="7894955"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90150" y="944724"/>
            <a:ext cx="11161240" cy="5619487"/>
          </a:xfrm>
          <a:prstGeom prst="rect">
            <a:avLst/>
          </a:prstGeom>
          <a:noFill/>
        </p:spPr>
        <p:txBody>
          <a:bodyPr wrap="square" rtlCol="0">
            <a:spAutoFit/>
          </a:bodyPr>
          <a:lstStyle/>
          <a:p>
            <a:pPr algn="ctr">
              <a:lnSpc>
                <a:spcPts val="2280"/>
              </a:lnSpc>
            </a:pPr>
            <a:endParaRPr lang="en-US" altLang="zh-CN" sz="2400" b="1" dirty="0">
              <a:solidFill>
                <a:srgbClr val="FF0000"/>
              </a:solidFill>
              <a:latin typeface="+mn-ea"/>
            </a:endParaRPr>
          </a:p>
          <a:p>
            <a:pPr>
              <a:lnSpc>
                <a:spcPts val="2280"/>
              </a:lnSpc>
            </a:pPr>
            <a:r>
              <a:rPr lang="zh-CN" altLang="en-US" sz="2400" b="1" dirty="0">
                <a:solidFill>
                  <a:srgbClr val="FF0000"/>
                </a:solidFill>
                <a:latin typeface="+mn-ea"/>
              </a:rPr>
              <a:t>          </a:t>
            </a:r>
            <a:endParaRPr lang="en-US" altLang="zh-CN" sz="2400" b="1" dirty="0">
              <a:solidFill>
                <a:srgbClr val="FF0000"/>
              </a:solidFill>
              <a:latin typeface="+mn-ea"/>
            </a:endParaRPr>
          </a:p>
          <a:p>
            <a:pPr>
              <a:lnSpc>
                <a:spcPts val="2280"/>
              </a:lnSpc>
            </a:pPr>
            <a:r>
              <a:rPr lang="en-US" altLang="zh-CN" sz="2400" b="1" dirty="0">
                <a:solidFill>
                  <a:srgbClr val="FF0000"/>
                </a:solidFill>
                <a:latin typeface="+mn-ea"/>
              </a:rPr>
              <a:t>         </a:t>
            </a:r>
            <a:r>
              <a:rPr lang="zh-CN" altLang="en-US" sz="2800" b="1" dirty="0">
                <a:solidFill>
                  <a:srgbClr val="FF0000"/>
                </a:solidFill>
                <a:latin typeface="华文新魏" panose="02010800040101010101" pitchFamily="2" charset="-122"/>
                <a:ea typeface="华文新魏" panose="02010800040101010101" pitchFamily="2" charset="-122"/>
              </a:rPr>
              <a:t>第三部分  </a:t>
            </a:r>
            <a:r>
              <a:rPr lang="zh-CN" altLang="en-US" sz="2800" b="1" dirty="0">
                <a:solidFill>
                  <a:srgbClr val="FF0000"/>
                </a:solidFill>
                <a:highlight>
                  <a:srgbClr val="FFFF00"/>
                </a:highlight>
                <a:latin typeface="华文新魏" panose="02010800040101010101" pitchFamily="2" charset="-122"/>
                <a:ea typeface="华文新魏" panose="02010800040101010101" pitchFamily="2" charset="-122"/>
              </a:rPr>
              <a:t>新时代坚持和发展中国特色社会主义的重要保障</a:t>
            </a:r>
            <a:endParaRPr lang="en-US" altLang="zh-CN" sz="2800" b="1" dirty="0">
              <a:solidFill>
                <a:srgbClr val="FF0000"/>
              </a:solidFill>
              <a:highlight>
                <a:srgbClr val="FFFF00"/>
              </a:highlight>
              <a:latin typeface="华文新魏" panose="02010800040101010101" pitchFamily="2" charset="-122"/>
              <a:ea typeface="华文新魏" panose="02010800040101010101" pitchFamily="2" charset="-122"/>
            </a:endParaRPr>
          </a:p>
          <a:p>
            <a:pPr>
              <a:lnSpc>
                <a:spcPts val="2280"/>
              </a:lnSpc>
            </a:pPr>
            <a:endParaRPr lang="en-US" altLang="zh-CN" sz="2800" b="1" dirty="0">
              <a:latin typeface="+mn-ea"/>
            </a:endParaRPr>
          </a:p>
          <a:p>
            <a:pPr>
              <a:lnSpc>
                <a:spcPts val="2280"/>
              </a:lnSpc>
            </a:pPr>
            <a:r>
              <a:rPr lang="zh-CN" altLang="en-US" sz="2800" b="1" dirty="0">
                <a:latin typeface="+mn-ea"/>
              </a:rPr>
              <a:t>       </a:t>
            </a:r>
            <a:r>
              <a:rPr lang="zh-CN" altLang="en-US" sz="2800" b="1" dirty="0">
                <a:latin typeface="华文新魏" panose="02010800040101010101" pitchFamily="2" charset="-122"/>
                <a:ea typeface="华文新魏" panose="02010800040101010101" pitchFamily="2" charset="-122"/>
              </a:rPr>
              <a:t>第十三章  维护和塑造国家安全</a:t>
            </a:r>
            <a:endParaRPr lang="en-US" altLang="zh-CN" sz="2800" b="1" dirty="0">
              <a:latin typeface="华文新魏" panose="02010800040101010101" pitchFamily="2" charset="-122"/>
              <a:ea typeface="华文新魏" panose="02010800040101010101" pitchFamily="2" charset="-122"/>
            </a:endParaRPr>
          </a:p>
          <a:p>
            <a:pPr>
              <a:lnSpc>
                <a:spcPts val="2280"/>
              </a:lnSpc>
            </a:pPr>
            <a:endParaRPr lang="en-US" altLang="zh-CN" sz="2800" b="1" dirty="0">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             第十四章  建设巩固国防和强大人民军队（</a:t>
            </a:r>
            <a:r>
              <a:rPr lang="zh-CN" altLang="en-US" sz="2800" b="1" dirty="0">
                <a:solidFill>
                  <a:srgbClr val="FF0000"/>
                </a:solidFill>
                <a:latin typeface="华文新魏" panose="02010800040101010101" pitchFamily="2" charset="-122"/>
                <a:ea typeface="华文新魏" panose="02010800040101010101" pitchFamily="2" charset="-122"/>
              </a:rPr>
              <a:t>习近平强军思想</a:t>
            </a:r>
            <a:r>
              <a:rPr lang="zh-CN" altLang="en-US" sz="2800" b="1" dirty="0">
                <a:latin typeface="华文新魏" panose="02010800040101010101" pitchFamily="2" charset="-122"/>
                <a:ea typeface="华文新魏" panose="02010800040101010101" pitchFamily="2" charset="-122"/>
              </a:rPr>
              <a:t>）</a:t>
            </a:r>
            <a:endParaRPr lang="en-US" altLang="zh-CN" sz="2800" b="1" dirty="0">
              <a:latin typeface="华文新魏" panose="02010800040101010101" pitchFamily="2" charset="-122"/>
              <a:ea typeface="华文新魏" panose="02010800040101010101" pitchFamily="2" charset="-122"/>
            </a:endParaRPr>
          </a:p>
          <a:p>
            <a:pPr algn="ctr">
              <a:lnSpc>
                <a:spcPts val="2280"/>
              </a:lnSpc>
            </a:pPr>
            <a:endParaRPr lang="en-US" altLang="zh-CN" sz="2800" b="1" dirty="0">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             第十五章  坚持“一国两制”和推进祖国完全统一</a:t>
            </a:r>
            <a:endParaRPr lang="en-US" altLang="zh-CN" sz="2800" b="1" dirty="0">
              <a:latin typeface="华文新魏" panose="02010800040101010101" pitchFamily="2" charset="-122"/>
              <a:ea typeface="华文新魏" panose="02010800040101010101" pitchFamily="2" charset="-122"/>
            </a:endParaRPr>
          </a:p>
          <a:p>
            <a:pPr>
              <a:lnSpc>
                <a:spcPts val="2280"/>
              </a:lnSpc>
            </a:pPr>
            <a:endParaRPr lang="en-US" altLang="zh-CN" sz="2800" b="1" dirty="0">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             第十六章  中国特色大国外交和推动构建人类命运共同体</a:t>
            </a:r>
            <a:endParaRPr lang="en-US" altLang="zh-CN" sz="2800" b="1" dirty="0">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习近平外交思想</a:t>
            </a:r>
            <a:r>
              <a:rPr lang="zh-CN" altLang="en-US" sz="2800" b="1" dirty="0">
                <a:latin typeface="华文新魏" panose="02010800040101010101" pitchFamily="2" charset="-122"/>
                <a:ea typeface="华文新魏" panose="02010800040101010101" pitchFamily="2" charset="-122"/>
              </a:rPr>
              <a:t>）</a:t>
            </a:r>
            <a:endParaRPr lang="en-US" altLang="zh-CN" sz="2800" b="1" dirty="0">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         </a:t>
            </a:r>
            <a:endParaRPr lang="en-US" altLang="zh-CN" sz="2800" b="1" dirty="0">
              <a:latin typeface="华文新魏" panose="02010800040101010101" pitchFamily="2" charset="-122"/>
              <a:ea typeface="华文新魏" panose="02010800040101010101" pitchFamily="2" charset="-122"/>
            </a:endParaRPr>
          </a:p>
          <a:p>
            <a:pPr>
              <a:lnSpc>
                <a:spcPts val="2280"/>
              </a:lnSpc>
            </a:pPr>
            <a:r>
              <a:rPr lang="zh-CN" altLang="en-US" sz="2800" b="1" dirty="0">
                <a:latin typeface="华文新魏" panose="02010800040101010101" pitchFamily="2" charset="-122"/>
                <a:ea typeface="华文新魏" panose="02010800040101010101" pitchFamily="2" charset="-122"/>
              </a:rPr>
              <a:t>             第十七章  全面从严治党                           </a:t>
            </a:r>
            <a:endParaRPr lang="en-US" altLang="zh-CN" sz="2800" b="1" dirty="0">
              <a:latin typeface="华文新魏" panose="02010800040101010101" pitchFamily="2" charset="-122"/>
              <a:ea typeface="华文新魏" panose="02010800040101010101" pitchFamily="2" charset="-122"/>
            </a:endParaRPr>
          </a:p>
          <a:p>
            <a:pPr>
              <a:lnSpc>
                <a:spcPts val="2280"/>
              </a:lnSpc>
            </a:pPr>
            <a:r>
              <a:rPr lang="en-US" altLang="zh-CN" sz="2800" b="1" dirty="0">
                <a:latin typeface="+mn-ea"/>
              </a:rPr>
              <a:t>                            </a:t>
            </a:r>
          </a:p>
          <a:p>
            <a:pPr>
              <a:lnSpc>
                <a:spcPts val="2280"/>
              </a:lnSpc>
            </a:pPr>
            <a:r>
              <a:rPr lang="zh-CN" altLang="en-US" sz="2400" b="1" dirty="0">
                <a:latin typeface="+mn-ea"/>
              </a:rPr>
              <a:t>          </a:t>
            </a:r>
          </a:p>
          <a:p>
            <a:pPr algn="ctr">
              <a:lnSpc>
                <a:spcPts val="2080"/>
              </a:lnSpc>
            </a:pPr>
            <a:endParaRPr lang="zh-CN" altLang="en-US" sz="2400" b="1" dirty="0">
              <a:latin typeface="微软雅黑" panose="020B0503020204020204" charset="-122"/>
              <a:ea typeface="微软雅黑" panose="020B0503020204020204" charset="-122"/>
            </a:endParaRPr>
          </a:p>
          <a:p>
            <a:pPr algn="ctr">
              <a:lnSpc>
                <a:spcPts val="2080"/>
              </a:lnSpc>
            </a:pPr>
            <a:endParaRPr lang="zh-CN" altLang="en-US" sz="2400" dirty="0"/>
          </a:p>
          <a:p>
            <a:pPr>
              <a:lnSpc>
                <a:spcPts val="2080"/>
              </a:lnSpc>
            </a:pPr>
            <a:r>
              <a:rPr kumimoji="1" lang="zh-CN" altLang="en-US"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1000" fill="hold"/>
                                        <p:tgtEl>
                                          <p:spTgt spid="85"/>
                                        </p:tgtEl>
                                        <p:attrNameLst>
                                          <p:attrName>ppt_x</p:attrName>
                                        </p:attrNameLst>
                                      </p:cBhvr>
                                      <p:tavLst>
                                        <p:tav tm="0">
                                          <p:val>
                                            <p:strVal val="#ppt_x"/>
                                          </p:val>
                                        </p:tav>
                                        <p:tav tm="100000">
                                          <p:val>
                                            <p:strVal val="#ppt_x"/>
                                          </p:val>
                                        </p:tav>
                                      </p:tavLst>
                                    </p:anim>
                                    <p:anim calcmode="lin" valueType="num">
                                      <p:cBhvr additive="base">
                                        <p:cTn id="8" dur="1000" fill="hold"/>
                                        <p:tgtEl>
                                          <p:spTgt spid="8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400"/>
                                  </p:stCondLst>
                                  <p:childTnLst>
                                    <p:set>
                                      <p:cBhvr>
                                        <p:cTn id="10" dur="1" fill="hold">
                                          <p:stCondLst>
                                            <p:cond delay="0"/>
                                          </p:stCondLst>
                                        </p:cTn>
                                        <p:tgtEl>
                                          <p:spTgt spid="107"/>
                                        </p:tgtEl>
                                        <p:attrNameLst>
                                          <p:attrName>style.visibility</p:attrName>
                                        </p:attrNameLst>
                                      </p:cBhvr>
                                      <p:to>
                                        <p:strVal val="visible"/>
                                      </p:to>
                                    </p:set>
                                    <p:anim calcmode="lin" valueType="num">
                                      <p:cBhvr additive="base">
                                        <p:cTn id="11" dur="1000" fill="hold"/>
                                        <p:tgtEl>
                                          <p:spTgt spid="107"/>
                                        </p:tgtEl>
                                        <p:attrNameLst>
                                          <p:attrName>ppt_x</p:attrName>
                                        </p:attrNameLst>
                                      </p:cBhvr>
                                      <p:tavLst>
                                        <p:tav tm="0">
                                          <p:val>
                                            <p:strVal val="#ppt_x"/>
                                          </p:val>
                                        </p:tav>
                                        <p:tav tm="100000">
                                          <p:val>
                                            <p:strVal val="#ppt_x"/>
                                          </p:val>
                                        </p:tav>
                                      </p:tavLst>
                                    </p:anim>
                                    <p:anim calcmode="lin" valueType="num">
                                      <p:cBhvr additive="base">
                                        <p:cTn id="12" dur="1000" fill="hold"/>
                                        <p:tgtEl>
                                          <p:spTgt spid="107"/>
                                        </p:tgtEl>
                                        <p:attrNameLst>
                                          <p:attrName>ppt_y</p:attrName>
                                        </p:attrNameLst>
                                      </p:cBhvr>
                                      <p:tavLst>
                                        <p:tav tm="0">
                                          <p:val>
                                            <p:strVal val="0-#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86"/>
                                        </p:tgtEl>
                                        <p:attrNameLst>
                                          <p:attrName>style.visibility</p:attrName>
                                        </p:attrNameLst>
                                      </p:cBhvr>
                                      <p:to>
                                        <p:strVal val="visible"/>
                                      </p:to>
                                    </p:set>
                                    <p:animEffect transition="in" filter="fade">
                                      <p:cBhvr>
                                        <p:cTn id="15" dur="500"/>
                                        <p:tgtEl>
                                          <p:spTgt spid="86"/>
                                        </p:tgtEl>
                                      </p:cBhvr>
                                    </p:animEffect>
                                  </p:childTnLst>
                                </p:cTn>
                              </p:par>
                            </p:childTnLst>
                          </p:cTn>
                        </p:par>
                        <p:par>
                          <p:cTn id="16" fill="hold">
                            <p:stCondLst>
                              <p:cond delay="1000"/>
                            </p:stCondLst>
                            <p:childTnLst>
                              <p:par>
                                <p:cTn id="17" presetID="16" presetClass="entr" presetSubtype="37"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bldLvl="0" animBg="1"/>
      <p:bldP spid="85" grpId="0" bldLvl="0" animBg="1"/>
      <p:bldP spid="86"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564831" y="-27940"/>
            <a:ext cx="13569789" cy="6858000"/>
            <a:chOff x="-561021" y="0"/>
            <a:chExt cx="13569789" cy="6858000"/>
          </a:xfrm>
        </p:grpSpPr>
        <p:pic>
          <p:nvPicPr>
            <p:cNvPr id="25" name="图片 24"/>
            <p:cNvPicPr>
              <a:picLocks noChangeAspect="1"/>
            </p:cNvPicPr>
            <p:nvPr/>
          </p:nvPicPr>
          <p:blipFill>
            <a:blip r:embed="rId4"/>
            <a:srcRect l="46" t="4189" b="4281"/>
            <a:stretch>
              <a:fillRect/>
            </a:stretch>
          </p:blipFill>
          <p:spPr>
            <a:xfrm>
              <a:off x="-561021" y="2"/>
              <a:ext cx="13314043" cy="6857997"/>
            </a:xfrm>
            <a:custGeom>
              <a:avLst/>
              <a:gdLst>
                <a:gd name="connsiteX0" fmla="*/ 1278125 w 13314043"/>
                <a:gd name="connsiteY0" fmla="*/ 0 h 6857997"/>
                <a:gd name="connsiteX1" fmla="*/ 13314043 w 13314043"/>
                <a:gd name="connsiteY1" fmla="*/ 0 h 6857997"/>
                <a:gd name="connsiteX2" fmla="*/ 13314043 w 13314043"/>
                <a:gd name="connsiteY2" fmla="*/ 31963 h 6857997"/>
                <a:gd name="connsiteX3" fmla="*/ 12041875 w 13314043"/>
                <a:gd name="connsiteY3" fmla="*/ 6857997 h 6857997"/>
                <a:gd name="connsiteX4" fmla="*/ 0 w 13314043"/>
                <a:gd name="connsiteY4" fmla="*/ 6857997 h 685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4043" h="6857997">
                  <a:moveTo>
                    <a:pt x="1278125" y="0"/>
                  </a:moveTo>
                  <a:lnTo>
                    <a:pt x="13314043" y="0"/>
                  </a:lnTo>
                  <a:lnTo>
                    <a:pt x="13314043" y="31963"/>
                  </a:lnTo>
                  <a:lnTo>
                    <a:pt x="12041875" y="6857997"/>
                  </a:lnTo>
                  <a:lnTo>
                    <a:pt x="0" y="6857997"/>
                  </a:lnTo>
                  <a:close/>
                </a:path>
              </a:pathLst>
            </a:custGeom>
            <a:noFill/>
            <a:effectLst>
              <a:outerShdw blurRad="381000" sx="102000" sy="102000" algn="ctr" rotWithShape="0">
                <a:prstClr val="black">
                  <a:alpha val="10000"/>
                </a:prstClr>
              </a:outerShdw>
            </a:effectLst>
          </p:spPr>
        </p:pic>
        <p:sp>
          <p:nvSpPr>
            <p:cNvPr id="26" name="平行四边形 25"/>
            <p:cNvSpPr/>
            <p:nvPr/>
          </p:nvSpPr>
          <p:spPr>
            <a:xfrm>
              <a:off x="-561021" y="0"/>
              <a:ext cx="1512000" cy="6857999"/>
            </a:xfrm>
            <a:prstGeom prst="parallelogram">
              <a:avLst>
                <a:gd name="adj" fmla="val 84432"/>
              </a:avLst>
            </a:prstGeom>
            <a:gradFill flip="none" rotWithShape="1">
              <a:gsLst>
                <a:gs pos="35000">
                  <a:srgbClr val="FAE7D0"/>
                </a:gs>
                <a:gs pos="0">
                  <a:srgbClr val="FFFDEB"/>
                </a:gs>
                <a:gs pos="100000">
                  <a:srgbClr val="FFFDFD">
                    <a:alpha val="0"/>
                  </a:srgbClr>
                </a:gs>
              </a:gsLst>
              <a:lin ang="5400000" scaled="0"/>
              <a:tileRect/>
            </a:gradFill>
            <a:ln>
              <a:noFill/>
            </a:ln>
            <a:effectLst>
              <a:outerShdw blurRad="177800" dist="1524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27" name="平行四边形 26"/>
            <p:cNvSpPr/>
            <p:nvPr/>
          </p:nvSpPr>
          <p:spPr>
            <a:xfrm>
              <a:off x="11496768" y="1"/>
              <a:ext cx="1512000" cy="6857999"/>
            </a:xfrm>
            <a:prstGeom prst="parallelogram">
              <a:avLst>
                <a:gd name="adj" fmla="val 84432"/>
              </a:avLst>
            </a:prstGeom>
            <a:gradFill flip="none" rotWithShape="1">
              <a:gsLst>
                <a:gs pos="65000">
                  <a:srgbClr val="FAE7D0"/>
                </a:gs>
                <a:gs pos="100000">
                  <a:srgbClr val="FFFDEB"/>
                </a:gs>
                <a:gs pos="0">
                  <a:srgbClr val="FFFDFD">
                    <a:alpha val="0"/>
                  </a:srgbClr>
                </a:gs>
              </a:gsLst>
              <a:lin ang="5400000" scaled="0"/>
              <a:tileRect/>
            </a:gradFill>
            <a:ln>
              <a:noFill/>
            </a:ln>
            <a:effectLst>
              <a:outerShdw blurRad="177800" dist="1524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cxnSp>
        <p:nvCxnSpPr>
          <p:cNvPr id="28" name="直接连接符 27"/>
          <p:cNvCxnSpPr/>
          <p:nvPr/>
        </p:nvCxnSpPr>
        <p:spPr>
          <a:xfrm>
            <a:off x="1567737" y="1268760"/>
            <a:ext cx="0" cy="4680000"/>
          </a:xfrm>
          <a:prstGeom prst="line">
            <a:avLst/>
          </a:prstGeom>
          <a:ln>
            <a:gradFill>
              <a:gsLst>
                <a:gs pos="0">
                  <a:schemeClr val="accent4">
                    <a:lumMod val="20000"/>
                    <a:lumOff val="80000"/>
                  </a:schemeClr>
                </a:gs>
                <a:gs pos="100000">
                  <a:schemeClr val="accent4">
                    <a:lumMod val="20000"/>
                    <a:lumOff val="80000"/>
                    <a:alpha val="0"/>
                  </a:schemeClr>
                </a:gs>
              </a:gsLst>
              <a:lin ang="5400000" scaled="1"/>
            </a:gra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2255959" y="512555"/>
            <a:ext cx="9204204" cy="1000620"/>
            <a:chOff x="2534686" y="763380"/>
            <a:chExt cx="9204204" cy="1000620"/>
          </a:xfrm>
        </p:grpSpPr>
        <p:sp>
          <p:nvSpPr>
            <p:cNvPr id="4" name="文本框 3"/>
            <p:cNvSpPr txBox="1"/>
            <p:nvPr/>
          </p:nvSpPr>
          <p:spPr>
            <a:xfrm>
              <a:off x="2630326" y="763380"/>
              <a:ext cx="8100000" cy="82994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一、习近平新时代中国特色社会主义思想创立的时代背景</a:t>
              </a:r>
            </a:p>
            <a:p>
              <a:pPr marL="0" marR="0" lvl="0" indent="0" algn="ctr"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（“新思想”为何产生？）</a:t>
              </a:r>
            </a:p>
          </p:txBody>
        </p:sp>
        <p:cxnSp>
          <p:nvCxnSpPr>
            <p:cNvPr id="5" name="直接连接符 4"/>
            <p:cNvCxnSpPr/>
            <p:nvPr/>
          </p:nvCxnSpPr>
          <p:spPr>
            <a:xfrm>
              <a:off x="2534686" y="1764000"/>
              <a:ext cx="9204204"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2135505" y="1502410"/>
            <a:ext cx="9465945" cy="829945"/>
            <a:chOff x="2462686" y="1956828"/>
            <a:chExt cx="9360000" cy="829945"/>
          </a:xfrm>
        </p:grpSpPr>
        <p:sp>
          <p:nvSpPr>
            <p:cNvPr id="7" name="文本框 6"/>
            <p:cNvSpPr txBox="1"/>
            <p:nvPr/>
          </p:nvSpPr>
          <p:spPr>
            <a:xfrm>
              <a:off x="2462686" y="1956828"/>
              <a:ext cx="9360000" cy="82994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二、习近平新时代中国特色社会主义思想是“两个结合”的重大成果</a:t>
              </a:r>
            </a:p>
            <a:p>
              <a:pPr marL="0" marR="0" lvl="0" indent="0" algn="ctr"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（“新思想”如何产生？）</a:t>
              </a:r>
            </a:p>
          </p:txBody>
        </p:sp>
        <p:cxnSp>
          <p:nvCxnSpPr>
            <p:cNvPr id="8" name="直接连接符 7"/>
            <p:cNvCxnSpPr/>
            <p:nvPr/>
          </p:nvCxnSpPr>
          <p:spPr>
            <a:xfrm>
              <a:off x="2534686" y="2658998"/>
              <a:ext cx="9204204"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2123634" y="2433595"/>
            <a:ext cx="9360000" cy="1058405"/>
            <a:chOff x="2402361" y="1473239"/>
            <a:chExt cx="9360000" cy="1058405"/>
          </a:xfrm>
        </p:grpSpPr>
        <p:sp>
          <p:nvSpPr>
            <p:cNvPr id="16" name="文本框 15"/>
            <p:cNvSpPr txBox="1"/>
            <p:nvPr/>
          </p:nvSpPr>
          <p:spPr>
            <a:xfrm>
              <a:off x="2402361" y="1473239"/>
              <a:ext cx="9360000" cy="82994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三、习近平新时代中国特色社会主义思想是完整的科学体系</a:t>
              </a:r>
            </a:p>
            <a:p>
              <a:pPr marL="0" marR="0" lvl="0" indent="0" algn="ctr"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（“新思想”是什么？）</a:t>
              </a:r>
            </a:p>
          </p:txBody>
        </p:sp>
        <p:cxnSp>
          <p:nvCxnSpPr>
            <p:cNvPr id="17" name="直接连接符 16"/>
            <p:cNvCxnSpPr/>
            <p:nvPr/>
          </p:nvCxnSpPr>
          <p:spPr>
            <a:xfrm>
              <a:off x="2534686" y="2531644"/>
              <a:ext cx="9204204"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2123634" y="3498255"/>
            <a:ext cx="9360000" cy="829945"/>
            <a:chOff x="2301396" y="1862894"/>
            <a:chExt cx="9360000" cy="829945"/>
          </a:xfrm>
        </p:grpSpPr>
        <p:sp>
          <p:nvSpPr>
            <p:cNvPr id="3" name="文本框 2"/>
            <p:cNvSpPr txBox="1"/>
            <p:nvPr>
              <p:custDataLst>
                <p:tags r:id="rId1"/>
              </p:custDataLst>
            </p:nvPr>
          </p:nvSpPr>
          <p:spPr>
            <a:xfrm>
              <a:off x="2301396" y="1862894"/>
              <a:ext cx="9360000" cy="82994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四、习近平新时代中国特色社会主义思想的历史地位</a:t>
              </a:r>
            </a:p>
            <a:p>
              <a:pPr marL="0" marR="0" lvl="0" indent="0" algn="ctr"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（“新思想”有何价值？）</a:t>
              </a:r>
            </a:p>
          </p:txBody>
        </p:sp>
        <p:cxnSp>
          <p:nvCxnSpPr>
            <p:cNvPr id="6" name="直接连接符 5"/>
            <p:cNvCxnSpPr/>
            <p:nvPr>
              <p:custDataLst>
                <p:tags r:id="rId2"/>
              </p:custDataLst>
            </p:nvPr>
          </p:nvCxnSpPr>
          <p:spPr>
            <a:xfrm>
              <a:off x="2388636" y="2579034"/>
              <a:ext cx="9204204"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893445" y="1268730"/>
            <a:ext cx="596265" cy="3415030"/>
          </a:xfrm>
          <a:prstGeom prst="rect">
            <a:avLst/>
          </a:prstGeom>
          <a:noFill/>
        </p:spPr>
        <p:txBody>
          <a:bodyPr wrap="square" rtlCol="0">
            <a:spAutoFit/>
          </a:bodyPr>
          <a:lstStyle/>
          <a:p>
            <a:r>
              <a:rPr lang="zh-CN" altLang="en-US" sz="3600" b="1">
                <a:solidFill>
                  <a:srgbClr val="FFFF00"/>
                </a:solidFill>
              </a:rPr>
              <a:t>本书逻辑结构</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56000" y="560041"/>
            <a:ext cx="16200000" cy="5739959"/>
            <a:chOff x="-1656000" y="560041"/>
            <a:chExt cx="16200000" cy="5739959"/>
          </a:xfrm>
        </p:grpSpPr>
        <p:sp>
          <p:nvSpPr>
            <p:cNvPr id="60" name="平行四边形 59"/>
            <p:cNvSpPr/>
            <p:nvPr/>
          </p:nvSpPr>
          <p:spPr>
            <a:xfrm>
              <a:off x="-1656000" y="4788000"/>
              <a:ext cx="16200000" cy="1512000"/>
            </a:xfrm>
            <a:prstGeom prst="parallelogram">
              <a:avLst>
                <a:gd name="adj" fmla="val 147228"/>
              </a:avLst>
            </a:prstGeom>
            <a:solidFill>
              <a:schemeClr val="bg1">
                <a:lumMod val="95000"/>
              </a:schemeClr>
            </a:solidFill>
            <a:ln>
              <a:noFill/>
            </a:ln>
            <a:effectLst>
              <a:outerShdw dist="63500" dir="5400000" algn="t"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立方体 2"/>
            <p:cNvSpPr/>
            <p:nvPr/>
          </p:nvSpPr>
          <p:spPr>
            <a:xfrm>
              <a:off x="10433261" y="560041"/>
              <a:ext cx="1872000" cy="4320000"/>
            </a:xfrm>
            <a:prstGeom prst="cube">
              <a:avLst>
                <a:gd name="adj" fmla="val 4716"/>
              </a:avLst>
            </a:prstGeom>
            <a:gradFill>
              <a:gsLst>
                <a:gs pos="0">
                  <a:srgbClr val="F0BC7C"/>
                </a:gs>
                <a:gs pos="100000">
                  <a:schemeClr val="bg1">
                    <a:alpha val="0"/>
                  </a:schemeClr>
                </a:gs>
              </a:gsLst>
              <a:lin ang="5400000" scaled="0"/>
            </a:gra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1764000"/>
              <a:ext cx="1800000" cy="624176"/>
              <a:chOff x="11762383" y="4254174"/>
              <a:chExt cx="1800000" cy="624176"/>
            </a:xfrm>
          </p:grpSpPr>
          <p:sp>
            <p:nvSpPr>
              <p:cNvPr id="5" name="矩形 4"/>
              <p:cNvSpPr/>
              <p:nvPr/>
            </p:nvSpPr>
            <p:spPr>
              <a:xfrm>
                <a:off x="11762383" y="4254174"/>
                <a:ext cx="1800000" cy="144000"/>
              </a:xfrm>
              <a:prstGeom prst="rect">
                <a:avLst/>
              </a:prstGeom>
              <a:gradFill>
                <a:gsLst>
                  <a:gs pos="0">
                    <a:srgbClr val="FF9000"/>
                  </a:gs>
                  <a:gs pos="100000">
                    <a:srgbClr val="F7C973">
                      <a:alpha val="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矩形 5"/>
              <p:cNvSpPr/>
              <p:nvPr/>
            </p:nvSpPr>
            <p:spPr>
              <a:xfrm>
                <a:off x="11762383" y="4494262"/>
                <a:ext cx="1800000" cy="144000"/>
              </a:xfrm>
              <a:prstGeom prst="rect">
                <a:avLst/>
              </a:prstGeom>
              <a:gradFill>
                <a:gsLst>
                  <a:gs pos="0">
                    <a:srgbClr val="D49A78"/>
                  </a:gs>
                  <a:gs pos="100000">
                    <a:srgbClr val="FFFDFD"/>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矩形 6"/>
              <p:cNvSpPr/>
              <p:nvPr/>
            </p:nvSpPr>
            <p:spPr>
              <a:xfrm>
                <a:off x="11762383" y="4734350"/>
                <a:ext cx="1800000" cy="144000"/>
              </a:xfrm>
              <a:prstGeom prst="rect">
                <a:avLst/>
              </a:prstGeom>
              <a:gradFill>
                <a:gsLst>
                  <a:gs pos="0">
                    <a:srgbClr val="B00000"/>
                  </a:gs>
                  <a:gs pos="100000">
                    <a:srgbClr val="B00000">
                      <a:alpha val="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8" name="立方体 7"/>
            <p:cNvSpPr/>
            <p:nvPr/>
          </p:nvSpPr>
          <p:spPr>
            <a:xfrm>
              <a:off x="876000" y="930240"/>
              <a:ext cx="10440000" cy="5040000"/>
            </a:xfrm>
            <a:prstGeom prst="cube">
              <a:avLst>
                <a:gd name="adj" fmla="val 1344"/>
              </a:avLst>
            </a:prstGeom>
            <a:gradFill>
              <a:gsLst>
                <a:gs pos="0">
                  <a:srgbClr val="9E0406"/>
                </a:gs>
                <a:gs pos="100000">
                  <a:schemeClr val="accent2"/>
                </a:gs>
              </a:gsLst>
              <a:lin ang="1200000" scaled="0"/>
            </a:gra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p:cNvGrpSpPr/>
          <p:nvPr/>
        </p:nvGrpSpPr>
        <p:grpSpPr>
          <a:xfrm>
            <a:off x="1416000" y="1710406"/>
            <a:ext cx="9365113" cy="568907"/>
            <a:chOff x="1416000" y="1780152"/>
            <a:chExt cx="9365113" cy="568907"/>
          </a:xfrm>
        </p:grpSpPr>
        <p:cxnSp>
          <p:nvCxnSpPr>
            <p:cNvPr id="14" name="直接连接符 13"/>
            <p:cNvCxnSpPr/>
            <p:nvPr/>
          </p:nvCxnSpPr>
          <p:spPr>
            <a:xfrm>
              <a:off x="1416000" y="2349059"/>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1421113" y="1780152"/>
              <a:ext cx="9360000" cy="42989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（一）时代背景：“两个大局”同步交织、相互激荡</a:t>
              </a:r>
            </a:p>
          </p:txBody>
        </p:sp>
      </p:grpSp>
      <p:grpSp>
        <p:nvGrpSpPr>
          <p:cNvPr id="19" name="组合 18"/>
          <p:cNvGrpSpPr/>
          <p:nvPr/>
        </p:nvGrpSpPr>
        <p:grpSpPr>
          <a:xfrm>
            <a:off x="1239517" y="2283857"/>
            <a:ext cx="9536483" cy="954402"/>
            <a:chOff x="1239517" y="1394657"/>
            <a:chExt cx="9536483" cy="954402"/>
          </a:xfrm>
        </p:grpSpPr>
        <p:cxnSp>
          <p:nvCxnSpPr>
            <p:cNvPr id="20" name="直接连接符 19"/>
            <p:cNvCxnSpPr/>
            <p:nvPr/>
          </p:nvCxnSpPr>
          <p:spPr>
            <a:xfrm>
              <a:off x="1416000" y="2349059"/>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1239517" y="1394657"/>
              <a:ext cx="9360000" cy="944939"/>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pPr>
                <a:lnSpc>
                  <a:spcPts val="3500"/>
                </a:lnSpc>
              </a:pPr>
              <a:r>
                <a:rPr lang="zh-CN" altLang="en-US" sz="2200" dirty="0">
                  <a:solidFill>
                    <a:schemeClr val="bg1"/>
                  </a:solidFill>
                  <a:effectLst>
                    <a:outerShdw blurRad="38100" dist="38100" dir="2700000" algn="tl">
                      <a:srgbClr val="000000">
                        <a:alpha val="43137"/>
                      </a:srgbClr>
                    </a:outerShdw>
                  </a:effectLst>
                </a:rPr>
                <a:t>  （二）历史方位：  中国特色社会主义进入新时代，科学社会主义在</a:t>
              </a:r>
              <a:r>
                <a:rPr lang="en-US" altLang="zh-CN" sz="2200" dirty="0">
                  <a:solidFill>
                    <a:schemeClr val="bg1"/>
                  </a:solidFill>
                  <a:effectLst>
                    <a:outerShdw blurRad="38100" dist="38100" dir="2700000" algn="tl">
                      <a:srgbClr val="000000">
                        <a:alpha val="43137"/>
                      </a:srgbClr>
                    </a:outerShdw>
                  </a:effectLst>
                </a:rPr>
                <a:t>21</a:t>
              </a:r>
              <a:r>
                <a:rPr lang="zh-CN" altLang="en-US" sz="2200" dirty="0">
                  <a:solidFill>
                    <a:schemeClr val="bg1"/>
                  </a:solidFill>
                  <a:effectLst>
                    <a:outerShdw blurRad="38100" dist="38100" dir="2700000" algn="tl">
                      <a:srgbClr val="000000">
                        <a:alpha val="43137"/>
                      </a:srgbClr>
                    </a:outerShdw>
                  </a:effectLst>
                </a:rPr>
                <a:t>世纪的中国焕发新的蓬勃生机</a:t>
              </a:r>
            </a:p>
          </p:txBody>
        </p:sp>
      </p:grpSp>
      <p:grpSp>
        <p:nvGrpSpPr>
          <p:cNvPr id="22" name="组合 21"/>
          <p:cNvGrpSpPr/>
          <p:nvPr/>
        </p:nvGrpSpPr>
        <p:grpSpPr>
          <a:xfrm>
            <a:off x="1416000" y="3628298"/>
            <a:ext cx="9365113" cy="568907"/>
            <a:chOff x="1416000" y="1780152"/>
            <a:chExt cx="9365113" cy="568907"/>
          </a:xfrm>
        </p:grpSpPr>
        <p:cxnSp>
          <p:nvCxnSpPr>
            <p:cNvPr id="23" name="直接连接符 22"/>
            <p:cNvCxnSpPr/>
            <p:nvPr/>
          </p:nvCxnSpPr>
          <p:spPr>
            <a:xfrm>
              <a:off x="1416000" y="2349059"/>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421113" y="1780152"/>
              <a:ext cx="9360000" cy="42989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（三）实践基础：  中国式现代化全面推进拓展</a:t>
              </a:r>
            </a:p>
          </p:txBody>
        </p:sp>
      </p:grpSp>
      <p:grpSp>
        <p:nvGrpSpPr>
          <p:cNvPr id="25" name="组合 24"/>
          <p:cNvGrpSpPr/>
          <p:nvPr/>
        </p:nvGrpSpPr>
        <p:grpSpPr>
          <a:xfrm>
            <a:off x="1416000" y="4587244"/>
            <a:ext cx="9365113" cy="568907"/>
            <a:chOff x="1416000" y="1780152"/>
            <a:chExt cx="9365113" cy="568907"/>
          </a:xfrm>
        </p:grpSpPr>
        <p:cxnSp>
          <p:nvCxnSpPr>
            <p:cNvPr id="26" name="直接连接符 25"/>
            <p:cNvCxnSpPr/>
            <p:nvPr/>
          </p:nvCxnSpPr>
          <p:spPr>
            <a:xfrm>
              <a:off x="1416000" y="2349059"/>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421113" y="1780152"/>
              <a:ext cx="9360000" cy="42989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（四）组织保障：中国共产党自我革命</a:t>
              </a:r>
              <a:endParaRPr lang="en-US" altLang="zh-CN" sz="2200" dirty="0">
                <a:solidFill>
                  <a:schemeClr val="bg1"/>
                </a:solidFill>
                <a:effectLst>
                  <a:outerShdw blurRad="38100" dist="38100" dir="2700000" algn="tl">
                    <a:srgbClr val="000000">
                      <a:alpha val="43137"/>
                    </a:srgbClr>
                  </a:outerShdw>
                </a:effectLst>
              </a:endParaRPr>
            </a:p>
          </p:txBody>
        </p:sp>
      </p:grpSp>
      <p:sp>
        <p:nvSpPr>
          <p:cNvPr id="9" name="文本框 8"/>
          <p:cNvSpPr txBox="1"/>
          <p:nvPr/>
        </p:nvSpPr>
        <p:spPr>
          <a:xfrm>
            <a:off x="1109980" y="1106805"/>
            <a:ext cx="9490075" cy="460375"/>
          </a:xfrm>
          <a:prstGeom prst="rect">
            <a:avLst/>
          </a:prstGeom>
          <a:noFill/>
        </p:spPr>
        <p:txBody>
          <a:bodyPr wrap="square" rtlCol="0" anchor="t">
            <a:spAutoFit/>
          </a:bodyPr>
          <a:lstStyle/>
          <a:p>
            <a:r>
              <a:rPr lang="zh-CN" altLang="en-US" sz="2400" b="1"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sym typeface="+mn-ea"/>
              </a:rPr>
              <a:t>一、习近平新时代中国特色社会主义思想创立的时代背景</a:t>
            </a:r>
          </a:p>
        </p:txBody>
      </p:sp>
      <p:cxnSp>
        <p:nvCxnSpPr>
          <p:cNvPr id="10" name="直接连接符 9"/>
          <p:cNvCxnSpPr/>
          <p:nvPr>
            <p:custDataLst>
              <p:tags r:id="rId1"/>
            </p:custDataLst>
          </p:nvPr>
        </p:nvCxnSpPr>
        <p:spPr>
          <a:xfrm>
            <a:off x="1073100" y="1638790"/>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15745" y="935990"/>
            <a:ext cx="9175750" cy="429895"/>
          </a:xfrm>
          <a:prstGeom prst="rect">
            <a:avLst/>
          </a:prstGeom>
          <a:noFill/>
        </p:spPr>
        <p:txBody>
          <a:bodyPr wrap="square" rtlCol="0">
            <a:spAutoFit/>
          </a:bodyPr>
          <a:lstStyle/>
          <a:p>
            <a:pPr algn="ctr">
              <a:buClr>
                <a:srgbClr val="C00000"/>
              </a:buClr>
              <a:buSzPct val="80000"/>
            </a:pPr>
            <a:r>
              <a:rPr lang="zh-CN" altLang="en-US" sz="2200" b="1" dirty="0">
                <a:solidFill>
                  <a:schemeClr val="tx1">
                    <a:lumMod val="95000"/>
                    <a:lumOff val="5000"/>
                  </a:schemeClr>
                </a:solidFill>
                <a:latin typeface="微软雅黑" panose="020B0503020204020204" charset="-122"/>
                <a:ea typeface="微软雅黑" panose="020B0503020204020204" charset="-122"/>
              </a:rPr>
              <a:t>二、习近平新时代中国特色社会主义思想是“两个结合”的重大成果</a:t>
            </a:r>
          </a:p>
        </p:txBody>
      </p:sp>
      <p:grpSp>
        <p:nvGrpSpPr>
          <p:cNvPr id="3" name="组合 2"/>
          <p:cNvGrpSpPr/>
          <p:nvPr/>
        </p:nvGrpSpPr>
        <p:grpSpPr>
          <a:xfrm>
            <a:off x="949488" y="1772506"/>
            <a:ext cx="10293024" cy="3818085"/>
            <a:chOff x="1064709" y="1638633"/>
            <a:chExt cx="10293024" cy="3818085"/>
          </a:xfrm>
        </p:grpSpPr>
        <p:sp>
          <p:nvSpPr>
            <p:cNvPr id="4" name="图文框 3"/>
            <p:cNvSpPr/>
            <p:nvPr/>
          </p:nvSpPr>
          <p:spPr>
            <a:xfrm>
              <a:off x="1064709" y="1638633"/>
              <a:ext cx="10080000" cy="3600000"/>
            </a:xfrm>
            <a:prstGeom prst="frame">
              <a:avLst>
                <a:gd name="adj1" fmla="val 3688"/>
              </a:avLst>
            </a:prstGeom>
            <a:gradFill flip="none" rotWithShape="1">
              <a:gsLst>
                <a:gs pos="0">
                  <a:srgbClr val="B00000"/>
                </a:gs>
                <a:gs pos="100000">
                  <a:srgbClr val="C00000"/>
                </a:gs>
              </a:gsLst>
              <a:lin ang="1800000" scaled="0"/>
              <a:tileRect/>
            </a:gradFill>
            <a:ln>
              <a:noFill/>
            </a:ln>
            <a:effectLst>
              <a:outerShdw blurRad="177800" dist="1524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277733" y="1856718"/>
              <a:ext cx="10080000" cy="3600000"/>
              <a:chOff x="1277733" y="1856718"/>
              <a:chExt cx="10080000" cy="3600000"/>
            </a:xfrm>
          </p:grpSpPr>
          <p:sp>
            <p:nvSpPr>
              <p:cNvPr id="6" name="矩形 5"/>
              <p:cNvSpPr/>
              <p:nvPr/>
            </p:nvSpPr>
            <p:spPr>
              <a:xfrm>
                <a:off x="1277733" y="1856718"/>
                <a:ext cx="10080000" cy="3600000"/>
              </a:xfrm>
              <a:prstGeom prst="rect">
                <a:avLst/>
              </a:prstGeom>
              <a:solidFill>
                <a:schemeClr val="bg1"/>
              </a:solidFill>
              <a:ln>
                <a:noFill/>
              </a:ln>
              <a:effectLst>
                <a:outerShdw blurRad="177800" dist="1524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brightnessContrast contrast="40000"/>
                        </a14:imgEffect>
                        <a14:imgEffect>
                          <a14:sharpenSoften amount="25000"/>
                        </a14:imgEffect>
                      </a14:imgLayer>
                    </a14:imgProps>
                  </a:ext>
                  <a:ext uri="{28A0092B-C50C-407E-A947-70E740481C1C}">
                    <a14:useLocalDpi xmlns:a14="http://schemas.microsoft.com/office/drawing/2010/main" val="0"/>
                  </a:ext>
                </a:extLst>
              </a:blip>
              <a:srcRect r="6647" b="50000"/>
              <a:stretch>
                <a:fillRect/>
              </a:stretch>
            </p:blipFill>
            <p:spPr>
              <a:xfrm flipH="1">
                <a:off x="3977733" y="4196718"/>
                <a:ext cx="7380000" cy="1260000"/>
              </a:xfrm>
              <a:prstGeom prst="rect">
                <a:avLst/>
              </a:prstGeom>
            </p:spPr>
          </p:pic>
        </p:grpSp>
      </p:grpSp>
      <p:sp>
        <p:nvSpPr>
          <p:cNvPr id="8" name="矩形 7"/>
          <p:cNvSpPr/>
          <p:nvPr/>
        </p:nvSpPr>
        <p:spPr>
          <a:xfrm>
            <a:off x="1515745" y="2335777"/>
            <a:ext cx="9175750" cy="3036729"/>
          </a:xfrm>
          <a:prstGeom prst="rect">
            <a:avLst/>
          </a:prstGeom>
        </p:spPr>
        <p:txBody>
          <a:bodyPr wrap="square">
            <a:spAutoFit/>
          </a:bodyPr>
          <a:lstStyle/>
          <a:p>
            <a:pPr algn="just">
              <a:lnSpc>
                <a:spcPct val="150000"/>
              </a:lnSpc>
            </a:pPr>
            <a:r>
              <a:rPr lang="zh-CN" altLang="en-US" sz="2200" b="1" dirty="0">
                <a:latin typeface="楷体" panose="02010609060101010101" pitchFamily="49" charset="-122"/>
                <a:ea typeface="楷体" panose="02010609060101010101" pitchFamily="49" charset="-122"/>
              </a:rPr>
              <a:t>　</a:t>
            </a:r>
            <a:r>
              <a:rPr lang="zh-CN" altLang="en-US" sz="2000" dirty="0">
                <a:effectLst/>
                <a:latin typeface="微软雅黑" panose="020B0503020204020204" charset="-122"/>
                <a:ea typeface="微软雅黑" panose="020B0503020204020204" charset="-122"/>
                <a:cs typeface="微软雅黑" panose="020B0503020204020204" charset="-122"/>
              </a:rPr>
              <a:t>　</a:t>
            </a:r>
            <a:r>
              <a:rPr lang="zh-CN" altLang="en-US" sz="2200" dirty="0">
                <a:effectLst/>
                <a:latin typeface="微软雅黑" panose="020B0503020204020204" charset="-122"/>
                <a:ea typeface="微软雅黑" panose="020B0503020204020204" charset="-122"/>
                <a:cs typeface="微软雅黑" panose="020B0503020204020204" charset="-122"/>
              </a:rPr>
              <a:t>中华优秀传统文化是我们党创新理论的“</a:t>
            </a:r>
            <a:r>
              <a:rPr lang="zh-CN" altLang="en-US" sz="2200" b="1" dirty="0">
                <a:solidFill>
                  <a:srgbClr val="9E0406"/>
                </a:solidFill>
                <a:latin typeface="微软雅黑" panose="020B0503020204020204" charset="-122"/>
                <a:ea typeface="微软雅黑" panose="020B0503020204020204" charset="-122"/>
              </a:rPr>
              <a:t>根</a:t>
            </a:r>
            <a:r>
              <a:rPr lang="zh-CN" altLang="en-US" sz="2200" dirty="0">
                <a:effectLst/>
                <a:latin typeface="微软雅黑" panose="020B0503020204020204" charset="-122"/>
                <a:ea typeface="微软雅黑" panose="020B0503020204020204" charset="-122"/>
                <a:cs typeface="微软雅黑" panose="020B0503020204020204" charset="-122"/>
              </a:rPr>
              <a:t>”，我们推进马克思主义中国化时代化的根本途径是“</a:t>
            </a:r>
            <a:r>
              <a:rPr lang="zh-CN" altLang="en-US" sz="2200" b="1" dirty="0">
                <a:solidFill>
                  <a:srgbClr val="9E0406"/>
                </a:solidFill>
                <a:latin typeface="微软雅黑" panose="020B0503020204020204" charset="-122"/>
                <a:ea typeface="微软雅黑" panose="020B0503020204020204" charset="-122"/>
              </a:rPr>
              <a:t>两个结合</a:t>
            </a:r>
            <a:r>
              <a:rPr lang="zh-CN" altLang="en-US" sz="2200" dirty="0">
                <a:effectLst/>
                <a:latin typeface="微软雅黑" panose="020B0503020204020204" charset="-122"/>
                <a:ea typeface="微软雅黑" panose="020B0503020204020204" charset="-122"/>
                <a:cs typeface="微软雅黑" panose="020B0503020204020204" charset="-122"/>
              </a:rPr>
              <a:t>”。</a:t>
            </a:r>
          </a:p>
          <a:p>
            <a:pPr algn="just">
              <a:lnSpc>
                <a:spcPct val="150000"/>
              </a:lnSpc>
            </a:pPr>
            <a:r>
              <a:rPr lang="zh-CN" altLang="en-US" sz="2200" dirty="0">
                <a:effectLst/>
                <a:latin typeface="微软雅黑" panose="020B0503020204020204" charset="-122"/>
                <a:ea typeface="微软雅黑" panose="020B0503020204020204" charset="-122"/>
                <a:cs typeface="微软雅黑" panose="020B0503020204020204" charset="-122"/>
              </a:rPr>
              <a:t> </a:t>
            </a:r>
            <a:r>
              <a:rPr lang="en-US" altLang="zh-CN" sz="2200" dirty="0">
                <a:effectLst/>
                <a:latin typeface="微软雅黑" panose="020B0503020204020204" charset="-122"/>
                <a:ea typeface="微软雅黑" panose="020B0503020204020204" charset="-122"/>
                <a:cs typeface="微软雅黑" panose="020B0503020204020204" charset="-122"/>
              </a:rPr>
              <a:t>      </a:t>
            </a:r>
            <a:r>
              <a:rPr lang="zh-CN" altLang="en-US" sz="2200" dirty="0">
                <a:effectLst/>
                <a:highlight>
                  <a:srgbClr val="FFFF00"/>
                </a:highlight>
                <a:latin typeface="微软雅黑" panose="020B0503020204020204" charset="-122"/>
                <a:ea typeface="微软雅黑" panose="020B0503020204020204" charset="-122"/>
                <a:cs typeface="微软雅黑" panose="020B0503020204020204" charset="-122"/>
              </a:rPr>
              <a:t>坚持把马克思主义基本原理同中国具体实际相结合、同</a:t>
            </a:r>
            <a:r>
              <a:rPr lang="zh-CN" altLang="en-US" sz="2200" b="1" dirty="0">
                <a:solidFill>
                  <a:srgbClr val="FF0000"/>
                </a:solidFill>
                <a:effectLst/>
                <a:highlight>
                  <a:srgbClr val="FFFF00"/>
                </a:highlight>
                <a:latin typeface="微软雅黑" panose="020B0503020204020204" charset="-122"/>
                <a:ea typeface="微软雅黑" panose="020B0503020204020204" charset="-122"/>
                <a:cs typeface="微软雅黑" panose="020B0503020204020204" charset="-122"/>
              </a:rPr>
              <a:t>中华优秀传统文化</a:t>
            </a:r>
            <a:r>
              <a:rPr lang="zh-CN" altLang="en-US" sz="2200" dirty="0">
                <a:effectLst/>
                <a:highlight>
                  <a:srgbClr val="FFFF00"/>
                </a:highlight>
                <a:latin typeface="微软雅黑" panose="020B0503020204020204" charset="-122"/>
                <a:ea typeface="微软雅黑" panose="020B0503020204020204" charset="-122"/>
                <a:cs typeface="微软雅黑" panose="020B0503020204020204" charset="-122"/>
              </a:rPr>
              <a:t>相结合</a:t>
            </a:r>
            <a:r>
              <a:rPr lang="zh-CN" altLang="en-US" sz="2200" dirty="0">
                <a:effectLst/>
                <a:latin typeface="微软雅黑" panose="020B0503020204020204" charset="-122"/>
                <a:ea typeface="微软雅黑" panose="020B0503020204020204" charset="-122"/>
                <a:cs typeface="微软雅黑" panose="020B0503020204020204" charset="-122"/>
              </a:rPr>
              <a:t>，用马克思主义观察时代、把握时代、引领时代，继续发展当代中国马克思主义、二十一世纪马克思主义！</a:t>
            </a:r>
          </a:p>
          <a:p>
            <a:pPr algn="r">
              <a:spcBef>
                <a:spcPts val="1000"/>
              </a:spcBef>
            </a:pPr>
            <a:endParaRPr lang="zh-CN" altLang="en-US" b="1" dirty="0">
              <a:latin typeface="楷体" panose="02010609060101010101" pitchFamily="49" charset="-122"/>
              <a:ea typeface="楷体" panose="02010609060101010101" pitchFamily="49" charset="-122"/>
            </a:endParaRPr>
          </a:p>
        </p:txBody>
      </p:sp>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0" y="5400844"/>
            <a:ext cx="12192000" cy="14571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1656000" y="560041"/>
            <a:ext cx="16200000" cy="5101205"/>
            <a:chOff x="-1656000" y="560041"/>
            <a:chExt cx="16200000" cy="5101205"/>
          </a:xfrm>
        </p:grpSpPr>
        <p:sp>
          <p:nvSpPr>
            <p:cNvPr id="60" name="平行四边形 59"/>
            <p:cNvSpPr/>
            <p:nvPr/>
          </p:nvSpPr>
          <p:spPr>
            <a:xfrm>
              <a:off x="-1656000" y="4043720"/>
              <a:ext cx="16200000" cy="1512000"/>
            </a:xfrm>
            <a:prstGeom prst="parallelogram">
              <a:avLst>
                <a:gd name="adj" fmla="val 147228"/>
              </a:avLst>
            </a:prstGeom>
            <a:solidFill>
              <a:schemeClr val="bg1">
                <a:lumMod val="95000"/>
              </a:schemeClr>
            </a:solidFill>
            <a:ln>
              <a:noFill/>
            </a:ln>
            <a:effectLst>
              <a:outerShdw dist="63500" dir="5400000" algn="t"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立方体 2"/>
            <p:cNvSpPr/>
            <p:nvPr/>
          </p:nvSpPr>
          <p:spPr>
            <a:xfrm>
              <a:off x="10433261" y="560041"/>
              <a:ext cx="1872000" cy="4320000"/>
            </a:xfrm>
            <a:prstGeom prst="cube">
              <a:avLst>
                <a:gd name="adj" fmla="val 4716"/>
              </a:avLst>
            </a:prstGeom>
            <a:gradFill>
              <a:gsLst>
                <a:gs pos="0">
                  <a:srgbClr val="F0BC7C"/>
                </a:gs>
                <a:gs pos="100000">
                  <a:schemeClr val="bg1">
                    <a:alpha val="0"/>
                  </a:schemeClr>
                </a:gs>
              </a:gsLst>
              <a:lin ang="5400000" scaled="0"/>
            </a:gra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1764000"/>
              <a:ext cx="1800000" cy="624176"/>
              <a:chOff x="11762383" y="4254174"/>
              <a:chExt cx="1800000" cy="624176"/>
            </a:xfrm>
          </p:grpSpPr>
          <p:sp>
            <p:nvSpPr>
              <p:cNvPr id="5" name="矩形 4"/>
              <p:cNvSpPr/>
              <p:nvPr/>
            </p:nvSpPr>
            <p:spPr>
              <a:xfrm>
                <a:off x="11762383" y="4254174"/>
                <a:ext cx="1800000" cy="144000"/>
              </a:xfrm>
              <a:prstGeom prst="rect">
                <a:avLst/>
              </a:prstGeom>
              <a:gradFill>
                <a:gsLst>
                  <a:gs pos="0">
                    <a:srgbClr val="FF9000"/>
                  </a:gs>
                  <a:gs pos="100000">
                    <a:srgbClr val="F7C973">
                      <a:alpha val="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矩形 5"/>
              <p:cNvSpPr/>
              <p:nvPr/>
            </p:nvSpPr>
            <p:spPr>
              <a:xfrm>
                <a:off x="11762383" y="4494262"/>
                <a:ext cx="1800000" cy="144000"/>
              </a:xfrm>
              <a:prstGeom prst="rect">
                <a:avLst/>
              </a:prstGeom>
              <a:gradFill>
                <a:gsLst>
                  <a:gs pos="0">
                    <a:srgbClr val="D49A78"/>
                  </a:gs>
                  <a:gs pos="100000">
                    <a:srgbClr val="FFFDFD"/>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矩形 6"/>
              <p:cNvSpPr/>
              <p:nvPr/>
            </p:nvSpPr>
            <p:spPr>
              <a:xfrm>
                <a:off x="11762383" y="4734350"/>
                <a:ext cx="1800000" cy="144000"/>
              </a:xfrm>
              <a:prstGeom prst="rect">
                <a:avLst/>
              </a:prstGeom>
              <a:gradFill>
                <a:gsLst>
                  <a:gs pos="0">
                    <a:srgbClr val="B00000"/>
                  </a:gs>
                  <a:gs pos="100000">
                    <a:srgbClr val="B00000">
                      <a:alpha val="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8" name="立方体 7"/>
            <p:cNvSpPr/>
            <p:nvPr/>
          </p:nvSpPr>
          <p:spPr>
            <a:xfrm>
              <a:off x="876000" y="1232757"/>
              <a:ext cx="10440000" cy="4428489"/>
            </a:xfrm>
            <a:prstGeom prst="cube">
              <a:avLst>
                <a:gd name="adj" fmla="val 2188"/>
              </a:avLst>
            </a:prstGeom>
            <a:gradFill>
              <a:gsLst>
                <a:gs pos="0">
                  <a:srgbClr val="9E0406"/>
                </a:gs>
                <a:gs pos="100000">
                  <a:schemeClr val="accent2"/>
                </a:gs>
              </a:gsLst>
              <a:lin ang="1200000" scaled="0"/>
            </a:gra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1919536" y="1931009"/>
            <a:ext cx="9360000" cy="601295"/>
            <a:chOff x="1416000" y="1747764"/>
            <a:chExt cx="9360000" cy="601295"/>
          </a:xfrm>
        </p:grpSpPr>
        <p:cxnSp>
          <p:nvCxnSpPr>
            <p:cNvPr id="13" name="直接连接符 12"/>
            <p:cNvCxnSpPr/>
            <p:nvPr/>
          </p:nvCxnSpPr>
          <p:spPr>
            <a:xfrm>
              <a:off x="1416000" y="2349059"/>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416000" y="1747764"/>
              <a:ext cx="9360000" cy="42989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 一 ）  “ 十 个 明 确 ”（理论建构）</a:t>
              </a:r>
            </a:p>
          </p:txBody>
        </p:sp>
      </p:grpSp>
      <p:grpSp>
        <p:nvGrpSpPr>
          <p:cNvPr id="16" name="组合 15"/>
          <p:cNvGrpSpPr/>
          <p:nvPr/>
        </p:nvGrpSpPr>
        <p:grpSpPr>
          <a:xfrm>
            <a:off x="1919536" y="2790646"/>
            <a:ext cx="9360000" cy="656355"/>
            <a:chOff x="1416000" y="2052744"/>
            <a:chExt cx="9360000" cy="656355"/>
          </a:xfrm>
        </p:grpSpPr>
        <p:cxnSp>
          <p:nvCxnSpPr>
            <p:cNvPr id="19" name="直接连接符 18"/>
            <p:cNvCxnSpPr/>
            <p:nvPr/>
          </p:nvCxnSpPr>
          <p:spPr>
            <a:xfrm>
              <a:off x="1416000" y="2709099"/>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416000" y="2052744"/>
              <a:ext cx="9360000" cy="42989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 二 ）  “ 十 四 个 坚 持 ”（实践路径）</a:t>
              </a:r>
            </a:p>
          </p:txBody>
        </p:sp>
      </p:grpSp>
      <p:grpSp>
        <p:nvGrpSpPr>
          <p:cNvPr id="21" name="组合 20"/>
          <p:cNvGrpSpPr/>
          <p:nvPr/>
        </p:nvGrpSpPr>
        <p:grpSpPr>
          <a:xfrm>
            <a:off x="1914064" y="3792266"/>
            <a:ext cx="9362461" cy="635013"/>
            <a:chOff x="1413539" y="2362118"/>
            <a:chExt cx="9362461" cy="635013"/>
          </a:xfrm>
        </p:grpSpPr>
        <p:cxnSp>
          <p:nvCxnSpPr>
            <p:cNvPr id="22" name="直接连接符 21"/>
            <p:cNvCxnSpPr/>
            <p:nvPr/>
          </p:nvCxnSpPr>
          <p:spPr>
            <a:xfrm>
              <a:off x="1416000" y="2997131"/>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1413539" y="2362118"/>
              <a:ext cx="9360000" cy="42989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 三 ）  “ 十 三 个 方 面 成 就”（实践成果）</a:t>
              </a:r>
            </a:p>
          </p:txBody>
        </p:sp>
      </p:grpSp>
      <p:grpSp>
        <p:nvGrpSpPr>
          <p:cNvPr id="2" name="组合 1"/>
          <p:cNvGrpSpPr/>
          <p:nvPr/>
        </p:nvGrpSpPr>
        <p:grpSpPr>
          <a:xfrm>
            <a:off x="1953434" y="4653326"/>
            <a:ext cx="9362461" cy="635013"/>
            <a:chOff x="1413539" y="2362118"/>
            <a:chExt cx="9362461" cy="635013"/>
          </a:xfrm>
        </p:grpSpPr>
        <p:cxnSp>
          <p:nvCxnSpPr>
            <p:cNvPr id="10" name="直接连接符 9"/>
            <p:cNvCxnSpPr/>
            <p:nvPr>
              <p:custDataLst>
                <p:tags r:id="rId1"/>
              </p:custDataLst>
            </p:nvPr>
          </p:nvCxnSpPr>
          <p:spPr>
            <a:xfrm>
              <a:off x="1416000" y="2997131"/>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11" name="文本框 10"/>
            <p:cNvSpPr txBox="1"/>
            <p:nvPr>
              <p:custDataLst>
                <p:tags r:id="rId2"/>
              </p:custDataLst>
            </p:nvPr>
          </p:nvSpPr>
          <p:spPr>
            <a:xfrm>
              <a:off x="1413539" y="2362118"/>
              <a:ext cx="9360000" cy="42989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 四）  “ 六</a:t>
              </a:r>
              <a:r>
                <a:rPr lang="en-US" altLang="zh-CN" sz="2200" dirty="0">
                  <a:solidFill>
                    <a:schemeClr val="bg1"/>
                  </a:solidFill>
                  <a:effectLst>
                    <a:outerShdw blurRad="38100" dist="38100" dir="2700000" algn="tl">
                      <a:srgbClr val="000000">
                        <a:alpha val="43137"/>
                      </a:srgbClr>
                    </a:outerShdw>
                  </a:effectLst>
                </a:rPr>
                <a:t> </a:t>
              </a:r>
              <a:r>
                <a:rPr lang="zh-CN" altLang="en-US" sz="2200" dirty="0">
                  <a:solidFill>
                    <a:schemeClr val="bg1"/>
                  </a:solidFill>
                  <a:effectLst>
                    <a:outerShdw blurRad="38100" dist="38100" dir="2700000" algn="tl">
                      <a:srgbClr val="000000">
                        <a:alpha val="43137"/>
                      </a:srgbClr>
                    </a:outerShdw>
                  </a:effectLst>
                </a:rPr>
                <a:t>个</a:t>
              </a:r>
              <a:r>
                <a:rPr lang="en-US" altLang="zh-CN" sz="2200" dirty="0">
                  <a:solidFill>
                    <a:schemeClr val="bg1"/>
                  </a:solidFill>
                  <a:effectLst>
                    <a:outerShdw blurRad="38100" dist="38100" dir="2700000" algn="tl">
                      <a:srgbClr val="000000">
                        <a:alpha val="43137"/>
                      </a:srgbClr>
                    </a:outerShdw>
                  </a:effectLst>
                </a:rPr>
                <a:t> </a:t>
              </a:r>
              <a:r>
                <a:rPr lang="zh-CN" altLang="en-US" sz="2200" dirty="0">
                  <a:solidFill>
                    <a:schemeClr val="bg1"/>
                  </a:solidFill>
                  <a:effectLst>
                    <a:outerShdw blurRad="38100" dist="38100" dir="2700000" algn="tl">
                      <a:srgbClr val="000000">
                        <a:alpha val="43137"/>
                      </a:srgbClr>
                    </a:outerShdw>
                  </a:effectLst>
                </a:rPr>
                <a:t>必</a:t>
              </a:r>
              <a:r>
                <a:rPr lang="en-US" altLang="zh-CN" sz="2200" dirty="0">
                  <a:solidFill>
                    <a:schemeClr val="bg1"/>
                  </a:solidFill>
                  <a:effectLst>
                    <a:outerShdw blurRad="38100" dist="38100" dir="2700000" algn="tl">
                      <a:srgbClr val="000000">
                        <a:alpha val="43137"/>
                      </a:srgbClr>
                    </a:outerShdw>
                  </a:effectLst>
                </a:rPr>
                <a:t> </a:t>
              </a:r>
              <a:r>
                <a:rPr lang="zh-CN" altLang="en-US" sz="2200" dirty="0">
                  <a:solidFill>
                    <a:schemeClr val="bg1"/>
                  </a:solidFill>
                  <a:effectLst>
                    <a:outerShdw blurRad="38100" dist="38100" dir="2700000" algn="tl">
                      <a:srgbClr val="000000">
                        <a:alpha val="43137"/>
                      </a:srgbClr>
                    </a:outerShdw>
                  </a:effectLst>
                </a:rPr>
                <a:t>须</a:t>
              </a:r>
              <a:r>
                <a:rPr lang="en-US" altLang="zh-CN" sz="2200" dirty="0">
                  <a:solidFill>
                    <a:schemeClr val="bg1"/>
                  </a:solidFill>
                  <a:effectLst>
                    <a:outerShdw blurRad="38100" dist="38100" dir="2700000" algn="tl">
                      <a:srgbClr val="000000">
                        <a:alpha val="43137"/>
                      </a:srgbClr>
                    </a:outerShdw>
                  </a:effectLst>
                </a:rPr>
                <a:t> </a:t>
              </a:r>
              <a:r>
                <a:rPr lang="zh-CN" altLang="en-US" sz="2200" dirty="0">
                  <a:solidFill>
                    <a:schemeClr val="bg1"/>
                  </a:solidFill>
                  <a:effectLst>
                    <a:outerShdw blurRad="38100" dist="38100" dir="2700000" algn="tl">
                      <a:srgbClr val="000000">
                        <a:alpha val="43137"/>
                      </a:srgbClr>
                    </a:outerShdw>
                  </a:effectLst>
                </a:rPr>
                <a:t>坚</a:t>
              </a:r>
              <a:r>
                <a:rPr lang="en-US" altLang="zh-CN" sz="2200" dirty="0">
                  <a:solidFill>
                    <a:schemeClr val="bg1"/>
                  </a:solidFill>
                  <a:effectLst>
                    <a:outerShdw blurRad="38100" dist="38100" dir="2700000" algn="tl">
                      <a:srgbClr val="000000">
                        <a:alpha val="43137"/>
                      </a:srgbClr>
                    </a:outerShdw>
                  </a:effectLst>
                </a:rPr>
                <a:t> </a:t>
              </a:r>
              <a:r>
                <a:rPr lang="zh-CN" altLang="en-US" sz="2200" dirty="0">
                  <a:solidFill>
                    <a:schemeClr val="bg1"/>
                  </a:solidFill>
                  <a:effectLst>
                    <a:outerShdw blurRad="38100" dist="38100" dir="2700000" algn="tl">
                      <a:srgbClr val="000000">
                        <a:alpha val="43137"/>
                      </a:srgbClr>
                    </a:outerShdw>
                  </a:effectLst>
                </a:rPr>
                <a:t>持”（世界观和方法论）</a:t>
              </a:r>
            </a:p>
          </p:txBody>
        </p:sp>
      </p:grpSp>
      <p:sp>
        <p:nvSpPr>
          <p:cNvPr id="17" name="文本框 16"/>
          <p:cNvSpPr txBox="1"/>
          <p:nvPr/>
        </p:nvSpPr>
        <p:spPr>
          <a:xfrm>
            <a:off x="1523365" y="323215"/>
            <a:ext cx="9144635" cy="521970"/>
          </a:xfrm>
          <a:prstGeom prst="rect">
            <a:avLst/>
          </a:prstGeom>
          <a:noFill/>
        </p:spPr>
        <p:txBody>
          <a:bodyPr wrap="square" rtlCol="0" anchor="t">
            <a:spAutoFit/>
          </a:bodyPr>
          <a:lstStyle/>
          <a:p>
            <a:pPr algn="ctr"/>
            <a:r>
              <a:rPr lang="zh-CN" altLang="en-US" sz="2800" b="1" dirty="0">
                <a:solidFill>
                  <a:srgbClr val="FF0000"/>
                </a:solidFill>
                <a:sym typeface="+mn-ea"/>
              </a:rPr>
              <a:t>三、习近平新时代中国特色社会主义思想的科学体系</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0" y="3534674"/>
            <a:ext cx="12192000" cy="2880320"/>
            <a:chOff x="1" y="3429000"/>
            <a:chExt cx="12192000" cy="2880320"/>
          </a:xfrm>
        </p:grpSpPr>
        <p:pic>
          <p:nvPicPr>
            <p:cNvPr id="37" name="图片 36"/>
            <p:cNvPicPr>
              <a:picLocks noChangeAspect="1"/>
            </p:cNvPicPr>
            <p:nvPr/>
          </p:nvPicPr>
          <p:blipFill rotWithShape="1">
            <a:blip r:embed="rId2"/>
            <a:srcRect t="50000"/>
            <a:stretch>
              <a:fillRect/>
            </a:stretch>
          </p:blipFill>
          <p:spPr>
            <a:xfrm>
              <a:off x="1" y="3429000"/>
              <a:ext cx="12192000" cy="2880320"/>
            </a:xfrm>
            <a:prstGeom prst="rect">
              <a:avLst/>
            </a:prstGeom>
            <a:noFill/>
          </p:spPr>
        </p:pic>
        <p:sp>
          <p:nvSpPr>
            <p:cNvPr id="38" name="矩形 37"/>
            <p:cNvSpPr/>
            <p:nvPr/>
          </p:nvSpPr>
          <p:spPr>
            <a:xfrm>
              <a:off x="1" y="6105316"/>
              <a:ext cx="12191999" cy="72000"/>
            </a:xfrm>
            <a:prstGeom prst="rect">
              <a:avLst/>
            </a:prstGeom>
            <a:solidFill>
              <a:srgbClr val="FF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9732404" y="2002742"/>
            <a:ext cx="2268252" cy="3635168"/>
            <a:chOff x="996335" y="1716646"/>
            <a:chExt cx="9954328" cy="3635168"/>
          </a:xfrm>
        </p:grpSpPr>
        <p:sp>
          <p:nvSpPr>
            <p:cNvPr id="24" name="矩形 23"/>
            <p:cNvSpPr/>
            <p:nvPr/>
          </p:nvSpPr>
          <p:spPr>
            <a:xfrm flipV="1">
              <a:off x="996335" y="1751814"/>
              <a:ext cx="9954328" cy="3600000"/>
            </a:xfrm>
            <a:prstGeom prst="rect">
              <a:avLst/>
            </a:prstGeom>
            <a:gradFill>
              <a:gsLst>
                <a:gs pos="0">
                  <a:srgbClr val="B51317"/>
                </a:gs>
                <a:gs pos="100000">
                  <a:srgbClr val="FFFFFF"/>
                </a:gs>
              </a:gsLst>
              <a:lin ang="5400000" scaled="0"/>
            </a:gradFill>
            <a:ln w="19050">
              <a:gradFill>
                <a:gsLst>
                  <a:gs pos="100000">
                    <a:schemeClr val="bg1">
                      <a:lumMod val="95000"/>
                    </a:schemeClr>
                  </a:gs>
                  <a:gs pos="0">
                    <a:srgbClr val="B51317"/>
                  </a:gs>
                </a:gsLst>
                <a:lin ang="5400000" scaled="0"/>
              </a:grad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flipV="1">
              <a:off x="1302892" y="1716646"/>
              <a:ext cx="9647771" cy="3600000"/>
            </a:xfrm>
            <a:prstGeom prst="rect">
              <a:avLst/>
            </a:prstGeom>
            <a:solidFill>
              <a:schemeClr val="bg1"/>
            </a:solidFill>
            <a:ln>
              <a:gradFill>
                <a:gsLst>
                  <a:gs pos="0">
                    <a:srgbClr val="C00000"/>
                  </a:gs>
                  <a:gs pos="100000">
                    <a:srgbClr val="FFFDFD"/>
                  </a:gs>
                  <a:gs pos="81000">
                    <a:srgbClr val="C00000"/>
                  </a:gs>
                  <a:gs pos="62000">
                    <a:schemeClr val="bg1">
                      <a:alpha val="30000"/>
                    </a:schemeClr>
                  </a:gs>
                </a:gsLst>
                <a:lin ang="2700000" scaled="1"/>
              </a:gradFill>
            </a:ln>
            <a:effectLst>
              <a:outerShdw blurRad="317500" dist="1270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kern="0">
                <a:solidFill>
                  <a:prstClr val="white"/>
                </a:solidFill>
                <a:latin typeface="Calibri" panose="020F0502020204030204"/>
                <a:cs typeface="Arial" panose="020B0604020202090204"/>
              </a:endParaRPr>
            </a:p>
          </p:txBody>
        </p:sp>
      </p:grpSp>
      <p:grpSp>
        <p:nvGrpSpPr>
          <p:cNvPr id="20" name="组合 19"/>
          <p:cNvGrpSpPr/>
          <p:nvPr/>
        </p:nvGrpSpPr>
        <p:grpSpPr>
          <a:xfrm>
            <a:off x="7338404" y="2002742"/>
            <a:ext cx="2268252" cy="3635168"/>
            <a:chOff x="996335" y="1716646"/>
            <a:chExt cx="9954328" cy="3635168"/>
          </a:xfrm>
        </p:grpSpPr>
        <p:sp>
          <p:nvSpPr>
            <p:cNvPr id="21" name="矩形 20"/>
            <p:cNvSpPr/>
            <p:nvPr/>
          </p:nvSpPr>
          <p:spPr>
            <a:xfrm flipV="1">
              <a:off x="996335" y="1751814"/>
              <a:ext cx="9954328" cy="3600000"/>
            </a:xfrm>
            <a:prstGeom prst="rect">
              <a:avLst/>
            </a:prstGeom>
            <a:gradFill>
              <a:gsLst>
                <a:gs pos="0">
                  <a:srgbClr val="B51317"/>
                </a:gs>
                <a:gs pos="100000">
                  <a:srgbClr val="FFFFFF"/>
                </a:gs>
              </a:gsLst>
              <a:lin ang="5400000" scaled="0"/>
            </a:gradFill>
            <a:ln w="19050">
              <a:gradFill>
                <a:gsLst>
                  <a:gs pos="100000">
                    <a:schemeClr val="bg1">
                      <a:lumMod val="95000"/>
                    </a:schemeClr>
                  </a:gs>
                  <a:gs pos="0">
                    <a:srgbClr val="B51317"/>
                  </a:gs>
                </a:gsLst>
                <a:lin ang="5400000" scaled="0"/>
              </a:grad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flipV="1">
              <a:off x="1302892" y="1716646"/>
              <a:ext cx="9647771" cy="3600000"/>
            </a:xfrm>
            <a:prstGeom prst="rect">
              <a:avLst/>
            </a:prstGeom>
            <a:solidFill>
              <a:schemeClr val="bg1"/>
            </a:solidFill>
            <a:ln>
              <a:gradFill>
                <a:gsLst>
                  <a:gs pos="0">
                    <a:srgbClr val="C00000"/>
                  </a:gs>
                  <a:gs pos="100000">
                    <a:srgbClr val="FFFDFD"/>
                  </a:gs>
                  <a:gs pos="81000">
                    <a:srgbClr val="C00000"/>
                  </a:gs>
                  <a:gs pos="62000">
                    <a:schemeClr val="bg1">
                      <a:alpha val="30000"/>
                    </a:schemeClr>
                  </a:gs>
                </a:gsLst>
                <a:lin ang="2700000" scaled="1"/>
              </a:gradFill>
            </a:ln>
            <a:effectLst>
              <a:outerShdw blurRad="317500" dist="1270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kern="0">
                <a:solidFill>
                  <a:prstClr val="white"/>
                </a:solidFill>
                <a:latin typeface="Calibri" panose="020F0502020204030204"/>
                <a:cs typeface="Arial" panose="020B0604020202090204"/>
              </a:endParaRPr>
            </a:p>
          </p:txBody>
        </p:sp>
      </p:grpSp>
      <p:grpSp>
        <p:nvGrpSpPr>
          <p:cNvPr id="17" name="组合 16"/>
          <p:cNvGrpSpPr/>
          <p:nvPr/>
        </p:nvGrpSpPr>
        <p:grpSpPr>
          <a:xfrm>
            <a:off x="4944404" y="2002742"/>
            <a:ext cx="2268252" cy="3635168"/>
            <a:chOff x="996335" y="1716646"/>
            <a:chExt cx="9954328" cy="3635168"/>
          </a:xfrm>
        </p:grpSpPr>
        <p:sp>
          <p:nvSpPr>
            <p:cNvPr id="18" name="矩形 17"/>
            <p:cNvSpPr/>
            <p:nvPr/>
          </p:nvSpPr>
          <p:spPr>
            <a:xfrm flipV="1">
              <a:off x="996335" y="1751814"/>
              <a:ext cx="9954328" cy="3600000"/>
            </a:xfrm>
            <a:prstGeom prst="rect">
              <a:avLst/>
            </a:prstGeom>
            <a:gradFill>
              <a:gsLst>
                <a:gs pos="0">
                  <a:srgbClr val="B51317"/>
                </a:gs>
                <a:gs pos="100000">
                  <a:srgbClr val="FFFFFF"/>
                </a:gs>
              </a:gsLst>
              <a:lin ang="5400000" scaled="0"/>
            </a:gradFill>
            <a:ln w="19050">
              <a:gradFill>
                <a:gsLst>
                  <a:gs pos="100000">
                    <a:schemeClr val="bg1">
                      <a:lumMod val="95000"/>
                    </a:schemeClr>
                  </a:gs>
                  <a:gs pos="0">
                    <a:srgbClr val="B51317"/>
                  </a:gs>
                </a:gsLst>
                <a:lin ang="5400000" scaled="0"/>
              </a:grad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flipV="1">
              <a:off x="1302892" y="1716646"/>
              <a:ext cx="9647771" cy="3600000"/>
            </a:xfrm>
            <a:prstGeom prst="rect">
              <a:avLst/>
            </a:prstGeom>
            <a:solidFill>
              <a:schemeClr val="bg1"/>
            </a:solidFill>
            <a:ln>
              <a:gradFill>
                <a:gsLst>
                  <a:gs pos="0">
                    <a:srgbClr val="C00000"/>
                  </a:gs>
                  <a:gs pos="100000">
                    <a:srgbClr val="FFFDFD"/>
                  </a:gs>
                  <a:gs pos="81000">
                    <a:srgbClr val="C00000"/>
                  </a:gs>
                  <a:gs pos="62000">
                    <a:schemeClr val="bg1">
                      <a:alpha val="30000"/>
                    </a:schemeClr>
                  </a:gs>
                </a:gsLst>
                <a:lin ang="2700000" scaled="1"/>
              </a:gradFill>
            </a:ln>
            <a:effectLst>
              <a:outerShdw blurRad="317500" dist="1270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kern="0" dirty="0">
                <a:solidFill>
                  <a:prstClr val="white"/>
                </a:solidFill>
                <a:latin typeface="Calibri" panose="020F0502020204030204"/>
                <a:cs typeface="Arial" panose="020B0604020202090204"/>
              </a:endParaRPr>
            </a:p>
          </p:txBody>
        </p:sp>
      </p:grpSp>
      <p:grpSp>
        <p:nvGrpSpPr>
          <p:cNvPr id="10" name="组合 9"/>
          <p:cNvGrpSpPr/>
          <p:nvPr/>
        </p:nvGrpSpPr>
        <p:grpSpPr>
          <a:xfrm>
            <a:off x="2550404" y="2001186"/>
            <a:ext cx="2268252" cy="3635168"/>
            <a:chOff x="996335" y="1716646"/>
            <a:chExt cx="9954328" cy="3635168"/>
          </a:xfrm>
        </p:grpSpPr>
        <p:sp>
          <p:nvSpPr>
            <p:cNvPr id="11" name="矩形 10"/>
            <p:cNvSpPr/>
            <p:nvPr/>
          </p:nvSpPr>
          <p:spPr>
            <a:xfrm flipV="1">
              <a:off x="996335" y="1751814"/>
              <a:ext cx="9954328" cy="3600000"/>
            </a:xfrm>
            <a:prstGeom prst="rect">
              <a:avLst/>
            </a:prstGeom>
            <a:gradFill>
              <a:gsLst>
                <a:gs pos="0">
                  <a:srgbClr val="B51317"/>
                </a:gs>
                <a:gs pos="100000">
                  <a:srgbClr val="FFFFFF"/>
                </a:gs>
              </a:gsLst>
              <a:lin ang="5400000" scaled="0"/>
            </a:gradFill>
            <a:ln w="19050">
              <a:gradFill>
                <a:gsLst>
                  <a:gs pos="100000">
                    <a:schemeClr val="bg1">
                      <a:lumMod val="95000"/>
                    </a:schemeClr>
                  </a:gs>
                  <a:gs pos="0">
                    <a:srgbClr val="B51317"/>
                  </a:gs>
                </a:gsLst>
                <a:lin ang="5400000" scaled="0"/>
              </a:grad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flipV="1">
              <a:off x="1302892" y="1716646"/>
              <a:ext cx="9647771" cy="3600000"/>
            </a:xfrm>
            <a:prstGeom prst="rect">
              <a:avLst/>
            </a:prstGeom>
            <a:solidFill>
              <a:schemeClr val="bg1"/>
            </a:solidFill>
            <a:ln>
              <a:gradFill>
                <a:gsLst>
                  <a:gs pos="0">
                    <a:srgbClr val="C00000"/>
                  </a:gs>
                  <a:gs pos="100000">
                    <a:srgbClr val="FFFDFD"/>
                  </a:gs>
                  <a:gs pos="81000">
                    <a:srgbClr val="C00000"/>
                  </a:gs>
                  <a:gs pos="62000">
                    <a:schemeClr val="bg1">
                      <a:alpha val="30000"/>
                    </a:schemeClr>
                  </a:gs>
                </a:gsLst>
                <a:lin ang="2700000" scaled="1"/>
              </a:gradFill>
            </a:ln>
            <a:effectLst>
              <a:outerShdw blurRad="317500" dist="1270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kern="0">
                <a:solidFill>
                  <a:prstClr val="white"/>
                </a:solidFill>
                <a:latin typeface="Calibri" panose="020F0502020204030204"/>
                <a:cs typeface="Arial" panose="020B0604020202090204"/>
              </a:endParaRPr>
            </a:p>
          </p:txBody>
        </p:sp>
      </p:grpSp>
      <p:grpSp>
        <p:nvGrpSpPr>
          <p:cNvPr id="5" name="组合 4"/>
          <p:cNvGrpSpPr/>
          <p:nvPr/>
        </p:nvGrpSpPr>
        <p:grpSpPr>
          <a:xfrm>
            <a:off x="156404" y="2001186"/>
            <a:ext cx="2268252" cy="3635168"/>
            <a:chOff x="996335" y="1716646"/>
            <a:chExt cx="9954328" cy="3635168"/>
          </a:xfrm>
        </p:grpSpPr>
        <p:sp>
          <p:nvSpPr>
            <p:cNvPr id="6" name="矩形 5"/>
            <p:cNvSpPr/>
            <p:nvPr/>
          </p:nvSpPr>
          <p:spPr>
            <a:xfrm flipV="1">
              <a:off x="996335" y="1751814"/>
              <a:ext cx="9954328" cy="3600000"/>
            </a:xfrm>
            <a:prstGeom prst="rect">
              <a:avLst/>
            </a:prstGeom>
            <a:gradFill>
              <a:gsLst>
                <a:gs pos="0">
                  <a:srgbClr val="B51317"/>
                </a:gs>
                <a:gs pos="100000">
                  <a:srgbClr val="FFFFFF"/>
                </a:gs>
              </a:gsLst>
              <a:lin ang="5400000" scaled="0"/>
            </a:gradFill>
            <a:ln w="19050">
              <a:gradFill>
                <a:gsLst>
                  <a:gs pos="100000">
                    <a:schemeClr val="bg1">
                      <a:lumMod val="95000"/>
                    </a:schemeClr>
                  </a:gs>
                  <a:gs pos="0">
                    <a:srgbClr val="B51317"/>
                  </a:gs>
                </a:gsLst>
                <a:lin ang="5400000" scaled="0"/>
              </a:grad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flipV="1">
              <a:off x="1302892" y="1716646"/>
              <a:ext cx="9647771" cy="3600000"/>
            </a:xfrm>
            <a:prstGeom prst="rect">
              <a:avLst/>
            </a:prstGeom>
            <a:solidFill>
              <a:schemeClr val="bg1"/>
            </a:solidFill>
            <a:ln>
              <a:gradFill>
                <a:gsLst>
                  <a:gs pos="0">
                    <a:srgbClr val="C00000"/>
                  </a:gs>
                  <a:gs pos="100000">
                    <a:srgbClr val="FFFDFD"/>
                  </a:gs>
                  <a:gs pos="81000">
                    <a:srgbClr val="C00000"/>
                  </a:gs>
                  <a:gs pos="62000">
                    <a:schemeClr val="bg1">
                      <a:alpha val="30000"/>
                    </a:schemeClr>
                  </a:gs>
                </a:gsLst>
                <a:lin ang="2700000" scaled="1"/>
              </a:gradFill>
            </a:ln>
            <a:effectLst>
              <a:outerShdw blurRad="317500" dist="1270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kern="0" dirty="0">
                <a:solidFill>
                  <a:prstClr val="white"/>
                </a:solidFill>
                <a:latin typeface="Calibri" panose="020F0502020204030204"/>
                <a:cs typeface="Arial" panose="020B0604020202090204"/>
              </a:endParaRPr>
            </a:p>
          </p:txBody>
        </p:sp>
      </p:grpSp>
      <p:sp>
        <p:nvSpPr>
          <p:cNvPr id="30" name="任意多边形: 形状 29"/>
          <p:cNvSpPr/>
          <p:nvPr/>
        </p:nvSpPr>
        <p:spPr bwMode="auto">
          <a:xfrm>
            <a:off x="497022" y="1736812"/>
            <a:ext cx="234382" cy="395128"/>
          </a:xfrm>
          <a:custGeom>
            <a:avLst/>
            <a:gdLst/>
            <a:ahLst/>
            <a:cxnLst/>
            <a:rect l="l" t="t" r="r" b="b"/>
            <a:pathLst>
              <a:path w="196314" h="320631" extrusionOk="0">
                <a:moveTo>
                  <a:pt x="102552" y="0"/>
                </a:moveTo>
                <a:lnTo>
                  <a:pt x="138550" y="0"/>
                </a:lnTo>
                <a:lnTo>
                  <a:pt x="138550" y="257844"/>
                </a:lnTo>
                <a:cubicBezTo>
                  <a:pt x="132708" y="282047"/>
                  <a:pt x="151963" y="293563"/>
                  <a:pt x="196314" y="292391"/>
                </a:cubicBezTo>
                <a:lnTo>
                  <a:pt x="196314" y="320631"/>
                </a:lnTo>
                <a:lnTo>
                  <a:pt x="0" y="320631"/>
                </a:lnTo>
                <a:lnTo>
                  <a:pt x="0" y="292391"/>
                </a:lnTo>
                <a:cubicBezTo>
                  <a:pt x="45523" y="293563"/>
                  <a:pt x="65364" y="282196"/>
                  <a:pt x="59522" y="258291"/>
                </a:cubicBezTo>
                <a:lnTo>
                  <a:pt x="59522" y="73083"/>
                </a:lnTo>
                <a:cubicBezTo>
                  <a:pt x="65364" y="58331"/>
                  <a:pt x="49020" y="52127"/>
                  <a:pt x="10493" y="54471"/>
                </a:cubicBezTo>
                <a:lnTo>
                  <a:pt x="10493" y="26286"/>
                </a:lnTo>
                <a:cubicBezTo>
                  <a:pt x="53188" y="26286"/>
                  <a:pt x="83874" y="17524"/>
                  <a:pt x="102552" y="0"/>
                </a:cubicBezTo>
                <a:close/>
              </a:path>
            </a:pathLst>
          </a:custGeom>
          <a:solidFill>
            <a:srgbClr val="C00000"/>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cs typeface="Arial" panose="020B0604020202090204"/>
            </a:endParaRPr>
          </a:p>
        </p:txBody>
      </p:sp>
      <p:sp>
        <p:nvSpPr>
          <p:cNvPr id="31" name="任意多边形: 形状 30"/>
          <p:cNvSpPr/>
          <p:nvPr/>
        </p:nvSpPr>
        <p:spPr bwMode="auto">
          <a:xfrm>
            <a:off x="2927648" y="1744394"/>
            <a:ext cx="265766" cy="397228"/>
          </a:xfrm>
          <a:custGeom>
            <a:avLst/>
            <a:gdLst/>
            <a:ahLst/>
            <a:cxnLst/>
            <a:rect l="l" t="t" r="r" b="b"/>
            <a:pathLst>
              <a:path w="222600" h="322334" extrusionOk="0">
                <a:moveTo>
                  <a:pt x="111983" y="0"/>
                </a:moveTo>
                <a:cubicBezTo>
                  <a:pt x="179737" y="3702"/>
                  <a:pt x="214852" y="34119"/>
                  <a:pt x="217326" y="91251"/>
                </a:cubicBezTo>
                <a:cubicBezTo>
                  <a:pt x="217326" y="125890"/>
                  <a:pt x="190425" y="159116"/>
                  <a:pt x="136624" y="190928"/>
                </a:cubicBezTo>
                <a:cubicBezTo>
                  <a:pt x="98133" y="214685"/>
                  <a:pt x="70172" y="235084"/>
                  <a:pt x="52741" y="252124"/>
                </a:cubicBezTo>
                <a:lnTo>
                  <a:pt x="128838" y="252124"/>
                </a:lnTo>
                <a:cubicBezTo>
                  <a:pt x="171422" y="253259"/>
                  <a:pt x="193299" y="233995"/>
                  <a:pt x="194471" y="194333"/>
                </a:cubicBezTo>
                <a:lnTo>
                  <a:pt x="222600" y="194333"/>
                </a:lnTo>
                <a:lnTo>
                  <a:pt x="215205" y="322334"/>
                </a:lnTo>
                <a:lnTo>
                  <a:pt x="0" y="322334"/>
                </a:lnTo>
                <a:cubicBezTo>
                  <a:pt x="0" y="297071"/>
                  <a:pt x="2576" y="281862"/>
                  <a:pt x="7729" y="276709"/>
                </a:cubicBezTo>
                <a:cubicBezTo>
                  <a:pt x="28621" y="241865"/>
                  <a:pt x="56926" y="205402"/>
                  <a:pt x="92645" y="167320"/>
                </a:cubicBezTo>
                <a:cubicBezTo>
                  <a:pt x="124271" y="136904"/>
                  <a:pt x="138912" y="109296"/>
                  <a:pt x="136568" y="84497"/>
                </a:cubicBezTo>
                <a:cubicBezTo>
                  <a:pt x="134429" y="51383"/>
                  <a:pt x="118606" y="33766"/>
                  <a:pt x="89101" y="31645"/>
                </a:cubicBezTo>
                <a:cubicBezTo>
                  <a:pt x="70879" y="32454"/>
                  <a:pt x="56550" y="38537"/>
                  <a:pt x="46113" y="49895"/>
                </a:cubicBezTo>
                <a:lnTo>
                  <a:pt x="40011" y="58652"/>
                </a:lnTo>
                <a:lnTo>
                  <a:pt x="40058" y="58629"/>
                </a:lnTo>
                <a:cubicBezTo>
                  <a:pt x="43546" y="58062"/>
                  <a:pt x="47532" y="58387"/>
                  <a:pt x="52015" y="59606"/>
                </a:cubicBezTo>
                <a:cubicBezTo>
                  <a:pt x="73316" y="60945"/>
                  <a:pt x="84618" y="72052"/>
                  <a:pt x="85920" y="92925"/>
                </a:cubicBezTo>
                <a:cubicBezTo>
                  <a:pt x="84580" y="119602"/>
                  <a:pt x="71716" y="133620"/>
                  <a:pt x="47327" y="134978"/>
                </a:cubicBezTo>
                <a:cubicBezTo>
                  <a:pt x="19422" y="133639"/>
                  <a:pt x="4809" y="117854"/>
                  <a:pt x="3488" y="87623"/>
                </a:cubicBezTo>
                <a:cubicBezTo>
                  <a:pt x="7134" y="34119"/>
                  <a:pt x="43299" y="4912"/>
                  <a:pt x="111983" y="0"/>
                </a:cubicBezTo>
                <a:close/>
              </a:path>
            </a:pathLst>
          </a:custGeom>
          <a:solidFill>
            <a:srgbClr val="C00000"/>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cs typeface="Arial" panose="020B0604020202090204"/>
            </a:endParaRPr>
          </a:p>
        </p:txBody>
      </p:sp>
      <p:sp>
        <p:nvSpPr>
          <p:cNvPr id="32" name="任意多边形: 形状 31"/>
          <p:cNvSpPr/>
          <p:nvPr/>
        </p:nvSpPr>
        <p:spPr bwMode="auto">
          <a:xfrm>
            <a:off x="5315818" y="1736812"/>
            <a:ext cx="276126" cy="399394"/>
          </a:xfrm>
          <a:custGeom>
            <a:avLst/>
            <a:gdLst/>
            <a:ahLst/>
            <a:cxnLst/>
            <a:rect l="l" t="t" r="r" b="b"/>
            <a:pathLst>
              <a:path w="231278" h="324092" extrusionOk="0">
                <a:moveTo>
                  <a:pt x="113881" y="0"/>
                </a:moveTo>
                <a:cubicBezTo>
                  <a:pt x="182602" y="4912"/>
                  <a:pt x="219400" y="32343"/>
                  <a:pt x="224274" y="82293"/>
                </a:cubicBezTo>
                <a:cubicBezTo>
                  <a:pt x="222391" y="115333"/>
                  <a:pt x="207814" y="137940"/>
                  <a:pt x="180543" y="150113"/>
                </a:cubicBezTo>
                <a:lnTo>
                  <a:pt x="166970" y="154933"/>
                </a:lnTo>
                <a:lnTo>
                  <a:pt x="167907" y="155050"/>
                </a:lnTo>
                <a:cubicBezTo>
                  <a:pt x="209064" y="162965"/>
                  <a:pt x="230188" y="187873"/>
                  <a:pt x="231278" y="229772"/>
                </a:cubicBezTo>
                <a:cubicBezTo>
                  <a:pt x="225102" y="288987"/>
                  <a:pt x="182565" y="320427"/>
                  <a:pt x="103668" y="324092"/>
                </a:cubicBezTo>
                <a:cubicBezTo>
                  <a:pt x="37048" y="322864"/>
                  <a:pt x="2492" y="297629"/>
                  <a:pt x="0" y="248385"/>
                </a:cubicBezTo>
                <a:cubicBezTo>
                  <a:pt x="3720" y="220964"/>
                  <a:pt x="18743" y="205281"/>
                  <a:pt x="45067" y="201337"/>
                </a:cubicBezTo>
                <a:cubicBezTo>
                  <a:pt x="69753" y="202714"/>
                  <a:pt x="83380" y="214936"/>
                  <a:pt x="85948" y="238004"/>
                </a:cubicBezTo>
                <a:cubicBezTo>
                  <a:pt x="84571" y="262524"/>
                  <a:pt x="72451" y="275453"/>
                  <a:pt x="49587" y="276793"/>
                </a:cubicBezTo>
                <a:cubicBezTo>
                  <a:pt x="44704" y="276793"/>
                  <a:pt x="41064" y="276356"/>
                  <a:pt x="38669" y="275481"/>
                </a:cubicBezTo>
                <a:lnTo>
                  <a:pt x="36634" y="274227"/>
                </a:lnTo>
                <a:lnTo>
                  <a:pt x="40947" y="282379"/>
                </a:lnTo>
                <a:cubicBezTo>
                  <a:pt x="49270" y="291780"/>
                  <a:pt x="65368" y="296885"/>
                  <a:pt x="89241" y="297694"/>
                </a:cubicBezTo>
                <a:cubicBezTo>
                  <a:pt x="125517" y="296615"/>
                  <a:pt x="144214" y="274551"/>
                  <a:pt x="145330" y="231502"/>
                </a:cubicBezTo>
                <a:cubicBezTo>
                  <a:pt x="143172" y="194798"/>
                  <a:pt x="130085" y="174873"/>
                  <a:pt x="106067" y="171729"/>
                </a:cubicBezTo>
                <a:cubicBezTo>
                  <a:pt x="103686" y="171729"/>
                  <a:pt x="99017" y="172306"/>
                  <a:pt x="92059" y="173459"/>
                </a:cubicBezTo>
                <a:cubicBezTo>
                  <a:pt x="85994" y="174650"/>
                  <a:pt x="81381" y="175245"/>
                  <a:pt x="78218" y="175245"/>
                </a:cubicBezTo>
                <a:cubicBezTo>
                  <a:pt x="64582" y="173720"/>
                  <a:pt x="57763" y="167665"/>
                  <a:pt x="57763" y="157079"/>
                </a:cubicBezTo>
                <a:cubicBezTo>
                  <a:pt x="59270" y="148056"/>
                  <a:pt x="66898" y="143545"/>
                  <a:pt x="80646" y="143545"/>
                </a:cubicBezTo>
                <a:cubicBezTo>
                  <a:pt x="87641" y="143545"/>
                  <a:pt x="93994" y="143545"/>
                  <a:pt x="99705" y="143545"/>
                </a:cubicBezTo>
                <a:cubicBezTo>
                  <a:pt x="125564" y="140438"/>
                  <a:pt x="139600" y="121239"/>
                  <a:pt x="141814" y="85949"/>
                </a:cubicBezTo>
                <a:cubicBezTo>
                  <a:pt x="139675" y="51867"/>
                  <a:pt x="124429" y="33766"/>
                  <a:pt x="96077" y="31645"/>
                </a:cubicBezTo>
                <a:cubicBezTo>
                  <a:pt x="79348" y="30780"/>
                  <a:pt x="66051" y="34807"/>
                  <a:pt x="56187" y="43726"/>
                </a:cubicBezTo>
                <a:lnTo>
                  <a:pt x="51526" y="49365"/>
                </a:lnTo>
                <a:lnTo>
                  <a:pt x="58015" y="49002"/>
                </a:lnTo>
                <a:cubicBezTo>
                  <a:pt x="79892" y="51718"/>
                  <a:pt x="92124" y="62731"/>
                  <a:pt x="94710" y="82042"/>
                </a:cubicBezTo>
                <a:cubicBezTo>
                  <a:pt x="93352" y="109147"/>
                  <a:pt x="79130" y="122700"/>
                  <a:pt x="52043" y="122700"/>
                </a:cubicBezTo>
                <a:cubicBezTo>
                  <a:pt x="26835" y="120058"/>
                  <a:pt x="13571" y="105436"/>
                  <a:pt x="12250" y="78833"/>
                </a:cubicBezTo>
                <a:cubicBezTo>
                  <a:pt x="15896" y="31208"/>
                  <a:pt x="49773" y="4930"/>
                  <a:pt x="113881" y="0"/>
                </a:cubicBezTo>
                <a:close/>
              </a:path>
            </a:pathLst>
          </a:custGeom>
          <a:solidFill>
            <a:srgbClr val="C00000"/>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cs typeface="Arial" panose="020B0604020202090204"/>
            </a:endParaRPr>
          </a:p>
        </p:txBody>
      </p:sp>
      <p:sp>
        <p:nvSpPr>
          <p:cNvPr id="33" name="任意多边形: 形状 32"/>
          <p:cNvSpPr/>
          <p:nvPr/>
        </p:nvSpPr>
        <p:spPr bwMode="auto">
          <a:xfrm>
            <a:off x="7713359" y="1736812"/>
            <a:ext cx="290853" cy="397262"/>
          </a:xfrm>
          <a:custGeom>
            <a:avLst/>
            <a:gdLst/>
            <a:ahLst/>
            <a:cxnLst/>
            <a:rect l="l" t="t" r="r" b="b"/>
            <a:pathLst>
              <a:path w="243613" h="322362" extrusionOk="0">
                <a:moveTo>
                  <a:pt x="113826" y="103404"/>
                </a:moveTo>
                <a:lnTo>
                  <a:pt x="37003" y="208369"/>
                </a:lnTo>
                <a:lnTo>
                  <a:pt x="113826" y="208369"/>
                </a:lnTo>
                <a:close/>
                <a:moveTo>
                  <a:pt x="149098" y="0"/>
                </a:moveTo>
                <a:lnTo>
                  <a:pt x="192826" y="0"/>
                </a:lnTo>
                <a:lnTo>
                  <a:pt x="192826" y="208369"/>
                </a:lnTo>
                <a:lnTo>
                  <a:pt x="243613" y="208369"/>
                </a:lnTo>
                <a:lnTo>
                  <a:pt x="243613" y="243558"/>
                </a:lnTo>
                <a:lnTo>
                  <a:pt x="192826" y="243558"/>
                </a:lnTo>
                <a:lnTo>
                  <a:pt x="192826" y="259212"/>
                </a:lnTo>
                <a:cubicBezTo>
                  <a:pt x="189328" y="283658"/>
                  <a:pt x="203923" y="295294"/>
                  <a:pt x="236609" y="294122"/>
                </a:cubicBezTo>
                <a:lnTo>
                  <a:pt x="236609" y="322362"/>
                </a:lnTo>
                <a:lnTo>
                  <a:pt x="64796" y="322362"/>
                </a:lnTo>
                <a:lnTo>
                  <a:pt x="64796" y="294122"/>
                </a:lnTo>
                <a:cubicBezTo>
                  <a:pt x="102152" y="295294"/>
                  <a:pt x="118495" y="283992"/>
                  <a:pt x="113826" y="260217"/>
                </a:cubicBezTo>
                <a:lnTo>
                  <a:pt x="113826" y="243558"/>
                </a:lnTo>
                <a:lnTo>
                  <a:pt x="0" y="243558"/>
                </a:lnTo>
                <a:lnTo>
                  <a:pt x="1786" y="209429"/>
                </a:lnTo>
                <a:close/>
              </a:path>
            </a:pathLst>
          </a:custGeom>
          <a:solidFill>
            <a:srgbClr val="C00000"/>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cs typeface="Arial" panose="020B0604020202090204"/>
            </a:endParaRPr>
          </a:p>
        </p:txBody>
      </p:sp>
      <p:sp>
        <p:nvSpPr>
          <p:cNvPr id="13" name="文本框 12"/>
          <p:cNvSpPr txBox="1"/>
          <p:nvPr/>
        </p:nvSpPr>
        <p:spPr>
          <a:xfrm>
            <a:off x="301891" y="2396314"/>
            <a:ext cx="2052911" cy="2275688"/>
          </a:xfrm>
          <a:prstGeom prst="rect">
            <a:avLst/>
          </a:prstGeom>
          <a:noFill/>
        </p:spPr>
        <p:txBody>
          <a:bodyPr wrap="square">
            <a:spAutoFit/>
          </a:bodyPr>
          <a:lstStyle/>
          <a:p>
            <a:pPr indent="323850" algn="just">
              <a:lnSpc>
                <a:spcPct val="150000"/>
              </a:lnSpc>
              <a:spcAft>
                <a:spcPts val="1200"/>
              </a:spcAft>
              <a:buFont typeface="+mj-lt"/>
              <a:buNone/>
            </a:pP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明确</a:t>
            </a:r>
            <a:r>
              <a:rPr lang="zh-CN"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中国特色社会主义最本质的特征是</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sym typeface="+mn-ea"/>
              </a:rPr>
              <a:t>中国共产党领导</a:t>
            </a:r>
            <a:r>
              <a:rPr lang="zh-CN"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，中国特色社会主义制度的</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最大优势</a:t>
            </a:r>
            <a:r>
              <a:rPr lang="zh-CN"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是中国共产党领导，中国共产党是</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最高政治领导力量</a:t>
            </a:r>
            <a:r>
              <a:rPr lang="zh-CN"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，全党必须增强“四个意识”、坚定“四个自信”、做到“两个维护”</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2675620" y="2396314"/>
            <a:ext cx="2085697" cy="2552686"/>
          </a:xfrm>
          <a:prstGeom prst="rect">
            <a:avLst/>
          </a:prstGeom>
          <a:noFill/>
        </p:spPr>
        <p:txBody>
          <a:bodyPr wrap="square">
            <a:spAutoFit/>
          </a:bodyPr>
          <a:lstStyle/>
          <a:p>
            <a:pPr indent="323850" algn="just">
              <a:lnSpc>
                <a:spcPct val="150000"/>
              </a:lnSpc>
              <a:spcAft>
                <a:spcPts val="1200"/>
              </a:spcAft>
              <a:buFont typeface="+mj-lt"/>
              <a:buNone/>
            </a:pP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明确坚持</a:t>
            </a:r>
            <a:r>
              <a:rPr lang="zh-CN" altLang="en-US" sz="1200" dirty="0">
                <a:solidFill>
                  <a:schemeClr val="tx1">
                    <a:lumMod val="85000"/>
                    <a:lumOff val="15000"/>
                  </a:schemeClr>
                </a:solidFill>
                <a:latin typeface="微软雅黑" panose="020B0503020204020204" charset="-122"/>
                <a:ea typeface="微软雅黑" panose="020B0503020204020204" charset="-122"/>
              </a:rPr>
              <a:t>和发展中国特色社会主义，</a:t>
            </a:r>
            <a:r>
              <a:rPr lang="zh-CN" altLang="en-US" sz="1200" b="1" dirty="0">
                <a:solidFill>
                  <a:srgbClr val="9E0406"/>
                </a:solidFill>
                <a:latin typeface="微软雅黑" panose="020B0503020204020204" charset="-122"/>
                <a:ea typeface="微软雅黑" panose="020B0503020204020204" charset="-122"/>
              </a:rPr>
              <a:t>总任务是实现社会主义现代化和中华民族伟大复兴</a:t>
            </a:r>
            <a:r>
              <a:rPr lang="zh-CN" altLang="en-US" sz="1200" dirty="0">
                <a:solidFill>
                  <a:schemeClr val="tx1">
                    <a:lumMod val="85000"/>
                    <a:lumOff val="15000"/>
                  </a:schemeClr>
                </a:solidFill>
                <a:latin typeface="微软雅黑" panose="020B0503020204020204" charset="-122"/>
                <a:ea typeface="微软雅黑" panose="020B0503020204020204" charset="-122"/>
              </a:rPr>
              <a:t>，在全面建成小康社会的基础上，分两步走在本世纪中叶建成富强民主文明和谐美丽的社会主义现代化强国，</a:t>
            </a:r>
            <a:r>
              <a:rPr lang="zh-CN" altLang="en-US" sz="1200" b="1" dirty="0">
                <a:solidFill>
                  <a:srgbClr val="9E0406"/>
                </a:solidFill>
                <a:latin typeface="微软雅黑" panose="020B0503020204020204" charset="-122"/>
                <a:ea typeface="微软雅黑" panose="020B0503020204020204" charset="-122"/>
              </a:rPr>
              <a:t>以中国式现代化推进中华民族伟大复兴</a:t>
            </a:r>
            <a:r>
              <a:rPr lang="zh-CN" altLang="en-US" sz="1200" dirty="0">
                <a:solidFill>
                  <a:schemeClr val="tx1">
                    <a:lumMod val="85000"/>
                    <a:lumOff val="15000"/>
                  </a:schemeClr>
                </a:solidFill>
                <a:latin typeface="微软雅黑" panose="020B0503020204020204" charset="-122"/>
                <a:ea typeface="微软雅黑" panose="020B0503020204020204" charset="-122"/>
              </a:rPr>
              <a:t>。</a:t>
            </a:r>
            <a:endParaRPr lang="en-US" altLang="zh-CN" sz="1200" dirty="0">
              <a:solidFill>
                <a:schemeClr val="tx1">
                  <a:lumMod val="85000"/>
                  <a:lumOff val="15000"/>
                </a:schemeClr>
              </a:solidFill>
              <a:latin typeface="微软雅黑" panose="020B0503020204020204" charset="-122"/>
              <a:ea typeface="微软雅黑" panose="020B0503020204020204" charset="-122"/>
            </a:endParaRPr>
          </a:p>
        </p:txBody>
      </p:sp>
      <p:sp>
        <p:nvSpPr>
          <p:cNvPr id="15" name="文本框 14"/>
          <p:cNvSpPr txBox="1"/>
          <p:nvPr/>
        </p:nvSpPr>
        <p:spPr>
          <a:xfrm>
            <a:off x="5090423" y="2396314"/>
            <a:ext cx="2085697" cy="2552686"/>
          </a:xfrm>
          <a:prstGeom prst="rect">
            <a:avLst/>
          </a:prstGeom>
          <a:noFill/>
        </p:spPr>
        <p:txBody>
          <a:bodyPr wrap="square">
            <a:spAutoFit/>
          </a:bodyPr>
          <a:lstStyle/>
          <a:p>
            <a:pPr indent="323850" algn="just">
              <a:lnSpc>
                <a:spcPct val="150000"/>
              </a:lnSpc>
              <a:spcAft>
                <a:spcPts val="1200"/>
              </a:spcAft>
              <a:buFont typeface="+mj-lt"/>
              <a:buNone/>
            </a:pP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明确新</a:t>
            </a:r>
            <a:r>
              <a:rPr lang="zh-CN" altLang="en-US" sz="1200" dirty="0">
                <a:solidFill>
                  <a:schemeClr val="tx1">
                    <a:lumMod val="85000"/>
                    <a:lumOff val="15000"/>
                  </a:schemeClr>
                </a:solidFill>
                <a:latin typeface="微软雅黑" panose="020B0503020204020204" charset="-122"/>
                <a:ea typeface="微软雅黑" panose="020B0503020204020204" charset="-122"/>
              </a:rPr>
              <a:t>时代</a:t>
            </a:r>
            <a:r>
              <a:rPr lang="zh-CN" altLang="en-US" sz="1200" b="1" dirty="0">
                <a:solidFill>
                  <a:srgbClr val="9E0406"/>
                </a:solidFill>
                <a:latin typeface="微软雅黑" panose="020B0503020204020204" charset="-122"/>
                <a:ea typeface="微软雅黑" panose="020B0503020204020204" charset="-122"/>
              </a:rPr>
              <a:t>我国社会主要矛盾</a:t>
            </a:r>
            <a:r>
              <a:rPr lang="zh-CN" altLang="en-US" sz="1200" dirty="0">
                <a:solidFill>
                  <a:schemeClr val="tx1">
                    <a:lumMod val="85000"/>
                    <a:lumOff val="15000"/>
                  </a:schemeClr>
                </a:solidFill>
                <a:latin typeface="微软雅黑" panose="020B0503020204020204" charset="-122"/>
                <a:ea typeface="微软雅黑" panose="020B0503020204020204" charset="-122"/>
              </a:rPr>
              <a:t>是人民日益增长的美好生活需要和不平衡不充分的发展之间的矛盾，必须坚持</a:t>
            </a:r>
            <a:r>
              <a:rPr lang="zh-CN" altLang="en-US" sz="1200" b="1" dirty="0">
                <a:solidFill>
                  <a:srgbClr val="9E0406"/>
                </a:solidFill>
                <a:latin typeface="微软雅黑" panose="020B0503020204020204" charset="-122"/>
                <a:ea typeface="微软雅黑" panose="020B0503020204020204" charset="-122"/>
              </a:rPr>
              <a:t>以人民为中心</a:t>
            </a:r>
            <a:r>
              <a:rPr lang="zh-CN" altLang="en-US" sz="1200" dirty="0">
                <a:solidFill>
                  <a:schemeClr val="tx1">
                    <a:lumMod val="85000"/>
                    <a:lumOff val="15000"/>
                  </a:schemeClr>
                </a:solidFill>
                <a:latin typeface="微软雅黑" panose="020B0503020204020204" charset="-122"/>
                <a:ea typeface="微软雅黑" panose="020B0503020204020204" charset="-122"/>
              </a:rPr>
              <a:t>的发展思想，发展</a:t>
            </a:r>
            <a:r>
              <a:rPr lang="zh-CN" altLang="en-US" sz="1200" b="1" dirty="0">
                <a:solidFill>
                  <a:srgbClr val="9E0406"/>
                </a:solidFill>
                <a:latin typeface="微软雅黑" panose="020B0503020204020204" charset="-122"/>
                <a:ea typeface="微软雅黑" panose="020B0503020204020204" charset="-122"/>
              </a:rPr>
              <a:t>全过程人民民主</a:t>
            </a:r>
            <a:r>
              <a:rPr lang="zh-CN" altLang="en-US" sz="1200" dirty="0">
                <a:solidFill>
                  <a:schemeClr val="tx1">
                    <a:lumMod val="85000"/>
                    <a:lumOff val="15000"/>
                  </a:schemeClr>
                </a:solidFill>
                <a:latin typeface="微软雅黑" panose="020B0503020204020204" charset="-122"/>
                <a:ea typeface="微软雅黑" panose="020B0503020204020204" charset="-122"/>
              </a:rPr>
              <a:t>，推动人的全面发展、全体人民共同富裕取得更为明显的实质性进展。</a:t>
            </a:r>
          </a:p>
        </p:txBody>
      </p:sp>
      <p:sp>
        <p:nvSpPr>
          <p:cNvPr id="26" name="文本框 25"/>
          <p:cNvSpPr txBox="1"/>
          <p:nvPr/>
        </p:nvSpPr>
        <p:spPr>
          <a:xfrm>
            <a:off x="7464608" y="2396830"/>
            <a:ext cx="2085697" cy="2275688"/>
          </a:xfrm>
          <a:prstGeom prst="rect">
            <a:avLst/>
          </a:prstGeom>
          <a:noFill/>
        </p:spPr>
        <p:txBody>
          <a:bodyPr wrap="square">
            <a:spAutoFit/>
          </a:bodyPr>
          <a:lstStyle/>
          <a:p>
            <a:pPr indent="323850" algn="just">
              <a:lnSpc>
                <a:spcPct val="150000"/>
              </a:lnSpc>
              <a:spcAft>
                <a:spcPts val="1200"/>
              </a:spcAft>
              <a:buFont typeface="+mj-lt"/>
              <a:buNone/>
            </a:pP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明确中国特色社会主义事业</a:t>
            </a:r>
            <a:r>
              <a:rPr lang="zh-CN" altLang="en-US" sz="1200" b="1" dirty="0">
                <a:solidFill>
                  <a:srgbClr val="9E0406"/>
                </a:solidFill>
                <a:latin typeface="微软雅黑" panose="020B0503020204020204" charset="-122"/>
                <a:ea typeface="微软雅黑" panose="020B0503020204020204" charset="-122"/>
                <a:cs typeface="微软雅黑" panose="020B0503020204020204" charset="-122"/>
                <a:sym typeface="+mn-ea"/>
              </a:rPr>
              <a:t>总体布局</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是经济建设、政治建设、文化建设、社会建设、生态文明建设</a:t>
            </a:r>
            <a:r>
              <a:rPr lang="zh-CN" altLang="en-US" sz="1200" b="1" dirty="0">
                <a:solidFill>
                  <a:srgbClr val="9E0406"/>
                </a:solidFill>
                <a:latin typeface="微软雅黑" panose="020B0503020204020204" charset="-122"/>
                <a:ea typeface="微软雅黑" panose="020B0503020204020204" charset="-122"/>
                <a:sym typeface="+mn-ea"/>
              </a:rPr>
              <a:t>五位一体</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200" b="1" dirty="0">
                <a:solidFill>
                  <a:srgbClr val="9E0406"/>
                </a:solidFill>
                <a:latin typeface="微软雅黑" panose="020B0503020204020204" charset="-122"/>
                <a:ea typeface="微软雅黑" panose="020B0503020204020204" charset="-122"/>
                <a:cs typeface="微软雅黑" panose="020B0503020204020204" charset="-122"/>
                <a:sym typeface="+mn-ea"/>
              </a:rPr>
              <a:t>战略布局</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是全面建设社会主义现代化国家、全面深化改革、全面依法治国、全面从严治党</a:t>
            </a:r>
            <a:r>
              <a:rPr lang="zh-CN" altLang="en-US" sz="1200" b="1" dirty="0">
                <a:solidFill>
                  <a:srgbClr val="9E0406"/>
                </a:solidFill>
                <a:latin typeface="微软雅黑" panose="020B0503020204020204" charset="-122"/>
                <a:ea typeface="微软雅黑" panose="020B0503020204020204" charset="-122"/>
                <a:sym typeface="+mn-ea"/>
              </a:rPr>
              <a:t>四个全面</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p>
        </p:txBody>
      </p:sp>
      <p:sp>
        <p:nvSpPr>
          <p:cNvPr id="27" name="文本框 26"/>
          <p:cNvSpPr txBox="1"/>
          <p:nvPr/>
        </p:nvSpPr>
        <p:spPr>
          <a:xfrm>
            <a:off x="9842951" y="2411365"/>
            <a:ext cx="2085697" cy="1029193"/>
          </a:xfrm>
          <a:prstGeom prst="rect">
            <a:avLst/>
          </a:prstGeom>
          <a:noFill/>
        </p:spPr>
        <p:txBody>
          <a:bodyPr wrap="square">
            <a:spAutoFit/>
          </a:bodyPr>
          <a:lstStyle/>
          <a:p>
            <a:pPr indent="323850" algn="just">
              <a:lnSpc>
                <a:spcPct val="130000"/>
              </a:lnSpc>
              <a:spcAft>
                <a:spcPts val="1200"/>
              </a:spcAft>
              <a:buFont typeface="+mj-lt"/>
              <a:buNone/>
            </a:pP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明确</a:t>
            </a:r>
            <a:r>
              <a:rPr lang="zh-CN" altLang="en-US" sz="1200" b="1" dirty="0">
                <a:solidFill>
                  <a:srgbClr val="9E0406"/>
                </a:solidFill>
                <a:latin typeface="微软雅黑" panose="020B0503020204020204" charset="-122"/>
                <a:ea typeface="微软雅黑" panose="020B0503020204020204" charset="-122"/>
                <a:sym typeface="+mn-ea"/>
              </a:rPr>
              <a:t>全面深化改革总目标</a:t>
            </a:r>
            <a:r>
              <a:rPr lang="zh-CN" altLang="en-US" sz="1200" dirty="0">
                <a:solidFill>
                  <a:schemeClr val="tx1">
                    <a:lumMod val="85000"/>
                    <a:lumOff val="15000"/>
                  </a:schemeClr>
                </a:solidFill>
                <a:latin typeface="微软雅黑" panose="020B0503020204020204" charset="-122"/>
                <a:ea typeface="微软雅黑" panose="020B0503020204020204" charset="-122"/>
                <a:sym typeface="+mn-ea"/>
              </a:rPr>
              <a:t>是完善和发展中国特色社会主义制度、推进国家治理体系和治理能力现代化。</a:t>
            </a:r>
            <a:endParaRPr lang="zh-CN" altLang="en-US" sz="1200" dirty="0">
              <a:solidFill>
                <a:schemeClr val="tx1">
                  <a:lumMod val="85000"/>
                  <a:lumOff val="15000"/>
                </a:schemeClr>
              </a:solidFill>
              <a:latin typeface="微软雅黑" panose="020B0503020204020204" charset="-122"/>
              <a:ea typeface="微软雅黑" panose="020B0503020204020204" charset="-122"/>
            </a:endParaRPr>
          </a:p>
        </p:txBody>
      </p:sp>
      <p:sp>
        <p:nvSpPr>
          <p:cNvPr id="29" name="文本框 28"/>
          <p:cNvSpPr txBox="1"/>
          <p:nvPr/>
        </p:nvSpPr>
        <p:spPr bwMode="auto">
          <a:xfrm>
            <a:off x="9552384" y="1376772"/>
            <a:ext cx="2524343" cy="906915"/>
          </a:xfrm>
          <a:prstGeom prst="rect">
            <a:avLst/>
          </a:prstGeom>
          <a:noFill/>
        </p:spPr>
        <p:txBody>
          <a:bodyPr wrap="square" rtlCol="0">
            <a:spAutoFit/>
          </a:bodyPr>
          <a:lstStyle>
            <a:defPPr>
              <a:defRPr lang="zh-CN"/>
            </a:defPPr>
            <a:lvl1pPr indent="504190" algn="just">
              <a:lnSpc>
                <a:spcPct val="150000"/>
              </a:lnSpc>
              <a:defRPr b="0">
                <a:solidFill>
                  <a:schemeClr val="tx1">
                    <a:lumMod val="85000"/>
                    <a:lumOff val="15000"/>
                  </a:schemeClr>
                </a:solidFill>
                <a:latin typeface="微软雅黑" panose="020B0503020204020204" charset="-122"/>
                <a:ea typeface="微软雅黑" panose="020B0503020204020204" charset="-122"/>
              </a:defRPr>
            </a:lvl1pPr>
          </a:lstStyle>
          <a:p>
            <a:pPr marL="0" marR="0" lvl="0" indent="467995" algn="just" defTabSz="914400" eaLnBrk="1" fontAlgn="auto" latinLnBrk="0" hangingPunct="1">
              <a:lnSpc>
                <a:spcPct val="150000"/>
              </a:lnSpc>
              <a:spcBef>
                <a:spcPts val="0"/>
              </a:spcBef>
              <a:spcAft>
                <a:spcPts val="0"/>
              </a:spcAft>
              <a:buClrTx/>
              <a:buSzTx/>
              <a:buFontTx/>
              <a:buNone/>
              <a:defRPr/>
            </a:pPr>
            <a:r>
              <a:rPr kumimoji="0" lang="en-US" sz="40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Arial" panose="020B0604020202090204"/>
              </a:rPr>
              <a:t>5</a:t>
            </a:r>
          </a:p>
        </p:txBody>
      </p:sp>
      <p:sp>
        <p:nvSpPr>
          <p:cNvPr id="35" name="文本框 34"/>
          <p:cNvSpPr txBox="1"/>
          <p:nvPr/>
        </p:nvSpPr>
        <p:spPr>
          <a:xfrm>
            <a:off x="2280908" y="792295"/>
            <a:ext cx="7452000" cy="598805"/>
          </a:xfrm>
          <a:prstGeom prst="rect">
            <a:avLst/>
          </a:prstGeom>
          <a:noFill/>
        </p:spPr>
        <p:txBody>
          <a:bodyPr wrap="square">
            <a:spAutoFit/>
          </a:bodyPr>
          <a:lstStyle/>
          <a:p>
            <a:pPr algn="ctr">
              <a:lnSpc>
                <a:spcPct val="150000"/>
              </a:lnSpc>
              <a:buClr>
                <a:srgbClr val="C00000"/>
              </a:buClr>
              <a:buSzPct val="80000"/>
            </a:pPr>
            <a:r>
              <a:rPr lang="zh-CN" altLang="en-US" sz="2200" b="1" dirty="0">
                <a:solidFill>
                  <a:schemeClr val="tx1">
                    <a:lumMod val="95000"/>
                    <a:lumOff val="5000"/>
                  </a:schemeClr>
                </a:solidFill>
                <a:latin typeface="微软雅黑" panose="020B0503020204020204" charset="-122"/>
                <a:ea typeface="微软雅黑" panose="020B0503020204020204" charset="-122"/>
              </a:rPr>
              <a:t>（一）“十个明确”</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0" y="3534674"/>
            <a:ext cx="12192000" cy="2880320"/>
            <a:chOff x="1" y="3429000"/>
            <a:chExt cx="12192000" cy="2880320"/>
          </a:xfrm>
        </p:grpSpPr>
        <p:pic>
          <p:nvPicPr>
            <p:cNvPr id="37" name="图片 36"/>
            <p:cNvPicPr>
              <a:picLocks noChangeAspect="1"/>
            </p:cNvPicPr>
            <p:nvPr/>
          </p:nvPicPr>
          <p:blipFill rotWithShape="1">
            <a:blip r:embed="rId2"/>
            <a:srcRect t="50000"/>
            <a:stretch>
              <a:fillRect/>
            </a:stretch>
          </p:blipFill>
          <p:spPr>
            <a:xfrm>
              <a:off x="1" y="3429000"/>
              <a:ext cx="12192000" cy="2880320"/>
            </a:xfrm>
            <a:prstGeom prst="rect">
              <a:avLst/>
            </a:prstGeom>
            <a:noFill/>
          </p:spPr>
        </p:pic>
        <p:sp>
          <p:nvSpPr>
            <p:cNvPr id="38" name="矩形 37"/>
            <p:cNvSpPr/>
            <p:nvPr/>
          </p:nvSpPr>
          <p:spPr>
            <a:xfrm>
              <a:off x="1" y="6105316"/>
              <a:ext cx="12191999" cy="72000"/>
            </a:xfrm>
            <a:prstGeom prst="rect">
              <a:avLst/>
            </a:prstGeom>
            <a:solidFill>
              <a:srgbClr val="FF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9732404" y="2002742"/>
            <a:ext cx="2268252" cy="3635168"/>
            <a:chOff x="996335" y="1716646"/>
            <a:chExt cx="9954328" cy="3635168"/>
          </a:xfrm>
        </p:grpSpPr>
        <p:sp>
          <p:nvSpPr>
            <p:cNvPr id="24" name="矩形 23"/>
            <p:cNvSpPr/>
            <p:nvPr/>
          </p:nvSpPr>
          <p:spPr>
            <a:xfrm flipV="1">
              <a:off x="996335" y="1751814"/>
              <a:ext cx="9954328" cy="3600000"/>
            </a:xfrm>
            <a:prstGeom prst="rect">
              <a:avLst/>
            </a:prstGeom>
            <a:gradFill>
              <a:gsLst>
                <a:gs pos="0">
                  <a:srgbClr val="B51317"/>
                </a:gs>
                <a:gs pos="100000">
                  <a:srgbClr val="FFFFFF"/>
                </a:gs>
              </a:gsLst>
              <a:lin ang="5400000" scaled="0"/>
            </a:gradFill>
            <a:ln w="19050">
              <a:gradFill>
                <a:gsLst>
                  <a:gs pos="100000">
                    <a:schemeClr val="bg1">
                      <a:lumMod val="95000"/>
                    </a:schemeClr>
                  </a:gs>
                  <a:gs pos="0">
                    <a:srgbClr val="B51317"/>
                  </a:gs>
                </a:gsLst>
                <a:lin ang="5400000" scaled="0"/>
              </a:grad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flipV="1">
              <a:off x="1302892" y="1716646"/>
              <a:ext cx="9647771" cy="3600000"/>
            </a:xfrm>
            <a:prstGeom prst="rect">
              <a:avLst/>
            </a:prstGeom>
            <a:solidFill>
              <a:schemeClr val="bg1"/>
            </a:solidFill>
            <a:ln>
              <a:gradFill>
                <a:gsLst>
                  <a:gs pos="0">
                    <a:srgbClr val="C00000"/>
                  </a:gs>
                  <a:gs pos="100000">
                    <a:srgbClr val="FFFDFD"/>
                  </a:gs>
                  <a:gs pos="81000">
                    <a:srgbClr val="C00000"/>
                  </a:gs>
                  <a:gs pos="62000">
                    <a:schemeClr val="bg1">
                      <a:alpha val="30000"/>
                    </a:schemeClr>
                  </a:gs>
                </a:gsLst>
                <a:lin ang="2700000" scaled="1"/>
              </a:gradFill>
            </a:ln>
            <a:effectLst>
              <a:outerShdw blurRad="317500" dist="1270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kern="0">
                <a:solidFill>
                  <a:prstClr val="white"/>
                </a:solidFill>
                <a:latin typeface="Calibri" panose="020F0502020204030204"/>
                <a:cs typeface="Arial" panose="020B0604020202090204"/>
              </a:endParaRPr>
            </a:p>
          </p:txBody>
        </p:sp>
      </p:grpSp>
      <p:grpSp>
        <p:nvGrpSpPr>
          <p:cNvPr id="20" name="组合 19"/>
          <p:cNvGrpSpPr/>
          <p:nvPr/>
        </p:nvGrpSpPr>
        <p:grpSpPr>
          <a:xfrm>
            <a:off x="7338404" y="2002742"/>
            <a:ext cx="2268252" cy="3635168"/>
            <a:chOff x="996335" y="1716646"/>
            <a:chExt cx="9954328" cy="3635168"/>
          </a:xfrm>
        </p:grpSpPr>
        <p:sp>
          <p:nvSpPr>
            <p:cNvPr id="21" name="矩形 20"/>
            <p:cNvSpPr/>
            <p:nvPr/>
          </p:nvSpPr>
          <p:spPr>
            <a:xfrm flipV="1">
              <a:off x="996335" y="1751814"/>
              <a:ext cx="9954328" cy="3600000"/>
            </a:xfrm>
            <a:prstGeom prst="rect">
              <a:avLst/>
            </a:prstGeom>
            <a:gradFill>
              <a:gsLst>
                <a:gs pos="0">
                  <a:srgbClr val="B51317"/>
                </a:gs>
                <a:gs pos="100000">
                  <a:srgbClr val="FFFFFF"/>
                </a:gs>
              </a:gsLst>
              <a:lin ang="5400000" scaled="0"/>
            </a:gradFill>
            <a:ln w="19050">
              <a:gradFill>
                <a:gsLst>
                  <a:gs pos="100000">
                    <a:schemeClr val="bg1">
                      <a:lumMod val="95000"/>
                    </a:schemeClr>
                  </a:gs>
                  <a:gs pos="0">
                    <a:srgbClr val="B51317"/>
                  </a:gs>
                </a:gsLst>
                <a:lin ang="5400000" scaled="0"/>
              </a:grad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flipV="1">
              <a:off x="1302892" y="1716646"/>
              <a:ext cx="9647771" cy="3600000"/>
            </a:xfrm>
            <a:prstGeom prst="rect">
              <a:avLst/>
            </a:prstGeom>
            <a:solidFill>
              <a:schemeClr val="bg1"/>
            </a:solidFill>
            <a:ln>
              <a:gradFill>
                <a:gsLst>
                  <a:gs pos="0">
                    <a:srgbClr val="C00000"/>
                  </a:gs>
                  <a:gs pos="100000">
                    <a:srgbClr val="FFFDFD"/>
                  </a:gs>
                  <a:gs pos="81000">
                    <a:srgbClr val="C00000"/>
                  </a:gs>
                  <a:gs pos="62000">
                    <a:schemeClr val="bg1">
                      <a:alpha val="30000"/>
                    </a:schemeClr>
                  </a:gs>
                </a:gsLst>
                <a:lin ang="2700000" scaled="1"/>
              </a:gradFill>
            </a:ln>
            <a:effectLst>
              <a:outerShdw blurRad="317500" dist="1270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kern="0">
                <a:solidFill>
                  <a:prstClr val="white"/>
                </a:solidFill>
                <a:latin typeface="Calibri" panose="020F0502020204030204"/>
                <a:cs typeface="Arial" panose="020B0604020202090204"/>
              </a:endParaRPr>
            </a:p>
          </p:txBody>
        </p:sp>
      </p:grpSp>
      <p:grpSp>
        <p:nvGrpSpPr>
          <p:cNvPr id="17" name="组合 16"/>
          <p:cNvGrpSpPr/>
          <p:nvPr/>
        </p:nvGrpSpPr>
        <p:grpSpPr>
          <a:xfrm>
            <a:off x="4943872" y="2002742"/>
            <a:ext cx="2268252" cy="3635168"/>
            <a:chOff x="996335" y="1716646"/>
            <a:chExt cx="9954328" cy="3635168"/>
          </a:xfrm>
        </p:grpSpPr>
        <p:sp>
          <p:nvSpPr>
            <p:cNvPr id="18" name="矩形 17"/>
            <p:cNvSpPr/>
            <p:nvPr/>
          </p:nvSpPr>
          <p:spPr>
            <a:xfrm flipV="1">
              <a:off x="996335" y="1751814"/>
              <a:ext cx="9954328" cy="3600000"/>
            </a:xfrm>
            <a:prstGeom prst="rect">
              <a:avLst/>
            </a:prstGeom>
            <a:gradFill>
              <a:gsLst>
                <a:gs pos="0">
                  <a:srgbClr val="B51317"/>
                </a:gs>
                <a:gs pos="100000">
                  <a:srgbClr val="FFFFFF"/>
                </a:gs>
              </a:gsLst>
              <a:lin ang="5400000" scaled="0"/>
            </a:gradFill>
            <a:ln w="19050">
              <a:gradFill>
                <a:gsLst>
                  <a:gs pos="100000">
                    <a:schemeClr val="bg1">
                      <a:lumMod val="95000"/>
                    </a:schemeClr>
                  </a:gs>
                  <a:gs pos="0">
                    <a:srgbClr val="B51317"/>
                  </a:gs>
                </a:gsLst>
                <a:lin ang="5400000" scaled="0"/>
              </a:grad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flipV="1">
              <a:off x="1302892" y="1716646"/>
              <a:ext cx="9647771" cy="3600000"/>
            </a:xfrm>
            <a:prstGeom prst="rect">
              <a:avLst/>
            </a:prstGeom>
            <a:solidFill>
              <a:schemeClr val="bg1"/>
            </a:solidFill>
            <a:ln>
              <a:gradFill>
                <a:gsLst>
                  <a:gs pos="0">
                    <a:srgbClr val="C00000"/>
                  </a:gs>
                  <a:gs pos="100000">
                    <a:srgbClr val="FFFDFD"/>
                  </a:gs>
                  <a:gs pos="81000">
                    <a:srgbClr val="C00000"/>
                  </a:gs>
                  <a:gs pos="62000">
                    <a:schemeClr val="bg1">
                      <a:alpha val="30000"/>
                    </a:schemeClr>
                  </a:gs>
                </a:gsLst>
                <a:lin ang="2700000" scaled="1"/>
              </a:gradFill>
            </a:ln>
            <a:effectLst>
              <a:outerShdw blurRad="317500" dist="1270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kern="0">
                <a:solidFill>
                  <a:prstClr val="white"/>
                </a:solidFill>
                <a:latin typeface="Calibri" panose="020F0502020204030204"/>
                <a:cs typeface="Arial" panose="020B0604020202090204"/>
              </a:endParaRPr>
            </a:p>
          </p:txBody>
        </p:sp>
      </p:grpSp>
      <p:grpSp>
        <p:nvGrpSpPr>
          <p:cNvPr id="10" name="组合 9"/>
          <p:cNvGrpSpPr/>
          <p:nvPr/>
        </p:nvGrpSpPr>
        <p:grpSpPr>
          <a:xfrm>
            <a:off x="2550404" y="2001186"/>
            <a:ext cx="2268252" cy="3635168"/>
            <a:chOff x="996335" y="1716646"/>
            <a:chExt cx="9954328" cy="3635168"/>
          </a:xfrm>
        </p:grpSpPr>
        <p:sp>
          <p:nvSpPr>
            <p:cNvPr id="11" name="矩形 10"/>
            <p:cNvSpPr/>
            <p:nvPr/>
          </p:nvSpPr>
          <p:spPr>
            <a:xfrm flipV="1">
              <a:off x="996335" y="1751814"/>
              <a:ext cx="9954328" cy="3600000"/>
            </a:xfrm>
            <a:prstGeom prst="rect">
              <a:avLst/>
            </a:prstGeom>
            <a:gradFill>
              <a:gsLst>
                <a:gs pos="0">
                  <a:srgbClr val="B51317"/>
                </a:gs>
                <a:gs pos="100000">
                  <a:srgbClr val="FFFFFF"/>
                </a:gs>
              </a:gsLst>
              <a:lin ang="5400000" scaled="0"/>
            </a:gradFill>
            <a:ln w="19050">
              <a:gradFill>
                <a:gsLst>
                  <a:gs pos="100000">
                    <a:schemeClr val="bg1">
                      <a:lumMod val="95000"/>
                    </a:schemeClr>
                  </a:gs>
                  <a:gs pos="0">
                    <a:srgbClr val="B51317"/>
                  </a:gs>
                </a:gsLst>
                <a:lin ang="5400000" scaled="0"/>
              </a:grad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flipV="1">
              <a:off x="1302892" y="1716646"/>
              <a:ext cx="9647771" cy="3600000"/>
            </a:xfrm>
            <a:prstGeom prst="rect">
              <a:avLst/>
            </a:prstGeom>
            <a:solidFill>
              <a:schemeClr val="bg1"/>
            </a:solidFill>
            <a:ln>
              <a:gradFill>
                <a:gsLst>
                  <a:gs pos="0">
                    <a:srgbClr val="C00000"/>
                  </a:gs>
                  <a:gs pos="100000">
                    <a:srgbClr val="FFFDFD"/>
                  </a:gs>
                  <a:gs pos="81000">
                    <a:srgbClr val="C00000"/>
                  </a:gs>
                  <a:gs pos="62000">
                    <a:schemeClr val="bg1">
                      <a:alpha val="30000"/>
                    </a:schemeClr>
                  </a:gs>
                </a:gsLst>
                <a:lin ang="2700000" scaled="1"/>
              </a:gradFill>
            </a:ln>
            <a:effectLst>
              <a:outerShdw blurRad="317500" dist="1270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kern="0" dirty="0">
                <a:solidFill>
                  <a:prstClr val="white"/>
                </a:solidFill>
                <a:latin typeface="Calibri" panose="020F0502020204030204"/>
                <a:cs typeface="Arial" panose="020B0604020202090204"/>
              </a:endParaRPr>
            </a:p>
          </p:txBody>
        </p:sp>
      </p:grpSp>
      <p:grpSp>
        <p:nvGrpSpPr>
          <p:cNvPr id="5" name="组合 4"/>
          <p:cNvGrpSpPr/>
          <p:nvPr/>
        </p:nvGrpSpPr>
        <p:grpSpPr>
          <a:xfrm>
            <a:off x="156404" y="2001186"/>
            <a:ext cx="2268252" cy="3635168"/>
            <a:chOff x="996335" y="1716646"/>
            <a:chExt cx="9954328" cy="3635168"/>
          </a:xfrm>
        </p:grpSpPr>
        <p:sp>
          <p:nvSpPr>
            <p:cNvPr id="6" name="矩形 5"/>
            <p:cNvSpPr/>
            <p:nvPr/>
          </p:nvSpPr>
          <p:spPr>
            <a:xfrm flipV="1">
              <a:off x="996335" y="1751814"/>
              <a:ext cx="9954328" cy="3600000"/>
            </a:xfrm>
            <a:prstGeom prst="rect">
              <a:avLst/>
            </a:prstGeom>
            <a:gradFill>
              <a:gsLst>
                <a:gs pos="0">
                  <a:srgbClr val="B51317"/>
                </a:gs>
                <a:gs pos="100000">
                  <a:srgbClr val="FFFFFF"/>
                </a:gs>
              </a:gsLst>
              <a:lin ang="5400000" scaled="0"/>
            </a:gradFill>
            <a:ln w="19050">
              <a:gradFill>
                <a:gsLst>
                  <a:gs pos="100000">
                    <a:schemeClr val="bg1">
                      <a:lumMod val="95000"/>
                    </a:schemeClr>
                  </a:gs>
                  <a:gs pos="0">
                    <a:srgbClr val="B51317"/>
                  </a:gs>
                </a:gsLst>
                <a:lin ang="5400000" scaled="0"/>
              </a:grad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flipV="1">
              <a:off x="1302892" y="1716646"/>
              <a:ext cx="9647771" cy="3600000"/>
            </a:xfrm>
            <a:prstGeom prst="rect">
              <a:avLst/>
            </a:prstGeom>
            <a:solidFill>
              <a:schemeClr val="bg1"/>
            </a:solidFill>
            <a:ln>
              <a:gradFill>
                <a:gsLst>
                  <a:gs pos="0">
                    <a:srgbClr val="C00000"/>
                  </a:gs>
                  <a:gs pos="100000">
                    <a:srgbClr val="FFFDFD"/>
                  </a:gs>
                  <a:gs pos="81000">
                    <a:srgbClr val="C00000"/>
                  </a:gs>
                  <a:gs pos="62000">
                    <a:schemeClr val="bg1">
                      <a:alpha val="30000"/>
                    </a:schemeClr>
                  </a:gs>
                </a:gsLst>
                <a:lin ang="2700000" scaled="1"/>
              </a:gradFill>
            </a:ln>
            <a:effectLst>
              <a:outerShdw blurRad="317500" dist="1270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kern="0">
                <a:solidFill>
                  <a:prstClr val="white"/>
                </a:solidFill>
                <a:latin typeface="Calibri" panose="020F0502020204030204"/>
                <a:cs typeface="Arial" panose="020B0604020202090204"/>
              </a:endParaRPr>
            </a:p>
          </p:txBody>
        </p:sp>
      </p:grpSp>
      <p:sp>
        <p:nvSpPr>
          <p:cNvPr id="13" name="文本框 12"/>
          <p:cNvSpPr txBox="1"/>
          <p:nvPr/>
        </p:nvSpPr>
        <p:spPr>
          <a:xfrm>
            <a:off x="301891" y="2396314"/>
            <a:ext cx="2085697" cy="1746312"/>
          </a:xfrm>
          <a:prstGeom prst="rect">
            <a:avLst/>
          </a:prstGeom>
          <a:noFill/>
        </p:spPr>
        <p:txBody>
          <a:bodyPr wrap="square">
            <a:spAutoFit/>
          </a:bodyPr>
          <a:lstStyle/>
          <a:p>
            <a:pPr indent="323850" algn="just">
              <a:lnSpc>
                <a:spcPct val="170000"/>
              </a:lnSpc>
              <a:spcAft>
                <a:spcPts val="1200"/>
              </a:spcAft>
            </a:pPr>
            <a:r>
              <a:rPr lang="zh-CN" altLang="zh-CN" sz="1200" dirty="0">
                <a:solidFill>
                  <a:schemeClr val="tx1">
                    <a:lumMod val="85000"/>
                    <a:lumOff val="15000"/>
                  </a:schemeClr>
                </a:solidFill>
                <a:latin typeface="微软雅黑" panose="020B0503020204020204" charset="-122"/>
                <a:ea typeface="微软雅黑" panose="020B0503020204020204" charset="-122"/>
              </a:rPr>
              <a:t>明确</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rPr>
              <a:t>全面推进依法治国</a:t>
            </a:r>
            <a:r>
              <a:rPr lang="zh-CN" altLang="en-US" sz="1200" dirty="0">
                <a:solidFill>
                  <a:schemeClr val="tx1">
                    <a:lumMod val="85000"/>
                    <a:lumOff val="15000"/>
                  </a:schemeClr>
                </a:solidFill>
                <a:latin typeface="微软雅黑" panose="020B0503020204020204" charset="-122"/>
                <a:ea typeface="微软雅黑" panose="020B0503020204020204" charset="-122"/>
              </a:rPr>
              <a:t>总目标是建设中国特色社会主义法治体系、建设社会主义法治国家。</a:t>
            </a:r>
            <a:endParaRPr lang="en-US" altLang="zh-CN" sz="1200" dirty="0">
              <a:solidFill>
                <a:schemeClr val="tx1">
                  <a:lumMod val="85000"/>
                  <a:lumOff val="15000"/>
                </a:schemeClr>
              </a:solidFill>
              <a:latin typeface="微软雅黑" panose="020B0503020204020204" charset="-122"/>
              <a:ea typeface="微软雅黑" panose="020B0503020204020204" charset="-122"/>
            </a:endParaRPr>
          </a:p>
          <a:p>
            <a:pPr indent="396240" algn="just">
              <a:lnSpc>
                <a:spcPct val="150000"/>
              </a:lnSpc>
              <a:spcAft>
                <a:spcPts val="1200"/>
              </a:spcAft>
              <a:buFont typeface="+mj-lt"/>
              <a:buNone/>
            </a:pPr>
            <a:endPar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bwMode="auto">
          <a:xfrm>
            <a:off x="7117253" y="1412776"/>
            <a:ext cx="2524343" cy="906915"/>
          </a:xfrm>
          <a:prstGeom prst="rect">
            <a:avLst/>
          </a:prstGeom>
          <a:noFill/>
        </p:spPr>
        <p:txBody>
          <a:bodyPr wrap="square" rtlCol="0">
            <a:spAutoFit/>
          </a:bodyPr>
          <a:lstStyle>
            <a:defPPr>
              <a:defRPr lang="zh-CN"/>
            </a:defPPr>
            <a:lvl1pPr indent="504190" algn="just">
              <a:lnSpc>
                <a:spcPct val="150000"/>
              </a:lnSpc>
              <a:defRPr b="0">
                <a:solidFill>
                  <a:schemeClr val="tx1">
                    <a:lumMod val="85000"/>
                    <a:lumOff val="15000"/>
                  </a:schemeClr>
                </a:solidFill>
                <a:latin typeface="微软雅黑" panose="020B0503020204020204" charset="-122"/>
                <a:ea typeface="微软雅黑" panose="020B0503020204020204" charset="-122"/>
              </a:defRPr>
            </a:lvl1pPr>
          </a:lstStyle>
          <a:p>
            <a:pPr marL="0" marR="0" lvl="0" indent="467995" algn="just" defTabSz="914400" eaLnBrk="1" fontAlgn="auto" latinLnBrk="0" hangingPunct="1">
              <a:lnSpc>
                <a:spcPct val="150000"/>
              </a:lnSpc>
              <a:spcBef>
                <a:spcPts val="0"/>
              </a:spcBef>
              <a:spcAft>
                <a:spcPts val="0"/>
              </a:spcAft>
              <a:buClrTx/>
              <a:buSzTx/>
              <a:buFontTx/>
              <a:buNone/>
              <a:defRPr/>
            </a:pPr>
            <a:r>
              <a:rPr kumimoji="0" lang="en-US" sz="40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Arial" panose="020B0604020202090204"/>
              </a:rPr>
              <a:t>9</a:t>
            </a:r>
          </a:p>
        </p:txBody>
      </p:sp>
      <p:sp>
        <p:nvSpPr>
          <p:cNvPr id="14" name="文本框 13"/>
          <p:cNvSpPr txBox="1"/>
          <p:nvPr/>
        </p:nvSpPr>
        <p:spPr>
          <a:xfrm>
            <a:off x="2678728" y="2446359"/>
            <a:ext cx="2085697" cy="2709653"/>
          </a:xfrm>
          <a:prstGeom prst="rect">
            <a:avLst/>
          </a:prstGeom>
          <a:noFill/>
        </p:spPr>
        <p:txBody>
          <a:bodyPr wrap="square">
            <a:spAutoFit/>
          </a:bodyPr>
          <a:lstStyle/>
          <a:p>
            <a:pPr indent="323850" algn="just">
              <a:lnSpc>
                <a:spcPct val="130000"/>
              </a:lnSpc>
              <a:spcAft>
                <a:spcPts val="1200"/>
              </a:spcAft>
              <a:buFont typeface="+mj-lt"/>
              <a:buNone/>
            </a:pPr>
            <a:r>
              <a:rPr lang="zh-CN" altLang="zh-CN" sz="1200" dirty="0">
                <a:solidFill>
                  <a:schemeClr val="tx1">
                    <a:lumMod val="85000"/>
                    <a:lumOff val="15000"/>
                  </a:schemeClr>
                </a:solidFill>
                <a:latin typeface="微软雅黑" panose="020B0503020204020204" charset="-122"/>
                <a:ea typeface="微软雅黑" panose="020B0503020204020204" charset="-122"/>
              </a:rPr>
              <a:t>明确</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rPr>
              <a:t>必须坚持和完善社会主义基本经济制度</a:t>
            </a:r>
            <a:r>
              <a:rPr lang="zh-CN" altLang="en-US" sz="1200" dirty="0">
                <a:solidFill>
                  <a:schemeClr val="tx1">
                    <a:lumMod val="85000"/>
                    <a:lumOff val="15000"/>
                  </a:schemeClr>
                </a:solidFill>
                <a:latin typeface="微软雅黑" panose="020B0503020204020204" charset="-122"/>
                <a:ea typeface="微软雅黑" panose="020B0503020204020204" charset="-122"/>
              </a:rPr>
              <a:t>，使市场在资源配置中起决定性作用，更好发挥政府作用，把握</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rPr>
              <a:t>新发展阶段</a:t>
            </a:r>
            <a:r>
              <a:rPr lang="zh-CN" altLang="en-US" sz="1200" dirty="0">
                <a:solidFill>
                  <a:schemeClr val="tx1">
                    <a:lumMod val="85000"/>
                    <a:lumOff val="15000"/>
                  </a:schemeClr>
                </a:solidFill>
                <a:latin typeface="微软雅黑" panose="020B0503020204020204" charset="-122"/>
                <a:ea typeface="微软雅黑" panose="020B0503020204020204" charset="-122"/>
              </a:rPr>
              <a:t>，贯彻创新、协调、绿色、开放、共享的</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rPr>
              <a:t>新发展理念</a:t>
            </a:r>
            <a:r>
              <a:rPr lang="zh-CN" altLang="en-US" sz="1200" dirty="0">
                <a:solidFill>
                  <a:schemeClr val="tx1">
                    <a:lumMod val="85000"/>
                    <a:lumOff val="15000"/>
                  </a:schemeClr>
                </a:solidFill>
                <a:latin typeface="微软雅黑" panose="020B0503020204020204" charset="-122"/>
                <a:ea typeface="微软雅黑" panose="020B0503020204020204" charset="-122"/>
              </a:rPr>
              <a:t>，加快构建以国内大循环为主体、国内国际双循环相互促进的</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rPr>
              <a:t>新发展格局</a:t>
            </a:r>
            <a:r>
              <a:rPr lang="zh-CN" altLang="en-US" sz="1200" dirty="0">
                <a:solidFill>
                  <a:schemeClr val="tx1">
                    <a:lumMod val="85000"/>
                    <a:lumOff val="15000"/>
                  </a:schemeClr>
                </a:solidFill>
                <a:latin typeface="微软雅黑" panose="020B0503020204020204" charset="-122"/>
                <a:ea typeface="微软雅黑" panose="020B0503020204020204" charset="-122"/>
              </a:rPr>
              <a:t>，</a:t>
            </a:r>
            <a:r>
              <a:rPr lang="zh-CN"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推动</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rPr>
              <a:t>高质量发展</a:t>
            </a:r>
            <a:r>
              <a:rPr lang="zh-CN" altLang="en-US" sz="1200" dirty="0">
                <a:solidFill>
                  <a:schemeClr val="tx1">
                    <a:lumMod val="85000"/>
                    <a:lumOff val="15000"/>
                  </a:schemeClr>
                </a:solidFill>
                <a:latin typeface="微软雅黑" panose="020B0503020204020204" charset="-122"/>
                <a:ea typeface="微软雅黑" panose="020B0503020204020204" charset="-122"/>
              </a:rPr>
              <a:t>，</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rPr>
              <a:t>统筹发展和安全</a:t>
            </a:r>
            <a:r>
              <a:rPr lang="zh-CN" altLang="en-US" sz="1200" dirty="0">
                <a:solidFill>
                  <a:schemeClr val="tx1">
                    <a:lumMod val="85000"/>
                    <a:lumOff val="15000"/>
                  </a:schemeClr>
                </a:solidFill>
                <a:latin typeface="微软雅黑" panose="020B0503020204020204" charset="-122"/>
                <a:ea typeface="微软雅黑" panose="020B0503020204020204" charset="-122"/>
              </a:rPr>
              <a:t>。</a:t>
            </a:r>
          </a:p>
        </p:txBody>
      </p:sp>
      <p:sp>
        <p:nvSpPr>
          <p:cNvPr id="15" name="文本框 14"/>
          <p:cNvSpPr txBox="1"/>
          <p:nvPr/>
        </p:nvSpPr>
        <p:spPr>
          <a:xfrm>
            <a:off x="5090423" y="2396314"/>
            <a:ext cx="2085697" cy="1444691"/>
          </a:xfrm>
          <a:prstGeom prst="rect">
            <a:avLst/>
          </a:prstGeom>
          <a:noFill/>
        </p:spPr>
        <p:txBody>
          <a:bodyPr wrap="square">
            <a:spAutoFit/>
          </a:bodyPr>
          <a:lstStyle/>
          <a:p>
            <a:pPr indent="323850" algn="just">
              <a:lnSpc>
                <a:spcPct val="150000"/>
              </a:lnSpc>
              <a:spcAft>
                <a:spcPts val="1200"/>
              </a:spcAft>
              <a:buFont typeface="+mj-lt"/>
              <a:buNone/>
            </a:pPr>
            <a:r>
              <a:rPr lang="zh-CN" altLang="zh-CN" sz="1200" dirty="0">
                <a:solidFill>
                  <a:schemeClr val="tx1">
                    <a:lumMod val="85000"/>
                    <a:lumOff val="15000"/>
                  </a:schemeClr>
                </a:solidFill>
                <a:latin typeface="微软雅黑" panose="020B0503020204020204" charset="-122"/>
                <a:ea typeface="微软雅黑" panose="020B0503020204020204" charset="-122"/>
                <a:sym typeface="+mn-ea"/>
              </a:rPr>
              <a:t>明确</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党在</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sym typeface="+mn-ea"/>
              </a:rPr>
              <a:t>新时代的强军目标</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是建设一支听党指挥、能打胜仗、作风优良的人民军队，把人民军队建设成为</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sym typeface="+mn-ea"/>
              </a:rPr>
              <a:t>世界一流军队</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6" name="文本框 25"/>
          <p:cNvSpPr txBox="1"/>
          <p:nvPr/>
        </p:nvSpPr>
        <p:spPr>
          <a:xfrm>
            <a:off x="7464608" y="2396830"/>
            <a:ext cx="2085697" cy="1532407"/>
          </a:xfrm>
          <a:prstGeom prst="rect">
            <a:avLst/>
          </a:prstGeom>
          <a:noFill/>
        </p:spPr>
        <p:txBody>
          <a:bodyPr wrap="square">
            <a:spAutoFit/>
          </a:bodyPr>
          <a:lstStyle/>
          <a:p>
            <a:pPr indent="323850" algn="just">
              <a:lnSpc>
                <a:spcPct val="160000"/>
              </a:lnSpc>
              <a:spcAft>
                <a:spcPts val="1200"/>
              </a:spcAft>
              <a:buFont typeface="+mj-lt"/>
              <a:buNone/>
            </a:pPr>
            <a:r>
              <a:rPr lang="zh-CN" altLang="zh-CN" sz="1200" dirty="0">
                <a:solidFill>
                  <a:schemeClr val="tx1">
                    <a:lumMod val="85000"/>
                    <a:lumOff val="15000"/>
                  </a:schemeClr>
                </a:solidFill>
                <a:latin typeface="微软雅黑" panose="020B0503020204020204" charset="-122"/>
                <a:ea typeface="微软雅黑" panose="020B0503020204020204" charset="-122"/>
                <a:sym typeface="+mn-ea"/>
              </a:rPr>
              <a:t>明确</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sym typeface="+mn-ea"/>
              </a:rPr>
              <a:t>中国特色大国外交</a:t>
            </a:r>
            <a:r>
              <a:rPr lang="zh-CN" altLang="en-US" sz="1200" dirty="0">
                <a:solidFill>
                  <a:schemeClr val="tx1">
                    <a:lumMod val="85000"/>
                    <a:lumOff val="15000"/>
                  </a:schemeClr>
                </a:solidFill>
                <a:latin typeface="微软雅黑" panose="020B0503020204020204" charset="-122"/>
                <a:ea typeface="微软雅黑" panose="020B0503020204020204" charset="-122"/>
                <a:sym typeface="+mn-ea"/>
              </a:rPr>
              <a:t>要服务民族复兴、促进人类进步，推动建设新型国际关系，推动构建</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sym typeface="+mn-ea"/>
              </a:rPr>
              <a:t>人类命运共同体</a:t>
            </a:r>
            <a:r>
              <a:rPr lang="zh-CN" altLang="en-US" sz="1200" dirty="0">
                <a:solidFill>
                  <a:schemeClr val="tx1">
                    <a:lumMod val="85000"/>
                    <a:lumOff val="15000"/>
                  </a:schemeClr>
                </a:solidFill>
                <a:latin typeface="微软雅黑" panose="020B0503020204020204" charset="-122"/>
                <a:ea typeface="微软雅黑" panose="020B0503020204020204" charset="-122"/>
                <a:sym typeface="+mn-ea"/>
              </a:rPr>
              <a:t>。</a:t>
            </a:r>
            <a:endParaRPr lang="en-US" altLang="zh-CN" sz="1200" dirty="0">
              <a:solidFill>
                <a:schemeClr val="tx1">
                  <a:lumMod val="85000"/>
                  <a:lumOff val="15000"/>
                </a:schemeClr>
              </a:solidFill>
              <a:latin typeface="微软雅黑" panose="020B0503020204020204" charset="-122"/>
              <a:ea typeface="微软雅黑" panose="020B0503020204020204" charset="-122"/>
            </a:endParaRPr>
          </a:p>
        </p:txBody>
      </p:sp>
      <p:sp>
        <p:nvSpPr>
          <p:cNvPr id="27" name="文本框 26"/>
          <p:cNvSpPr txBox="1"/>
          <p:nvPr/>
        </p:nvSpPr>
        <p:spPr>
          <a:xfrm>
            <a:off x="9858608" y="2429803"/>
            <a:ext cx="2085697" cy="2391104"/>
          </a:xfrm>
          <a:prstGeom prst="rect">
            <a:avLst/>
          </a:prstGeom>
          <a:noFill/>
        </p:spPr>
        <p:txBody>
          <a:bodyPr wrap="square">
            <a:spAutoFit/>
          </a:bodyPr>
          <a:lstStyle/>
          <a:p>
            <a:pPr indent="323850" algn="just">
              <a:lnSpc>
                <a:spcPct val="140000"/>
              </a:lnSpc>
              <a:spcAft>
                <a:spcPts val="1200"/>
              </a:spcAft>
              <a:buFont typeface="+mj-lt"/>
              <a:buNone/>
            </a:pPr>
            <a:r>
              <a:rPr lang="zh-CN" altLang="zh-CN" sz="1200" dirty="0">
                <a:solidFill>
                  <a:schemeClr val="tx1">
                    <a:lumMod val="85000"/>
                    <a:lumOff val="15000"/>
                  </a:schemeClr>
                </a:solidFill>
                <a:latin typeface="微软雅黑" panose="020B0503020204020204" charset="-122"/>
                <a:ea typeface="微软雅黑" panose="020B0503020204020204" charset="-122"/>
                <a:sym typeface="+mn-ea"/>
              </a:rPr>
              <a:t>明确</a:t>
            </a:r>
            <a:r>
              <a:rPr lang="zh-CN" altLang="zh-CN" sz="1200" b="1" dirty="0">
                <a:solidFill>
                  <a:srgbClr val="9E0406"/>
                </a:solidFill>
                <a:latin typeface="微软雅黑" panose="020B0503020204020204" charset="-122"/>
                <a:ea typeface="微软雅黑" panose="020B0503020204020204" charset="-122"/>
                <a:cs typeface="微软雅黑" panose="020B0503020204020204" charset="-122"/>
                <a:sym typeface="+mn-ea"/>
              </a:rPr>
              <a:t>全面从严治党</a:t>
            </a:r>
            <a:r>
              <a:rPr lang="zh-CN" altLang="en-US" sz="1200" dirty="0">
                <a:solidFill>
                  <a:schemeClr val="tx1">
                    <a:lumMod val="85000"/>
                    <a:lumOff val="15000"/>
                  </a:schemeClr>
                </a:solidFill>
                <a:latin typeface="微软雅黑" panose="020B0503020204020204" charset="-122"/>
                <a:ea typeface="微软雅黑" panose="020B0503020204020204" charset="-122"/>
                <a:sym typeface="+mn-ea"/>
              </a:rPr>
              <a:t>的战略方针，提出新时代党的建设总要求，全面推进党的政治建设、思想建设、组织建设、作风建设、纪律建设，把制度建设贯穿其中，深入推进反腐败斗争，落实管党治党政治责任，以伟大自我革命引领伟大社会革命。</a:t>
            </a:r>
            <a:endParaRPr lang="zh-CN" altLang="en-US" sz="1200" dirty="0">
              <a:solidFill>
                <a:schemeClr val="tx1">
                  <a:lumMod val="85000"/>
                  <a:lumOff val="15000"/>
                </a:schemeClr>
              </a:solidFill>
              <a:latin typeface="微软雅黑" panose="020B0503020204020204" charset="-122"/>
              <a:ea typeface="微软雅黑" panose="020B0503020204020204" charset="-122"/>
            </a:endParaRPr>
          </a:p>
        </p:txBody>
      </p:sp>
      <p:sp>
        <p:nvSpPr>
          <p:cNvPr id="29" name="文本框 28"/>
          <p:cNvSpPr txBox="1"/>
          <p:nvPr/>
        </p:nvSpPr>
        <p:spPr bwMode="auto">
          <a:xfrm>
            <a:off x="-96688" y="1412776"/>
            <a:ext cx="2524343" cy="906915"/>
          </a:xfrm>
          <a:prstGeom prst="rect">
            <a:avLst/>
          </a:prstGeom>
          <a:noFill/>
        </p:spPr>
        <p:txBody>
          <a:bodyPr wrap="square" rtlCol="0">
            <a:spAutoFit/>
          </a:bodyPr>
          <a:lstStyle>
            <a:defPPr>
              <a:defRPr lang="zh-CN"/>
            </a:defPPr>
            <a:lvl1pPr indent="504190" algn="just">
              <a:lnSpc>
                <a:spcPct val="150000"/>
              </a:lnSpc>
              <a:defRPr b="0">
                <a:solidFill>
                  <a:schemeClr val="tx1">
                    <a:lumMod val="85000"/>
                    <a:lumOff val="15000"/>
                  </a:schemeClr>
                </a:solidFill>
                <a:latin typeface="微软雅黑" panose="020B0503020204020204" charset="-122"/>
                <a:ea typeface="微软雅黑" panose="020B0503020204020204" charset="-122"/>
              </a:defRPr>
            </a:lvl1pPr>
          </a:lstStyle>
          <a:p>
            <a:pPr marL="0" marR="0" lvl="0" indent="467995" algn="just" defTabSz="914400" eaLnBrk="1" fontAlgn="auto" latinLnBrk="0" hangingPunct="1">
              <a:lnSpc>
                <a:spcPct val="150000"/>
              </a:lnSpc>
              <a:spcBef>
                <a:spcPts val="0"/>
              </a:spcBef>
              <a:spcAft>
                <a:spcPts val="0"/>
              </a:spcAft>
              <a:buClrTx/>
              <a:buSzTx/>
              <a:buFontTx/>
              <a:buNone/>
              <a:defRPr/>
            </a:pPr>
            <a:r>
              <a:rPr kumimoji="0" lang="en-US" sz="40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Arial" panose="020B0604020202090204"/>
              </a:rPr>
              <a:t>6</a:t>
            </a:r>
          </a:p>
        </p:txBody>
      </p:sp>
      <p:sp>
        <p:nvSpPr>
          <p:cNvPr id="3" name="文本框 2"/>
          <p:cNvSpPr txBox="1"/>
          <p:nvPr/>
        </p:nvSpPr>
        <p:spPr bwMode="auto">
          <a:xfrm>
            <a:off x="2279576" y="1430360"/>
            <a:ext cx="2524343" cy="906915"/>
          </a:xfrm>
          <a:prstGeom prst="rect">
            <a:avLst/>
          </a:prstGeom>
          <a:noFill/>
        </p:spPr>
        <p:txBody>
          <a:bodyPr wrap="square" rtlCol="0">
            <a:spAutoFit/>
          </a:bodyPr>
          <a:lstStyle>
            <a:defPPr>
              <a:defRPr lang="zh-CN"/>
            </a:defPPr>
            <a:lvl1pPr indent="504190" algn="just">
              <a:lnSpc>
                <a:spcPct val="150000"/>
              </a:lnSpc>
              <a:defRPr b="0">
                <a:solidFill>
                  <a:schemeClr val="tx1">
                    <a:lumMod val="85000"/>
                    <a:lumOff val="15000"/>
                  </a:schemeClr>
                </a:solidFill>
                <a:latin typeface="微软雅黑" panose="020B0503020204020204" charset="-122"/>
                <a:ea typeface="微软雅黑" panose="020B0503020204020204" charset="-122"/>
              </a:defRPr>
            </a:lvl1pPr>
          </a:lstStyle>
          <a:p>
            <a:pPr marL="0" marR="0" lvl="0" indent="467995" algn="just" defTabSz="914400" eaLnBrk="1" fontAlgn="auto" latinLnBrk="0" hangingPunct="1">
              <a:lnSpc>
                <a:spcPct val="150000"/>
              </a:lnSpc>
              <a:spcBef>
                <a:spcPts val="0"/>
              </a:spcBef>
              <a:spcAft>
                <a:spcPts val="0"/>
              </a:spcAft>
              <a:buClrTx/>
              <a:buSzTx/>
              <a:buFontTx/>
              <a:buNone/>
              <a:defRPr/>
            </a:pPr>
            <a:r>
              <a:rPr lang="en-US" sz="4000" b="1" kern="0" dirty="0">
                <a:solidFill>
                  <a:srgbClr val="C00000"/>
                </a:solidFill>
                <a:latin typeface="微软雅黑" panose="020B0503020204020204" charset="-122"/>
                <a:ea typeface="微软雅黑" panose="020B0503020204020204" charset="-122"/>
                <a:cs typeface="Arial" panose="020B0604020202090204"/>
              </a:rPr>
              <a:t>7</a:t>
            </a:r>
            <a:endParaRPr kumimoji="0" lang="en-US" sz="40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Arial" panose="020B0604020202090204"/>
            </a:endParaRPr>
          </a:p>
        </p:txBody>
      </p:sp>
      <p:sp>
        <p:nvSpPr>
          <p:cNvPr id="4" name="文本框 3"/>
          <p:cNvSpPr txBox="1"/>
          <p:nvPr/>
        </p:nvSpPr>
        <p:spPr bwMode="auto">
          <a:xfrm>
            <a:off x="4723785" y="1412776"/>
            <a:ext cx="2524343" cy="906915"/>
          </a:xfrm>
          <a:prstGeom prst="rect">
            <a:avLst/>
          </a:prstGeom>
          <a:noFill/>
        </p:spPr>
        <p:txBody>
          <a:bodyPr wrap="square" rtlCol="0">
            <a:spAutoFit/>
          </a:bodyPr>
          <a:lstStyle>
            <a:defPPr>
              <a:defRPr lang="zh-CN"/>
            </a:defPPr>
            <a:lvl1pPr indent="504190" algn="just">
              <a:lnSpc>
                <a:spcPct val="150000"/>
              </a:lnSpc>
              <a:defRPr b="0">
                <a:solidFill>
                  <a:schemeClr val="tx1">
                    <a:lumMod val="85000"/>
                    <a:lumOff val="15000"/>
                  </a:schemeClr>
                </a:solidFill>
                <a:latin typeface="微软雅黑" panose="020B0503020204020204" charset="-122"/>
                <a:ea typeface="微软雅黑" panose="020B0503020204020204" charset="-122"/>
              </a:defRPr>
            </a:lvl1pPr>
          </a:lstStyle>
          <a:p>
            <a:pPr marL="0" marR="0" lvl="0" indent="467995" algn="just" defTabSz="914400" eaLnBrk="1" fontAlgn="auto" latinLnBrk="0" hangingPunct="1">
              <a:lnSpc>
                <a:spcPct val="150000"/>
              </a:lnSpc>
              <a:spcBef>
                <a:spcPts val="0"/>
              </a:spcBef>
              <a:spcAft>
                <a:spcPts val="0"/>
              </a:spcAft>
              <a:buClrTx/>
              <a:buSzTx/>
              <a:buFontTx/>
              <a:buNone/>
              <a:defRPr/>
            </a:pPr>
            <a:r>
              <a:rPr kumimoji="0" lang="en-US" sz="40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Arial" panose="020B0604020202090204"/>
              </a:rPr>
              <a:t>8</a:t>
            </a:r>
          </a:p>
        </p:txBody>
      </p:sp>
      <p:sp>
        <p:nvSpPr>
          <p:cNvPr id="8" name="文本框 7"/>
          <p:cNvSpPr txBox="1"/>
          <p:nvPr/>
        </p:nvSpPr>
        <p:spPr bwMode="auto">
          <a:xfrm>
            <a:off x="9444372" y="1405676"/>
            <a:ext cx="2524343" cy="907200"/>
          </a:xfrm>
          <a:prstGeom prst="rect">
            <a:avLst/>
          </a:prstGeom>
          <a:noFill/>
        </p:spPr>
        <p:txBody>
          <a:bodyPr wrap="square" rtlCol="0">
            <a:spAutoFit/>
          </a:bodyPr>
          <a:lstStyle>
            <a:defPPr>
              <a:defRPr lang="zh-CN"/>
            </a:defPPr>
            <a:lvl1pPr indent="504190" algn="just">
              <a:lnSpc>
                <a:spcPct val="150000"/>
              </a:lnSpc>
              <a:defRPr b="0">
                <a:solidFill>
                  <a:schemeClr val="tx1">
                    <a:lumMod val="85000"/>
                    <a:lumOff val="15000"/>
                  </a:schemeClr>
                </a:solidFill>
                <a:latin typeface="微软雅黑" panose="020B0503020204020204" charset="-122"/>
                <a:ea typeface="微软雅黑" panose="020B0503020204020204" charset="-122"/>
              </a:defRPr>
            </a:lvl1pPr>
          </a:lstStyle>
          <a:p>
            <a:pPr marL="0" marR="0" lvl="0" indent="467995" algn="just" defTabSz="914400" eaLnBrk="1" fontAlgn="auto" latinLnBrk="0" hangingPunct="1">
              <a:lnSpc>
                <a:spcPct val="150000"/>
              </a:lnSpc>
              <a:spcBef>
                <a:spcPts val="0"/>
              </a:spcBef>
              <a:spcAft>
                <a:spcPts val="0"/>
              </a:spcAft>
              <a:buClrTx/>
              <a:buSzTx/>
              <a:buFontTx/>
              <a:buNone/>
              <a:defRPr/>
            </a:pPr>
            <a:r>
              <a:rPr kumimoji="0" lang="en-US" sz="40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Arial" panose="020B0604020202090204"/>
              </a:rPr>
              <a:t>10</a:t>
            </a:r>
          </a:p>
          <a:p>
            <a:pPr marL="0" marR="0" lvl="0" indent="467995" algn="just" defTabSz="914400" eaLnBrk="1" fontAlgn="auto" latinLnBrk="0" hangingPunct="1">
              <a:lnSpc>
                <a:spcPct val="150000"/>
              </a:lnSpc>
              <a:spcBef>
                <a:spcPts val="0"/>
              </a:spcBef>
              <a:spcAft>
                <a:spcPts val="0"/>
              </a:spcAft>
              <a:buClrTx/>
              <a:buSzTx/>
              <a:buFontTx/>
              <a:buNone/>
              <a:defRPr/>
            </a:pPr>
            <a:endParaRPr kumimoji="0" lang="en-US" sz="40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Arial" panose="020B0604020202090204"/>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2175600" y="936000"/>
            <a:ext cx="7840800" cy="429895"/>
          </a:xfrm>
          <a:prstGeom prst="rect">
            <a:avLst/>
          </a:prstGeom>
          <a:noFill/>
        </p:spPr>
        <p:txBody>
          <a:bodyPr wrap="square" rtlCol="0">
            <a:spAutoFit/>
          </a:bodyPr>
          <a:lstStyle/>
          <a:p>
            <a:pPr algn="ctr">
              <a:buClr>
                <a:srgbClr val="C00000"/>
              </a:buClr>
              <a:buSzPct val="80000"/>
            </a:pPr>
            <a:r>
              <a:rPr lang="zh-CN" altLang="en-US" sz="2200" b="1" dirty="0">
                <a:solidFill>
                  <a:schemeClr val="tx1">
                    <a:lumMod val="95000"/>
                    <a:lumOff val="5000"/>
                  </a:schemeClr>
                </a:solidFill>
                <a:latin typeface="微软雅黑" panose="020B0503020204020204" charset="-122"/>
                <a:ea typeface="微软雅黑" panose="020B0503020204020204" charset="-122"/>
              </a:rPr>
              <a:t>（二）</a:t>
            </a:r>
            <a:r>
              <a:rPr lang="en-US" altLang="zh-CN" sz="2200" b="1" dirty="0">
                <a:solidFill>
                  <a:schemeClr val="tx1">
                    <a:lumMod val="95000"/>
                    <a:lumOff val="5000"/>
                  </a:schemeClr>
                </a:solidFill>
                <a:latin typeface="微软雅黑" panose="020B0503020204020204" charset="-122"/>
                <a:ea typeface="微软雅黑" panose="020B0503020204020204" charset="-122"/>
              </a:rPr>
              <a:t>“</a:t>
            </a:r>
            <a:r>
              <a:rPr lang="zh-CN" altLang="en-US" sz="2200" b="1" dirty="0">
                <a:solidFill>
                  <a:schemeClr val="tx1">
                    <a:lumMod val="95000"/>
                    <a:lumOff val="5000"/>
                  </a:schemeClr>
                </a:solidFill>
                <a:latin typeface="微软雅黑" panose="020B0503020204020204" charset="-122"/>
                <a:ea typeface="微软雅黑" panose="020B0503020204020204" charset="-122"/>
              </a:rPr>
              <a:t>十四个坚持</a:t>
            </a:r>
            <a:r>
              <a:rPr lang="en-US" altLang="zh-CN" sz="2200" b="1" dirty="0">
                <a:solidFill>
                  <a:schemeClr val="tx1">
                    <a:lumMod val="95000"/>
                    <a:lumOff val="5000"/>
                  </a:schemeClr>
                </a:solidFill>
                <a:latin typeface="微软雅黑" panose="020B0503020204020204" charset="-122"/>
                <a:ea typeface="微软雅黑" panose="020B0503020204020204" charset="-122"/>
              </a:rPr>
              <a:t>”</a:t>
            </a:r>
          </a:p>
        </p:txBody>
      </p:sp>
      <p:grpSp>
        <p:nvGrpSpPr>
          <p:cNvPr id="11" name="组合 10"/>
          <p:cNvGrpSpPr/>
          <p:nvPr/>
        </p:nvGrpSpPr>
        <p:grpSpPr>
          <a:xfrm>
            <a:off x="1" y="1556629"/>
            <a:ext cx="12192000" cy="2880320"/>
            <a:chOff x="1" y="3429000"/>
            <a:chExt cx="12192000" cy="2880320"/>
          </a:xfrm>
        </p:grpSpPr>
        <p:pic>
          <p:nvPicPr>
            <p:cNvPr id="12" name="图片 11"/>
            <p:cNvPicPr>
              <a:picLocks noChangeAspect="1"/>
            </p:cNvPicPr>
            <p:nvPr/>
          </p:nvPicPr>
          <p:blipFill rotWithShape="1">
            <a:blip r:embed="rId2"/>
            <a:srcRect t="50000"/>
            <a:stretch>
              <a:fillRect/>
            </a:stretch>
          </p:blipFill>
          <p:spPr>
            <a:xfrm>
              <a:off x="1" y="3429000"/>
              <a:ext cx="12192000" cy="2880320"/>
            </a:xfrm>
            <a:prstGeom prst="rect">
              <a:avLst/>
            </a:prstGeom>
            <a:noFill/>
          </p:spPr>
        </p:pic>
        <p:sp>
          <p:nvSpPr>
            <p:cNvPr id="15" name="矩形 14"/>
            <p:cNvSpPr/>
            <p:nvPr/>
          </p:nvSpPr>
          <p:spPr>
            <a:xfrm>
              <a:off x="1" y="6105316"/>
              <a:ext cx="12191999" cy="72000"/>
            </a:xfrm>
            <a:prstGeom prst="rect">
              <a:avLst/>
            </a:prstGeom>
            <a:solidFill>
              <a:srgbClr val="FF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işlídê"/>
          <p:cNvSpPr/>
          <p:nvPr/>
        </p:nvSpPr>
        <p:spPr>
          <a:xfrm>
            <a:off x="695400" y="1996095"/>
            <a:ext cx="10801200" cy="4320480"/>
          </a:xfrm>
          <a:prstGeom prst="rect">
            <a:avLst/>
          </a:prstGeom>
          <a:solidFill>
            <a:schemeClr val="bg1"/>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p:cNvGrpSpPr/>
          <p:nvPr/>
        </p:nvGrpSpPr>
        <p:grpSpPr>
          <a:xfrm>
            <a:off x="1739956" y="2719945"/>
            <a:ext cx="3563955" cy="2880320"/>
            <a:chOff x="1055652" y="2708920"/>
            <a:chExt cx="4320000" cy="2880320"/>
          </a:xfrm>
        </p:grpSpPr>
        <p:cxnSp>
          <p:nvCxnSpPr>
            <p:cNvPr id="18" name="直接连接符 17"/>
            <p:cNvCxnSpPr/>
            <p:nvPr/>
          </p:nvCxnSpPr>
          <p:spPr>
            <a:xfrm>
              <a:off x="1055652" y="2708920"/>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055652" y="3284984"/>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055652" y="3861048"/>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055652" y="4437112"/>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1055652" y="5589240"/>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055652" y="5013176"/>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26" name="文本框 25"/>
          <p:cNvSpPr txBox="1"/>
          <p:nvPr/>
        </p:nvSpPr>
        <p:spPr>
          <a:xfrm>
            <a:off x="1343912" y="2107216"/>
            <a:ext cx="3960000" cy="4108817"/>
          </a:xfrm>
          <a:prstGeom prst="rect">
            <a:avLst/>
          </a:prstGeom>
        </p:spPr>
        <p:txBody>
          <a:bodyPr wrap="square">
            <a:spAutoFit/>
          </a:bodyPr>
          <a:lstStyle>
            <a:defPPr>
              <a:defRPr lang="zh-CN"/>
            </a:defPPr>
            <a:lvl1pPr marL="342900" indent="-342900" algn="just">
              <a:lnSpc>
                <a:spcPct val="150000"/>
              </a:lnSpc>
              <a:spcAft>
                <a:spcPts val="600"/>
              </a:spcAft>
              <a:buClr>
                <a:srgbClr val="C00000"/>
              </a:buClr>
              <a:buFont typeface="Wingdings" panose="05000000000000000000" pitchFamily="2" charset="2"/>
              <a:buChar char="n"/>
              <a:defRPr sz="2000">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tx1">
                    <a:lumMod val="85000"/>
                    <a:lumOff val="15000"/>
                  </a:schemeClr>
                </a:solidFill>
              </a:rPr>
              <a:t>坚持</a:t>
            </a:r>
            <a:r>
              <a:rPr lang="zh-CN" altLang="en-US" sz="2200" dirty="0"/>
              <a:t>党对一切工作的领导</a:t>
            </a:r>
            <a:endParaRPr lang="en-US" altLang="zh-CN" sz="2200" dirty="0"/>
          </a:p>
          <a:p>
            <a:r>
              <a:rPr lang="zh-CN" altLang="en-US" sz="2200" dirty="0">
                <a:solidFill>
                  <a:schemeClr val="tx1">
                    <a:lumMod val="85000"/>
                    <a:lumOff val="15000"/>
                  </a:schemeClr>
                </a:solidFill>
              </a:rPr>
              <a:t>坚持</a:t>
            </a:r>
            <a:r>
              <a:rPr lang="zh-CN" altLang="en-US" sz="2200" dirty="0"/>
              <a:t>以人民为中心</a:t>
            </a:r>
          </a:p>
          <a:p>
            <a:r>
              <a:rPr lang="zh-CN" altLang="en-US" sz="2200" dirty="0">
                <a:solidFill>
                  <a:schemeClr val="tx1">
                    <a:lumMod val="85000"/>
                    <a:lumOff val="15000"/>
                  </a:schemeClr>
                </a:solidFill>
              </a:rPr>
              <a:t>坚持</a:t>
            </a:r>
            <a:r>
              <a:rPr lang="zh-CN" altLang="en-US" sz="2200" dirty="0"/>
              <a:t>全面深化改革</a:t>
            </a:r>
          </a:p>
          <a:p>
            <a:r>
              <a:rPr lang="zh-CN" altLang="en-US" sz="2200" dirty="0">
                <a:solidFill>
                  <a:schemeClr val="tx1">
                    <a:lumMod val="85000"/>
                    <a:lumOff val="15000"/>
                  </a:schemeClr>
                </a:solidFill>
              </a:rPr>
              <a:t>坚持</a:t>
            </a:r>
            <a:r>
              <a:rPr lang="zh-CN" altLang="en-US" sz="2200" dirty="0"/>
              <a:t>新发展理念</a:t>
            </a:r>
          </a:p>
          <a:p>
            <a:r>
              <a:rPr lang="zh-CN" altLang="en-US" sz="2200" dirty="0">
                <a:solidFill>
                  <a:schemeClr val="tx1">
                    <a:lumMod val="85000"/>
                    <a:lumOff val="15000"/>
                  </a:schemeClr>
                </a:solidFill>
              </a:rPr>
              <a:t>坚持</a:t>
            </a:r>
            <a:r>
              <a:rPr lang="zh-CN" altLang="en-US" sz="2200" dirty="0"/>
              <a:t>人民当家作主</a:t>
            </a:r>
          </a:p>
          <a:p>
            <a:r>
              <a:rPr lang="zh-CN" altLang="en-US" sz="2200" dirty="0">
                <a:solidFill>
                  <a:schemeClr val="tx1">
                    <a:lumMod val="85000"/>
                    <a:lumOff val="15000"/>
                  </a:schemeClr>
                </a:solidFill>
              </a:rPr>
              <a:t>坚持</a:t>
            </a:r>
            <a:r>
              <a:rPr lang="zh-CN" altLang="en-US" sz="2200" dirty="0"/>
              <a:t>全面依法治国</a:t>
            </a:r>
          </a:p>
          <a:p>
            <a:r>
              <a:rPr lang="zh-CN" altLang="en-US" sz="2200" dirty="0">
                <a:solidFill>
                  <a:schemeClr val="tx1">
                    <a:lumMod val="85000"/>
                    <a:lumOff val="15000"/>
                  </a:schemeClr>
                </a:solidFill>
              </a:rPr>
              <a:t>坚持</a:t>
            </a:r>
            <a:r>
              <a:rPr lang="zh-CN" altLang="en-US" sz="2200" dirty="0"/>
              <a:t>社会主义核心价值体系</a:t>
            </a:r>
          </a:p>
        </p:txBody>
      </p:sp>
      <p:sp>
        <p:nvSpPr>
          <p:cNvPr id="27" name="文本框 26"/>
          <p:cNvSpPr txBox="1"/>
          <p:nvPr/>
        </p:nvSpPr>
        <p:spPr>
          <a:xfrm>
            <a:off x="6276020" y="2107216"/>
            <a:ext cx="4752000" cy="4048994"/>
          </a:xfrm>
          <a:prstGeom prst="rect">
            <a:avLst/>
          </a:prstGeom>
        </p:spPr>
        <p:txBody>
          <a:bodyPr wrap="square">
            <a:spAutoFit/>
          </a:bodyPr>
          <a:lstStyle>
            <a:defPPr>
              <a:defRPr lang="zh-CN"/>
            </a:defPPr>
            <a:lvl1pPr marL="342900" indent="-342900" algn="just">
              <a:lnSpc>
                <a:spcPct val="150000"/>
              </a:lnSpc>
              <a:spcAft>
                <a:spcPts val="600"/>
              </a:spcAft>
              <a:buClr>
                <a:srgbClr val="C00000"/>
              </a:buClr>
              <a:buFont typeface="Wingdings" panose="05000000000000000000" pitchFamily="2" charset="2"/>
              <a:buChar char="n"/>
              <a:defRPr sz="2000">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t>坚持在发展中保障和改善民生</a:t>
            </a:r>
            <a:endParaRPr lang="en-US" altLang="zh-CN" sz="2200" dirty="0"/>
          </a:p>
          <a:p>
            <a:r>
              <a:rPr lang="zh-CN" altLang="en-US" sz="2200" dirty="0"/>
              <a:t>坚持人与自然和谐共生</a:t>
            </a:r>
          </a:p>
          <a:p>
            <a:r>
              <a:rPr lang="zh-CN" altLang="en-US" sz="2200" dirty="0"/>
              <a:t>坚持总体国家安全观</a:t>
            </a:r>
          </a:p>
          <a:p>
            <a:r>
              <a:rPr lang="zh-CN" altLang="en-US" sz="2200" dirty="0"/>
              <a:t>坚持党对人民军队的绝对领导</a:t>
            </a:r>
          </a:p>
          <a:p>
            <a:r>
              <a:rPr lang="zh-CN" altLang="en-US" sz="2200" dirty="0"/>
              <a:t>坚持“一国两制”和推进祖国统一</a:t>
            </a:r>
          </a:p>
          <a:p>
            <a:r>
              <a:rPr lang="zh-CN" altLang="en-US" sz="2200" dirty="0"/>
              <a:t>坚持推动构建人类命运共同体</a:t>
            </a:r>
          </a:p>
          <a:p>
            <a:r>
              <a:rPr lang="zh-CN" altLang="en-US" sz="2200" dirty="0"/>
              <a:t>坚持全面从严治党</a:t>
            </a:r>
          </a:p>
        </p:txBody>
      </p:sp>
      <p:cxnSp>
        <p:nvCxnSpPr>
          <p:cNvPr id="22" name="直接箭头连接符 21"/>
          <p:cNvCxnSpPr/>
          <p:nvPr/>
        </p:nvCxnSpPr>
        <p:spPr>
          <a:xfrm>
            <a:off x="1091444" y="3003664"/>
            <a:ext cx="0" cy="244156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6672064" y="2716175"/>
            <a:ext cx="4355956" cy="2880320"/>
            <a:chOff x="1055652" y="2708920"/>
            <a:chExt cx="4320000" cy="2880320"/>
          </a:xfrm>
        </p:grpSpPr>
        <p:cxnSp>
          <p:nvCxnSpPr>
            <p:cNvPr id="29" name="直接连接符 28"/>
            <p:cNvCxnSpPr/>
            <p:nvPr/>
          </p:nvCxnSpPr>
          <p:spPr>
            <a:xfrm>
              <a:off x="1055652" y="2708920"/>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055652" y="3284984"/>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055652" y="3861048"/>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1055652" y="4437112"/>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1055652" y="5589240"/>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055652" y="5013176"/>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 y="1418403"/>
            <a:ext cx="12192000" cy="4898172"/>
            <a:chOff x="1" y="1418403"/>
            <a:chExt cx="12192000" cy="4898172"/>
          </a:xfrm>
        </p:grpSpPr>
        <p:grpSp>
          <p:nvGrpSpPr>
            <p:cNvPr id="28" name="组合 27"/>
            <p:cNvGrpSpPr/>
            <p:nvPr/>
          </p:nvGrpSpPr>
          <p:grpSpPr>
            <a:xfrm>
              <a:off x="1" y="1418403"/>
              <a:ext cx="12192000" cy="2880320"/>
              <a:chOff x="1" y="3429000"/>
              <a:chExt cx="12192000" cy="2880320"/>
            </a:xfrm>
          </p:grpSpPr>
          <p:pic>
            <p:nvPicPr>
              <p:cNvPr id="34" name="图片 33"/>
              <p:cNvPicPr>
                <a:picLocks noChangeAspect="1"/>
              </p:cNvPicPr>
              <p:nvPr/>
            </p:nvPicPr>
            <p:blipFill rotWithShape="1">
              <a:blip r:embed="rId2"/>
              <a:srcRect t="50000"/>
              <a:stretch>
                <a:fillRect/>
              </a:stretch>
            </p:blipFill>
            <p:spPr>
              <a:xfrm>
                <a:off x="1" y="3429000"/>
                <a:ext cx="12192000" cy="2880320"/>
              </a:xfrm>
              <a:prstGeom prst="rect">
                <a:avLst/>
              </a:prstGeom>
              <a:noFill/>
            </p:spPr>
          </p:pic>
          <p:sp>
            <p:nvSpPr>
              <p:cNvPr id="35" name="矩形 34"/>
              <p:cNvSpPr/>
              <p:nvPr/>
            </p:nvSpPr>
            <p:spPr>
              <a:xfrm>
                <a:off x="1" y="6105316"/>
                <a:ext cx="12191999" cy="72000"/>
              </a:xfrm>
              <a:prstGeom prst="rect">
                <a:avLst/>
              </a:prstGeom>
              <a:solidFill>
                <a:srgbClr val="FF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grpSp>
          <p:nvGrpSpPr>
            <p:cNvPr id="29" name="组合 28"/>
            <p:cNvGrpSpPr/>
            <p:nvPr/>
          </p:nvGrpSpPr>
          <p:grpSpPr>
            <a:xfrm>
              <a:off x="695400" y="1996095"/>
              <a:ext cx="10801200" cy="4320480"/>
              <a:chOff x="695400" y="1996095"/>
              <a:chExt cx="10801200" cy="4320480"/>
            </a:xfrm>
          </p:grpSpPr>
          <p:grpSp>
            <p:nvGrpSpPr>
              <p:cNvPr id="30" name="组合 29"/>
              <p:cNvGrpSpPr/>
              <p:nvPr/>
            </p:nvGrpSpPr>
            <p:grpSpPr>
              <a:xfrm>
                <a:off x="695400" y="1996095"/>
                <a:ext cx="10801200" cy="4320480"/>
                <a:chOff x="695400" y="1996095"/>
                <a:chExt cx="10801200" cy="4320480"/>
              </a:xfrm>
            </p:grpSpPr>
            <p:sp>
              <p:nvSpPr>
                <p:cNvPr id="32" name="işlídê"/>
                <p:cNvSpPr/>
                <p:nvPr/>
              </p:nvSpPr>
              <p:spPr>
                <a:xfrm>
                  <a:off x="695400" y="1996095"/>
                  <a:ext cx="10801200" cy="4320480"/>
                </a:xfrm>
                <a:prstGeom prst="rect">
                  <a:avLst/>
                </a:prstGeom>
                <a:solidFill>
                  <a:schemeClr val="bg1"/>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33" name="文本框 32"/>
                <p:cNvSpPr txBox="1"/>
                <p:nvPr/>
              </p:nvSpPr>
              <p:spPr>
                <a:xfrm>
                  <a:off x="1602449" y="2107216"/>
                  <a:ext cx="3960000" cy="4108817"/>
                </a:xfrm>
                <a:prstGeom prst="rect">
                  <a:avLst/>
                </a:prstGeom>
              </p:spPr>
              <p:txBody>
                <a:bodyPr wrap="square">
                  <a:spAutoFit/>
                </a:bodyPr>
                <a:lstStyle>
                  <a:defPPr>
                    <a:defRPr lang="zh-CN"/>
                  </a:defPPr>
                  <a:lvl1pPr marL="342900" indent="-342900" algn="just">
                    <a:lnSpc>
                      <a:spcPct val="150000"/>
                    </a:lnSpc>
                    <a:spcAft>
                      <a:spcPts val="600"/>
                    </a:spcAft>
                    <a:buClr>
                      <a:srgbClr val="C00000"/>
                    </a:buClr>
                    <a:buFont typeface="Wingdings" panose="05000000000000000000" pitchFamily="2" charset="2"/>
                    <a:buChar char="n"/>
                    <a:defRPr sz="2000">
                      <a:solidFill>
                        <a:schemeClr val="tx1">
                          <a:lumMod val="95000"/>
                          <a:lumOff val="5000"/>
                        </a:schemeClr>
                      </a:solidFill>
                      <a:latin typeface="微软雅黑" panose="020B0503020204020204" charset="-122"/>
                      <a:ea typeface="微软雅黑" panose="020B0503020204020204" charset="-122"/>
                    </a:defRPr>
                  </a:lvl1pPr>
                </a:lstStyle>
                <a:p>
                  <a:pPr marL="342900" marR="0" lvl="0" indent="-342900" algn="just" defTabSz="914400" rtl="0" eaLnBrk="1" fontAlgn="auto" latinLnBrk="0" hangingPunct="1">
                    <a:lnSpc>
                      <a:spcPct val="150000"/>
                    </a:lnSpc>
                    <a:spcBef>
                      <a:spcPts val="0"/>
                    </a:spcBef>
                    <a:spcAft>
                      <a:spcPts val="600"/>
                    </a:spcAft>
                    <a:buClr>
                      <a:srgbClr val="C00000"/>
                    </a:buClr>
                    <a:buSzTx/>
                    <a:buFont typeface="Wingdings" panose="05000000000000000000" pitchFamily="2" charset="2"/>
                    <a:buChar char="n"/>
                    <a:defRPr/>
                  </a:pPr>
                  <a:r>
                    <a:rPr kumimoji="0" lang="zh-CN" altLang="en-US" sz="2200" b="0"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rPr>
                    <a:t>在坚持党的全面领导上</a:t>
                  </a:r>
                </a:p>
                <a:p>
                  <a:pPr marL="342900" marR="0" lvl="0" indent="-342900" algn="just" defTabSz="914400" rtl="0" eaLnBrk="1" fontAlgn="auto" latinLnBrk="0" hangingPunct="1">
                    <a:lnSpc>
                      <a:spcPct val="150000"/>
                    </a:lnSpc>
                    <a:spcBef>
                      <a:spcPts val="0"/>
                    </a:spcBef>
                    <a:spcAft>
                      <a:spcPts val="600"/>
                    </a:spcAft>
                    <a:buClr>
                      <a:srgbClr val="C00000"/>
                    </a:buClr>
                    <a:buSzTx/>
                    <a:buFont typeface="Wingdings" panose="05000000000000000000" pitchFamily="2" charset="2"/>
                    <a:buChar char="n"/>
                    <a:defRPr/>
                  </a:pPr>
                  <a:r>
                    <a:rPr kumimoji="0" lang="zh-CN" altLang="en-US" sz="2200" b="0"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rPr>
                    <a:t>在全面从严治党上</a:t>
                  </a:r>
                </a:p>
                <a:p>
                  <a:pPr marL="342900" marR="0" lvl="0" indent="-342900" algn="just" defTabSz="914400" rtl="0" eaLnBrk="1" fontAlgn="auto" latinLnBrk="0" hangingPunct="1">
                    <a:lnSpc>
                      <a:spcPct val="150000"/>
                    </a:lnSpc>
                    <a:spcBef>
                      <a:spcPts val="0"/>
                    </a:spcBef>
                    <a:spcAft>
                      <a:spcPts val="600"/>
                    </a:spcAft>
                    <a:buClr>
                      <a:srgbClr val="C00000"/>
                    </a:buClr>
                    <a:buSzTx/>
                    <a:buFont typeface="Wingdings" panose="05000000000000000000" pitchFamily="2" charset="2"/>
                    <a:buChar char="n"/>
                    <a:defRPr/>
                  </a:pPr>
                  <a:r>
                    <a:rPr kumimoji="0" lang="zh-CN" altLang="en-US" sz="2200" b="0"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rPr>
                    <a:t>在经济建设上</a:t>
                  </a:r>
                </a:p>
                <a:p>
                  <a:pPr marL="342900" marR="0" lvl="0" indent="-342900" algn="just" defTabSz="914400" rtl="0" eaLnBrk="1" fontAlgn="auto" latinLnBrk="0" hangingPunct="1">
                    <a:lnSpc>
                      <a:spcPct val="150000"/>
                    </a:lnSpc>
                    <a:spcBef>
                      <a:spcPts val="0"/>
                    </a:spcBef>
                    <a:spcAft>
                      <a:spcPts val="600"/>
                    </a:spcAft>
                    <a:buClr>
                      <a:srgbClr val="C00000"/>
                    </a:buClr>
                    <a:buSzTx/>
                    <a:buFont typeface="Wingdings" panose="05000000000000000000" pitchFamily="2" charset="2"/>
                    <a:buChar char="n"/>
                    <a:defRPr/>
                  </a:pPr>
                  <a:r>
                    <a:rPr kumimoji="0" lang="zh-CN" altLang="en-US" sz="2200" b="0"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rPr>
                    <a:t>在全面深化改革开放上</a:t>
                  </a:r>
                </a:p>
                <a:p>
                  <a:pPr marL="342900" marR="0" lvl="0" indent="-342900" algn="just" defTabSz="914400" rtl="0" eaLnBrk="1" fontAlgn="auto" latinLnBrk="0" hangingPunct="1">
                    <a:lnSpc>
                      <a:spcPct val="150000"/>
                    </a:lnSpc>
                    <a:spcBef>
                      <a:spcPts val="0"/>
                    </a:spcBef>
                    <a:spcAft>
                      <a:spcPts val="600"/>
                    </a:spcAft>
                    <a:buClr>
                      <a:srgbClr val="C00000"/>
                    </a:buClr>
                    <a:buSzTx/>
                    <a:buFont typeface="Wingdings" panose="05000000000000000000" pitchFamily="2" charset="2"/>
                    <a:buChar char="n"/>
                    <a:defRPr/>
                  </a:pPr>
                  <a:r>
                    <a:rPr kumimoji="0" lang="zh-CN" altLang="en-US" sz="2200" b="0"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rPr>
                    <a:t>在政治建设上</a:t>
                  </a:r>
                </a:p>
                <a:p>
                  <a:pPr marL="342900" marR="0" lvl="0" indent="-342900" algn="just" defTabSz="914400" rtl="0" eaLnBrk="1" fontAlgn="auto" latinLnBrk="0" hangingPunct="1">
                    <a:lnSpc>
                      <a:spcPct val="150000"/>
                    </a:lnSpc>
                    <a:spcBef>
                      <a:spcPts val="0"/>
                    </a:spcBef>
                    <a:spcAft>
                      <a:spcPts val="600"/>
                    </a:spcAft>
                    <a:buClr>
                      <a:srgbClr val="C00000"/>
                    </a:buClr>
                    <a:buSzTx/>
                    <a:buFont typeface="Wingdings" panose="05000000000000000000" pitchFamily="2" charset="2"/>
                    <a:buChar char="n"/>
                    <a:defRPr/>
                  </a:pPr>
                  <a:r>
                    <a:rPr kumimoji="0" lang="zh-CN" altLang="en-US" sz="2200" b="0"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rPr>
                    <a:t>在全面依法治国上</a:t>
                  </a:r>
                </a:p>
                <a:p>
                  <a:pPr marL="342900" marR="0" lvl="0" indent="-342900" algn="just" defTabSz="914400" rtl="0" eaLnBrk="1" fontAlgn="auto" latinLnBrk="0" hangingPunct="1">
                    <a:lnSpc>
                      <a:spcPct val="150000"/>
                    </a:lnSpc>
                    <a:spcBef>
                      <a:spcPts val="0"/>
                    </a:spcBef>
                    <a:spcAft>
                      <a:spcPts val="600"/>
                    </a:spcAft>
                    <a:buClr>
                      <a:srgbClr val="C00000"/>
                    </a:buClr>
                    <a:buSzTx/>
                    <a:buFont typeface="Wingdings" panose="05000000000000000000" pitchFamily="2" charset="2"/>
                    <a:buChar char="n"/>
                    <a:defRPr/>
                  </a:pPr>
                  <a:r>
                    <a:rPr kumimoji="0" lang="zh-CN" altLang="en-US" sz="2200" b="0"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rPr>
                    <a:t>在文化建设上</a:t>
                  </a:r>
                </a:p>
              </p:txBody>
            </p:sp>
          </p:grpSp>
          <p:sp>
            <p:nvSpPr>
              <p:cNvPr id="31" name="文本框 30"/>
              <p:cNvSpPr txBox="1"/>
              <p:nvPr/>
            </p:nvSpPr>
            <p:spPr>
              <a:xfrm>
                <a:off x="6552048" y="2107216"/>
                <a:ext cx="4140000" cy="3489097"/>
              </a:xfrm>
              <a:prstGeom prst="rect">
                <a:avLst/>
              </a:prstGeom>
            </p:spPr>
            <p:txBody>
              <a:bodyPr wrap="square">
                <a:spAutoFit/>
              </a:bodyPr>
              <a:lstStyle>
                <a:defPPr>
                  <a:defRPr lang="zh-CN"/>
                </a:defPPr>
                <a:lvl1pPr marL="342900" indent="-342900" algn="just">
                  <a:lnSpc>
                    <a:spcPct val="150000"/>
                  </a:lnSpc>
                  <a:spcAft>
                    <a:spcPts val="600"/>
                  </a:spcAft>
                  <a:buClr>
                    <a:srgbClr val="C00000"/>
                  </a:buClr>
                  <a:buFont typeface="Wingdings" panose="05000000000000000000" pitchFamily="2" charset="2"/>
                  <a:buChar char="n"/>
                  <a:defRPr sz="2000">
                    <a:solidFill>
                      <a:schemeClr val="tx1">
                        <a:lumMod val="95000"/>
                        <a:lumOff val="5000"/>
                      </a:schemeClr>
                    </a:solidFill>
                    <a:latin typeface="微软雅黑" panose="020B0503020204020204" charset="-122"/>
                    <a:ea typeface="微软雅黑" panose="020B0503020204020204" charset="-122"/>
                  </a:defRPr>
                </a:lvl1pPr>
              </a:lstStyle>
              <a:p>
                <a:pPr marL="342900" marR="0" lvl="0" indent="-342900" algn="just" defTabSz="914400" rtl="0" eaLnBrk="1" fontAlgn="auto" latinLnBrk="0" hangingPunct="1">
                  <a:lnSpc>
                    <a:spcPct val="150000"/>
                  </a:lnSpc>
                  <a:spcBef>
                    <a:spcPts val="0"/>
                  </a:spcBef>
                  <a:spcAft>
                    <a:spcPts val="600"/>
                  </a:spcAft>
                  <a:buClr>
                    <a:srgbClr val="C00000"/>
                  </a:buClr>
                  <a:buSzTx/>
                  <a:buFont typeface="Wingdings" panose="05000000000000000000" pitchFamily="2" charset="2"/>
                  <a:buChar char="n"/>
                  <a:defRPr/>
                </a:pPr>
                <a:r>
                  <a:rPr kumimoji="0" lang="zh-CN" altLang="en-US" sz="2200" b="0"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在社会建设上</a:t>
                </a:r>
              </a:p>
              <a:p>
                <a:pPr marL="342900" marR="0" lvl="0" indent="-342900" algn="just" defTabSz="914400" rtl="0" eaLnBrk="1" fontAlgn="auto" latinLnBrk="0" hangingPunct="1">
                  <a:lnSpc>
                    <a:spcPct val="150000"/>
                  </a:lnSpc>
                  <a:spcBef>
                    <a:spcPts val="0"/>
                  </a:spcBef>
                  <a:spcAft>
                    <a:spcPts val="600"/>
                  </a:spcAft>
                  <a:buClr>
                    <a:srgbClr val="C00000"/>
                  </a:buClr>
                  <a:buSzTx/>
                  <a:buFont typeface="Wingdings" panose="05000000000000000000" pitchFamily="2" charset="2"/>
                  <a:buChar char="n"/>
                  <a:defRPr/>
                </a:pPr>
                <a:r>
                  <a:rPr kumimoji="0" lang="zh-CN" altLang="en-US" sz="2200" b="0"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在生态文明建设上</a:t>
                </a:r>
              </a:p>
              <a:p>
                <a:pPr marL="342900" marR="0" lvl="0" indent="-342900" algn="just" defTabSz="914400" rtl="0" eaLnBrk="1" fontAlgn="auto" latinLnBrk="0" hangingPunct="1">
                  <a:lnSpc>
                    <a:spcPct val="150000"/>
                  </a:lnSpc>
                  <a:spcBef>
                    <a:spcPts val="0"/>
                  </a:spcBef>
                  <a:spcAft>
                    <a:spcPts val="600"/>
                  </a:spcAft>
                  <a:buClr>
                    <a:srgbClr val="C00000"/>
                  </a:buClr>
                  <a:buSzTx/>
                  <a:buFont typeface="Wingdings" panose="05000000000000000000" pitchFamily="2" charset="2"/>
                  <a:buChar char="n"/>
                  <a:defRPr/>
                </a:pPr>
                <a:r>
                  <a:rPr kumimoji="0" lang="zh-CN" altLang="en-US" sz="2200" b="0"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在国防和军队建设上</a:t>
                </a:r>
              </a:p>
              <a:p>
                <a:pPr marL="342900" marR="0" lvl="0" indent="-342900" algn="just" defTabSz="914400" rtl="0" eaLnBrk="1" fontAlgn="auto" latinLnBrk="0" hangingPunct="1">
                  <a:lnSpc>
                    <a:spcPct val="150000"/>
                  </a:lnSpc>
                  <a:spcBef>
                    <a:spcPts val="0"/>
                  </a:spcBef>
                  <a:spcAft>
                    <a:spcPts val="600"/>
                  </a:spcAft>
                  <a:buClr>
                    <a:srgbClr val="C00000"/>
                  </a:buClr>
                  <a:buSzTx/>
                  <a:buFont typeface="Wingdings" panose="05000000000000000000" pitchFamily="2" charset="2"/>
                  <a:buChar char="n"/>
                  <a:defRPr/>
                </a:pPr>
                <a:r>
                  <a:rPr kumimoji="0" lang="zh-CN" altLang="en-US" sz="2200" b="0"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在维护国家安全上</a:t>
                </a:r>
              </a:p>
              <a:p>
                <a:pPr marL="342900" marR="0" lvl="0" indent="-342900" algn="just" defTabSz="914400" rtl="0" eaLnBrk="1" fontAlgn="auto" latinLnBrk="0" hangingPunct="1">
                  <a:lnSpc>
                    <a:spcPct val="150000"/>
                  </a:lnSpc>
                  <a:spcBef>
                    <a:spcPts val="0"/>
                  </a:spcBef>
                  <a:spcAft>
                    <a:spcPts val="600"/>
                  </a:spcAft>
                  <a:buClr>
                    <a:srgbClr val="C00000"/>
                  </a:buClr>
                  <a:buSzTx/>
                  <a:buFont typeface="Wingdings" panose="05000000000000000000" pitchFamily="2" charset="2"/>
                  <a:buChar char="n"/>
                  <a:defRPr/>
                </a:pPr>
                <a:r>
                  <a:rPr kumimoji="0" lang="zh-CN" altLang="en-US" sz="2200" b="0"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在坚持“一国两制”和推进  祖国统一上</a:t>
                </a:r>
                <a:r>
                  <a:rPr kumimoji="0" lang="zh-CN" altLang="en-US" sz="2700" b="0"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 </a:t>
                </a:r>
              </a:p>
            </p:txBody>
          </p:sp>
        </p:grpSp>
      </p:grpSp>
      <p:sp>
        <p:nvSpPr>
          <p:cNvPr id="36" name="矩形 35"/>
          <p:cNvSpPr/>
          <p:nvPr/>
        </p:nvSpPr>
        <p:spPr>
          <a:xfrm>
            <a:off x="2175600" y="936000"/>
            <a:ext cx="7840800" cy="4298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2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（三）</a:t>
            </a:r>
            <a:r>
              <a:rPr kumimoji="0" lang="en-US" altLang="zh-CN" sz="22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a:t>
            </a:r>
            <a:r>
              <a:rPr kumimoji="0" lang="zh-CN" altLang="en-US" sz="22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十三个方面成就</a:t>
            </a:r>
            <a:r>
              <a:rPr kumimoji="0" lang="en-US" altLang="zh-CN" sz="22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a:t>
            </a:r>
          </a:p>
        </p:txBody>
      </p:sp>
      <p:grpSp>
        <p:nvGrpSpPr>
          <p:cNvPr id="37" name="组合 36"/>
          <p:cNvGrpSpPr/>
          <p:nvPr/>
        </p:nvGrpSpPr>
        <p:grpSpPr>
          <a:xfrm>
            <a:off x="1919536" y="2719945"/>
            <a:ext cx="3024336" cy="2880320"/>
            <a:chOff x="1055652" y="2708920"/>
            <a:chExt cx="4320000" cy="2880320"/>
          </a:xfrm>
        </p:grpSpPr>
        <p:cxnSp>
          <p:nvCxnSpPr>
            <p:cNvPr id="38" name="直接连接符 37"/>
            <p:cNvCxnSpPr/>
            <p:nvPr/>
          </p:nvCxnSpPr>
          <p:spPr>
            <a:xfrm>
              <a:off x="1055652" y="2708920"/>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055652" y="3284984"/>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055652" y="3861048"/>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1055652" y="4437112"/>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055652" y="5589240"/>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1055652" y="5013176"/>
              <a:ext cx="432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 name="文本框 2"/>
          <p:cNvSpPr txBox="1"/>
          <p:nvPr/>
        </p:nvSpPr>
        <p:spPr>
          <a:xfrm>
            <a:off x="6564923" y="5588959"/>
            <a:ext cx="6234544" cy="540341"/>
          </a:xfrm>
          <a:prstGeom prst="rect">
            <a:avLst/>
          </a:prstGeom>
          <a:noFill/>
        </p:spPr>
        <p:txBody>
          <a:bodyPr wrap="square">
            <a:spAutoFit/>
          </a:bodyPr>
          <a:lstStyle/>
          <a:p>
            <a:pPr marL="342900" indent="-342900" algn="just">
              <a:lnSpc>
                <a:spcPct val="150000"/>
              </a:lnSpc>
              <a:spcAft>
                <a:spcPts val="600"/>
              </a:spcAft>
              <a:buClr>
                <a:srgbClr val="C00000"/>
              </a:buClr>
              <a:buFont typeface="Wingdings" panose="05000000000000000000" pitchFamily="2" charset="2"/>
              <a:buChar char="n"/>
              <a:defRPr/>
            </a:pPr>
            <a:r>
              <a:rPr lang="zh-CN" altLang="en-US" sz="2200" dirty="0">
                <a:solidFill>
                  <a:prstClr val="black">
                    <a:lumMod val="95000"/>
                    <a:lumOff val="5000"/>
                  </a:prstClr>
                </a:solidFill>
                <a:latin typeface="微软雅黑" panose="020B0503020204020204" charset="-122"/>
                <a:ea typeface="微软雅黑" panose="020B0503020204020204" charset="-122"/>
              </a:rPr>
              <a:t>在外交工作上</a:t>
            </a:r>
          </a:p>
        </p:txBody>
      </p:sp>
      <p:cxnSp>
        <p:nvCxnSpPr>
          <p:cNvPr id="22" name="直接连接符 21"/>
          <p:cNvCxnSpPr/>
          <p:nvPr/>
        </p:nvCxnSpPr>
        <p:spPr>
          <a:xfrm>
            <a:off x="6924092" y="2719945"/>
            <a:ext cx="370841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6924092" y="3296009"/>
            <a:ext cx="376795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31" idx="3"/>
          </p:cNvCxnSpPr>
          <p:nvPr/>
        </p:nvCxnSpPr>
        <p:spPr>
          <a:xfrm flipV="1">
            <a:off x="6924092" y="3851765"/>
            <a:ext cx="3767956" cy="2030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924092" y="4448137"/>
            <a:ext cx="376795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924092" y="5588959"/>
            <a:ext cx="3767956" cy="735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56000" y="560041"/>
            <a:ext cx="16200000" cy="5739959"/>
            <a:chOff x="-1656000" y="560041"/>
            <a:chExt cx="16200000" cy="5739959"/>
          </a:xfrm>
        </p:grpSpPr>
        <p:sp>
          <p:nvSpPr>
            <p:cNvPr id="60" name="平行四边形 59"/>
            <p:cNvSpPr/>
            <p:nvPr/>
          </p:nvSpPr>
          <p:spPr>
            <a:xfrm>
              <a:off x="-1656000" y="4788000"/>
              <a:ext cx="16200000" cy="1512000"/>
            </a:xfrm>
            <a:prstGeom prst="parallelogram">
              <a:avLst>
                <a:gd name="adj" fmla="val 147228"/>
              </a:avLst>
            </a:prstGeom>
            <a:solidFill>
              <a:schemeClr val="bg1">
                <a:lumMod val="95000"/>
              </a:schemeClr>
            </a:solidFill>
            <a:ln>
              <a:noFill/>
            </a:ln>
            <a:effectLst>
              <a:outerShdw dist="63500" dir="5400000" algn="t"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立方体 2"/>
            <p:cNvSpPr/>
            <p:nvPr/>
          </p:nvSpPr>
          <p:spPr>
            <a:xfrm>
              <a:off x="10433261" y="560041"/>
              <a:ext cx="1872000" cy="4320000"/>
            </a:xfrm>
            <a:prstGeom prst="cube">
              <a:avLst>
                <a:gd name="adj" fmla="val 4716"/>
              </a:avLst>
            </a:prstGeom>
            <a:gradFill>
              <a:gsLst>
                <a:gs pos="0">
                  <a:srgbClr val="F0BC7C"/>
                </a:gs>
                <a:gs pos="100000">
                  <a:schemeClr val="bg1">
                    <a:alpha val="0"/>
                  </a:schemeClr>
                </a:gs>
              </a:gsLst>
              <a:lin ang="5400000" scaled="0"/>
            </a:gra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1764000"/>
              <a:ext cx="1800000" cy="624176"/>
              <a:chOff x="11762383" y="4254174"/>
              <a:chExt cx="1800000" cy="624176"/>
            </a:xfrm>
          </p:grpSpPr>
          <p:sp>
            <p:nvSpPr>
              <p:cNvPr id="5" name="矩形 4"/>
              <p:cNvSpPr/>
              <p:nvPr/>
            </p:nvSpPr>
            <p:spPr>
              <a:xfrm>
                <a:off x="11762383" y="4254174"/>
                <a:ext cx="1800000" cy="144000"/>
              </a:xfrm>
              <a:prstGeom prst="rect">
                <a:avLst/>
              </a:prstGeom>
              <a:gradFill>
                <a:gsLst>
                  <a:gs pos="0">
                    <a:srgbClr val="FF9000"/>
                  </a:gs>
                  <a:gs pos="100000">
                    <a:srgbClr val="F7C973">
                      <a:alpha val="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矩形 5"/>
              <p:cNvSpPr/>
              <p:nvPr/>
            </p:nvSpPr>
            <p:spPr>
              <a:xfrm>
                <a:off x="11762383" y="4494262"/>
                <a:ext cx="1800000" cy="144000"/>
              </a:xfrm>
              <a:prstGeom prst="rect">
                <a:avLst/>
              </a:prstGeom>
              <a:gradFill>
                <a:gsLst>
                  <a:gs pos="0">
                    <a:srgbClr val="D49A78"/>
                  </a:gs>
                  <a:gs pos="100000">
                    <a:srgbClr val="FFFDFD"/>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矩形 6"/>
              <p:cNvSpPr/>
              <p:nvPr/>
            </p:nvSpPr>
            <p:spPr>
              <a:xfrm>
                <a:off x="11762383" y="4734350"/>
                <a:ext cx="1800000" cy="144000"/>
              </a:xfrm>
              <a:prstGeom prst="rect">
                <a:avLst/>
              </a:prstGeom>
              <a:gradFill>
                <a:gsLst>
                  <a:gs pos="0">
                    <a:srgbClr val="B00000"/>
                  </a:gs>
                  <a:gs pos="100000">
                    <a:srgbClr val="B00000">
                      <a:alpha val="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8" name="立方体 7"/>
            <p:cNvSpPr/>
            <p:nvPr/>
          </p:nvSpPr>
          <p:spPr>
            <a:xfrm>
              <a:off x="876000" y="930240"/>
              <a:ext cx="10440000" cy="5040000"/>
            </a:xfrm>
            <a:prstGeom prst="cube">
              <a:avLst>
                <a:gd name="adj" fmla="val 1344"/>
              </a:avLst>
            </a:prstGeom>
            <a:gradFill>
              <a:gsLst>
                <a:gs pos="0">
                  <a:srgbClr val="9E0406"/>
                </a:gs>
                <a:gs pos="100000">
                  <a:schemeClr val="accent2"/>
                </a:gs>
              </a:gsLst>
              <a:lin ang="1200000" scaled="0"/>
            </a:gra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p:cNvGrpSpPr/>
          <p:nvPr/>
        </p:nvGrpSpPr>
        <p:grpSpPr>
          <a:xfrm>
            <a:off x="1416000" y="1657760"/>
            <a:ext cx="9360000" cy="1173427"/>
            <a:chOff x="1416000" y="1602352"/>
            <a:chExt cx="9360000" cy="1173427"/>
          </a:xfrm>
        </p:grpSpPr>
        <p:cxnSp>
          <p:nvCxnSpPr>
            <p:cNvPr id="14" name="直接连接符 13"/>
            <p:cNvCxnSpPr/>
            <p:nvPr/>
          </p:nvCxnSpPr>
          <p:spPr>
            <a:xfrm>
              <a:off x="1416000" y="2775779"/>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1421079" y="1602352"/>
              <a:ext cx="9012181" cy="110680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pPr>
                <a:lnSpc>
                  <a:spcPct val="150000"/>
                </a:lnSpc>
              </a:pPr>
              <a:r>
                <a:rPr lang="zh-CN" altLang="en-US" sz="2200" dirty="0">
                  <a:solidFill>
                    <a:schemeClr val="bg1"/>
                  </a:solidFill>
                  <a:effectLst>
                    <a:outerShdw blurRad="38100" dist="38100" dir="2700000" algn="tl">
                      <a:srgbClr val="000000">
                        <a:alpha val="43137"/>
                      </a:srgbClr>
                    </a:outerShdw>
                  </a:effectLst>
                </a:rPr>
                <a:t>（一）新时代坚持和发展什么样的中国特色社会主义、怎样坚持和发展</a:t>
              </a:r>
              <a:endParaRPr lang="en-US" altLang="zh-CN" sz="2200" dirty="0">
                <a:solidFill>
                  <a:schemeClr val="bg1"/>
                </a:solidFill>
                <a:effectLst>
                  <a:outerShdw blurRad="38100" dist="38100" dir="2700000" algn="tl">
                    <a:srgbClr val="000000">
                      <a:alpha val="43137"/>
                    </a:srgbClr>
                  </a:outerShdw>
                </a:effectLst>
              </a:endParaRPr>
            </a:p>
            <a:p>
              <a:pPr>
                <a:lnSpc>
                  <a:spcPct val="150000"/>
                </a:lnSpc>
              </a:pPr>
              <a:r>
                <a:rPr lang="zh-CN" altLang="en-US" sz="2200" dirty="0">
                  <a:solidFill>
                    <a:schemeClr val="bg1"/>
                  </a:solidFill>
                  <a:effectLst>
                    <a:outerShdw blurRad="38100" dist="38100" dir="2700000" algn="tl">
                      <a:srgbClr val="000000">
                        <a:alpha val="43137"/>
                      </a:srgbClr>
                    </a:outerShdw>
                  </a:effectLst>
                </a:rPr>
                <a:t>　　　中国特色社会主义（方向性质）</a:t>
              </a:r>
            </a:p>
          </p:txBody>
        </p:sp>
      </p:grpSp>
      <p:grpSp>
        <p:nvGrpSpPr>
          <p:cNvPr id="51" name="组合 50"/>
          <p:cNvGrpSpPr/>
          <p:nvPr/>
        </p:nvGrpSpPr>
        <p:grpSpPr>
          <a:xfrm>
            <a:off x="1264870" y="3016479"/>
            <a:ext cx="9360000" cy="949272"/>
            <a:chOff x="1416000" y="1399787"/>
            <a:chExt cx="9360000" cy="949272"/>
          </a:xfrm>
        </p:grpSpPr>
        <p:cxnSp>
          <p:nvCxnSpPr>
            <p:cNvPr id="52" name="直接连接符 51"/>
            <p:cNvCxnSpPr/>
            <p:nvPr/>
          </p:nvCxnSpPr>
          <p:spPr>
            <a:xfrm>
              <a:off x="1416000" y="2349059"/>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1587450" y="1399787"/>
              <a:ext cx="9188450" cy="768350"/>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（二）建设什么样的社会主义现代化强国、怎样建设社会主义现代化强国（目标路径）</a:t>
              </a:r>
            </a:p>
          </p:txBody>
        </p:sp>
      </p:grpSp>
      <p:grpSp>
        <p:nvGrpSpPr>
          <p:cNvPr id="54" name="组合 53"/>
          <p:cNvGrpSpPr/>
          <p:nvPr/>
        </p:nvGrpSpPr>
        <p:grpSpPr>
          <a:xfrm>
            <a:off x="1416000" y="3951018"/>
            <a:ext cx="9360000" cy="1173427"/>
            <a:chOff x="1416000" y="1637912"/>
            <a:chExt cx="9360000" cy="1173427"/>
          </a:xfrm>
        </p:grpSpPr>
        <p:cxnSp>
          <p:nvCxnSpPr>
            <p:cNvPr id="55" name="直接连接符 54"/>
            <p:cNvCxnSpPr/>
            <p:nvPr/>
          </p:nvCxnSpPr>
          <p:spPr>
            <a:xfrm>
              <a:off x="1416000" y="2811339"/>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1421080" y="1637912"/>
              <a:ext cx="9012180" cy="110680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pPr>
                <a:lnSpc>
                  <a:spcPct val="150000"/>
                </a:lnSpc>
              </a:pPr>
              <a:r>
                <a:rPr lang="zh-CN" altLang="en-US" sz="2200" dirty="0">
                  <a:solidFill>
                    <a:schemeClr val="bg1"/>
                  </a:solidFill>
                  <a:effectLst>
                    <a:outerShdw blurRad="38100" dist="38100" dir="2700000" algn="tl">
                      <a:srgbClr val="000000">
                        <a:alpha val="43137"/>
                      </a:srgbClr>
                    </a:outerShdw>
                  </a:effectLst>
                </a:rPr>
                <a:t>（三）建设什么样的长期执政的马克思主义政党、怎样建设长期执政的</a:t>
              </a:r>
              <a:endParaRPr lang="en-US" altLang="zh-CN" sz="2200" dirty="0">
                <a:solidFill>
                  <a:schemeClr val="bg1"/>
                </a:solidFill>
                <a:effectLst>
                  <a:outerShdw blurRad="38100" dist="38100" dir="2700000" algn="tl">
                    <a:srgbClr val="000000">
                      <a:alpha val="43137"/>
                    </a:srgbClr>
                  </a:outerShdw>
                </a:effectLst>
              </a:endParaRPr>
            </a:p>
            <a:p>
              <a:pPr>
                <a:lnSpc>
                  <a:spcPct val="150000"/>
                </a:lnSpc>
              </a:pPr>
              <a:r>
                <a:rPr lang="zh-CN" altLang="en-US" sz="2200" dirty="0">
                  <a:solidFill>
                    <a:schemeClr val="bg1"/>
                  </a:solidFill>
                  <a:effectLst>
                    <a:outerShdw blurRad="38100" dist="38100" dir="2700000" algn="tl">
                      <a:srgbClr val="000000">
                        <a:alpha val="43137"/>
                      </a:srgbClr>
                    </a:outerShdw>
                  </a:effectLst>
                </a:rPr>
                <a:t>　　　马克思主义政党（力量保证）</a:t>
              </a:r>
            </a:p>
          </p:txBody>
        </p:sp>
      </p:grpSp>
      <p:grpSp>
        <p:nvGrpSpPr>
          <p:cNvPr id="9" name="组合 8"/>
          <p:cNvGrpSpPr/>
          <p:nvPr/>
        </p:nvGrpSpPr>
        <p:grpSpPr>
          <a:xfrm>
            <a:off x="1259790" y="1114019"/>
            <a:ext cx="9360000" cy="568907"/>
            <a:chOff x="1416000" y="1780152"/>
            <a:chExt cx="9360000" cy="568907"/>
          </a:xfrm>
        </p:grpSpPr>
        <p:cxnSp>
          <p:nvCxnSpPr>
            <p:cNvPr id="10" name="直接连接符 9"/>
            <p:cNvCxnSpPr/>
            <p:nvPr>
              <p:custDataLst>
                <p:tags r:id="rId1"/>
              </p:custDataLst>
            </p:nvPr>
          </p:nvCxnSpPr>
          <p:spPr>
            <a:xfrm>
              <a:off x="1416000" y="2349059"/>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11" name="文本框 10"/>
            <p:cNvSpPr txBox="1"/>
            <p:nvPr>
              <p:custDataLst>
                <p:tags r:id="rId2"/>
              </p:custDataLst>
            </p:nvPr>
          </p:nvSpPr>
          <p:spPr>
            <a:xfrm>
              <a:off x="1421080" y="1780152"/>
              <a:ext cx="9188450" cy="42989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noProof="0" dirty="0">
                  <a:ln>
                    <a:noFill/>
                  </a:ln>
                  <a:solidFill>
                    <a:prstClr val="white"/>
                  </a:solidFill>
                  <a:effectLst>
                    <a:outerShdw blurRad="38100" dist="38100" dir="2700000" algn="tl">
                      <a:srgbClr val="000000">
                        <a:alpha val="43137"/>
                      </a:srgbClr>
                    </a:outerShdw>
                  </a:effectLst>
                  <a:uLnTx/>
                  <a:uFillTx/>
                  <a:sym typeface="+mn-ea"/>
                </a:rPr>
                <a:t>习近平新时代中国特色社会主义思想回答的主要问题包括：</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56635" y="545436"/>
            <a:ext cx="16200000" cy="4995679"/>
            <a:chOff x="-1656000" y="560041"/>
            <a:chExt cx="16200000" cy="4995679"/>
          </a:xfrm>
        </p:grpSpPr>
        <p:sp>
          <p:nvSpPr>
            <p:cNvPr id="3" name="平行四边形 2"/>
            <p:cNvSpPr/>
            <p:nvPr/>
          </p:nvSpPr>
          <p:spPr>
            <a:xfrm>
              <a:off x="-1656000" y="4043720"/>
              <a:ext cx="16200000" cy="1512000"/>
            </a:xfrm>
            <a:prstGeom prst="parallelogram">
              <a:avLst>
                <a:gd name="adj" fmla="val 147228"/>
              </a:avLst>
            </a:prstGeom>
            <a:solidFill>
              <a:schemeClr val="bg1">
                <a:lumMod val="95000"/>
              </a:schemeClr>
            </a:solidFill>
            <a:ln>
              <a:noFill/>
            </a:ln>
            <a:effectLst>
              <a:outerShdw dist="63500" dir="5400000" algn="t"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立方体 3"/>
            <p:cNvSpPr/>
            <p:nvPr/>
          </p:nvSpPr>
          <p:spPr>
            <a:xfrm>
              <a:off x="10433261" y="560041"/>
              <a:ext cx="1872000" cy="4320000"/>
            </a:xfrm>
            <a:prstGeom prst="cube">
              <a:avLst>
                <a:gd name="adj" fmla="val 4716"/>
              </a:avLst>
            </a:prstGeom>
            <a:gradFill>
              <a:gsLst>
                <a:gs pos="0">
                  <a:srgbClr val="F0BC7C"/>
                </a:gs>
                <a:gs pos="100000">
                  <a:schemeClr val="bg1">
                    <a:alpha val="0"/>
                  </a:schemeClr>
                </a:gs>
              </a:gsLst>
              <a:lin ang="5400000" scaled="0"/>
            </a:gra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0" y="1764000"/>
              <a:ext cx="1800000" cy="624176"/>
              <a:chOff x="11762383" y="4254174"/>
              <a:chExt cx="1800000" cy="624176"/>
            </a:xfrm>
          </p:grpSpPr>
          <p:sp>
            <p:nvSpPr>
              <p:cNvPr id="7" name="矩形 6"/>
              <p:cNvSpPr/>
              <p:nvPr/>
            </p:nvSpPr>
            <p:spPr>
              <a:xfrm>
                <a:off x="11762383" y="4254174"/>
                <a:ext cx="1800000" cy="144000"/>
              </a:xfrm>
              <a:prstGeom prst="rect">
                <a:avLst/>
              </a:prstGeom>
              <a:gradFill>
                <a:gsLst>
                  <a:gs pos="0">
                    <a:srgbClr val="FF9000"/>
                  </a:gs>
                  <a:gs pos="100000">
                    <a:srgbClr val="F7C973">
                      <a:alpha val="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矩形 7"/>
              <p:cNvSpPr/>
              <p:nvPr/>
            </p:nvSpPr>
            <p:spPr>
              <a:xfrm>
                <a:off x="11762383" y="4494262"/>
                <a:ext cx="1800000" cy="144000"/>
              </a:xfrm>
              <a:prstGeom prst="rect">
                <a:avLst/>
              </a:prstGeom>
              <a:gradFill>
                <a:gsLst>
                  <a:gs pos="0">
                    <a:srgbClr val="D49A78"/>
                  </a:gs>
                  <a:gs pos="100000">
                    <a:srgbClr val="FFFDFD"/>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 name="矩形 8"/>
              <p:cNvSpPr/>
              <p:nvPr/>
            </p:nvSpPr>
            <p:spPr>
              <a:xfrm>
                <a:off x="11762383" y="4734350"/>
                <a:ext cx="1800000" cy="144000"/>
              </a:xfrm>
              <a:prstGeom prst="rect">
                <a:avLst/>
              </a:prstGeom>
              <a:gradFill>
                <a:gsLst>
                  <a:gs pos="0">
                    <a:srgbClr val="B00000"/>
                  </a:gs>
                  <a:gs pos="100000">
                    <a:srgbClr val="B00000">
                      <a:alpha val="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6" name="立方体 5"/>
            <p:cNvSpPr/>
            <p:nvPr/>
          </p:nvSpPr>
          <p:spPr>
            <a:xfrm>
              <a:off x="876000" y="1499896"/>
              <a:ext cx="10440000" cy="3780000"/>
            </a:xfrm>
            <a:prstGeom prst="cube">
              <a:avLst>
                <a:gd name="adj" fmla="val 2188"/>
              </a:avLst>
            </a:prstGeom>
            <a:gradFill>
              <a:gsLst>
                <a:gs pos="0">
                  <a:srgbClr val="9E0406"/>
                </a:gs>
                <a:gs pos="100000">
                  <a:schemeClr val="accent2"/>
                </a:gs>
              </a:gsLst>
              <a:lin ang="1200000" scaled="0"/>
            </a:gra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 name="直接连接符 9"/>
          <p:cNvCxnSpPr/>
          <p:nvPr/>
        </p:nvCxnSpPr>
        <p:spPr>
          <a:xfrm>
            <a:off x="2188251" y="2600836"/>
            <a:ext cx="3439697"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936886" y="1952836"/>
            <a:ext cx="3691062" cy="430887"/>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 一 ）坚持人民至上</a:t>
            </a:r>
          </a:p>
        </p:txBody>
      </p:sp>
      <p:sp>
        <p:nvSpPr>
          <p:cNvPr id="12" name="文本框 11"/>
          <p:cNvSpPr txBox="1"/>
          <p:nvPr/>
        </p:nvSpPr>
        <p:spPr>
          <a:xfrm>
            <a:off x="1936886" y="3032836"/>
            <a:ext cx="3528658" cy="430887"/>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 二 ）坚持自信自立</a:t>
            </a:r>
          </a:p>
        </p:txBody>
      </p:sp>
      <p:sp>
        <p:nvSpPr>
          <p:cNvPr id="13" name="文本框 12"/>
          <p:cNvSpPr txBox="1"/>
          <p:nvPr/>
        </p:nvSpPr>
        <p:spPr>
          <a:xfrm>
            <a:off x="1936886" y="4112836"/>
            <a:ext cx="3528658" cy="430887"/>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 三 ）坚持守正创新</a:t>
            </a:r>
          </a:p>
        </p:txBody>
      </p:sp>
      <p:sp>
        <p:nvSpPr>
          <p:cNvPr id="14" name="文本框 13"/>
          <p:cNvSpPr txBox="1"/>
          <p:nvPr/>
        </p:nvSpPr>
        <p:spPr>
          <a:xfrm>
            <a:off x="6051932" y="1944000"/>
            <a:ext cx="3691062" cy="430887"/>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 四 ）坚持问题导向</a:t>
            </a:r>
          </a:p>
        </p:txBody>
      </p:sp>
      <p:sp>
        <p:nvSpPr>
          <p:cNvPr id="15" name="文本框 14"/>
          <p:cNvSpPr txBox="1"/>
          <p:nvPr/>
        </p:nvSpPr>
        <p:spPr>
          <a:xfrm>
            <a:off x="6051932" y="3024000"/>
            <a:ext cx="3528658" cy="430887"/>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 五 ）坚持系统观念</a:t>
            </a:r>
          </a:p>
        </p:txBody>
      </p:sp>
      <p:sp>
        <p:nvSpPr>
          <p:cNvPr id="16" name="文本框 15"/>
          <p:cNvSpPr txBox="1"/>
          <p:nvPr/>
        </p:nvSpPr>
        <p:spPr>
          <a:xfrm>
            <a:off x="6051932" y="4104000"/>
            <a:ext cx="3528658" cy="430887"/>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r>
              <a:rPr lang="zh-CN" altLang="en-US" sz="2200" dirty="0">
                <a:solidFill>
                  <a:schemeClr val="bg1"/>
                </a:solidFill>
                <a:effectLst>
                  <a:outerShdw blurRad="38100" dist="38100" dir="2700000" algn="tl">
                    <a:srgbClr val="000000">
                      <a:alpha val="43137"/>
                    </a:srgbClr>
                  </a:outerShdw>
                </a:effectLst>
              </a:rPr>
              <a:t>（ 六 ）坚持胸怀天下</a:t>
            </a:r>
          </a:p>
        </p:txBody>
      </p:sp>
      <p:cxnSp>
        <p:nvCxnSpPr>
          <p:cNvPr id="17" name="直接连接符 16"/>
          <p:cNvCxnSpPr/>
          <p:nvPr/>
        </p:nvCxnSpPr>
        <p:spPr>
          <a:xfrm>
            <a:off x="2188886" y="3680836"/>
            <a:ext cx="3024336"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2188886" y="4760836"/>
            <a:ext cx="3024336"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6303297" y="2592000"/>
            <a:ext cx="3439697"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303932" y="3672000"/>
            <a:ext cx="3024336"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240016" y="4760836"/>
            <a:ext cx="3024336"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36" name="矩形 35"/>
          <p:cNvSpPr/>
          <p:nvPr>
            <p:custDataLst>
              <p:tags r:id="rId1"/>
            </p:custDataLst>
          </p:nvPr>
        </p:nvSpPr>
        <p:spPr>
          <a:xfrm>
            <a:off x="2175600" y="936000"/>
            <a:ext cx="7840800" cy="4298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2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（四）</a:t>
            </a:r>
            <a:r>
              <a:rPr kumimoji="0" lang="en-US" altLang="zh-CN" sz="22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a:t>
            </a:r>
            <a:r>
              <a:rPr kumimoji="0" lang="zh-CN" altLang="en-US" sz="22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六个必须坚持</a:t>
            </a:r>
            <a:r>
              <a:rPr kumimoji="0" lang="en-US" altLang="zh-CN" sz="22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1656000" y="560041"/>
            <a:ext cx="16200000" cy="5739959"/>
            <a:chOff x="-1656000" y="560041"/>
            <a:chExt cx="16200000" cy="5739959"/>
          </a:xfrm>
        </p:grpSpPr>
        <p:sp>
          <p:nvSpPr>
            <p:cNvPr id="10" name="平行四边形 9"/>
            <p:cNvSpPr/>
            <p:nvPr/>
          </p:nvSpPr>
          <p:spPr>
            <a:xfrm>
              <a:off x="-1656000" y="4788000"/>
              <a:ext cx="16200000" cy="1512000"/>
            </a:xfrm>
            <a:prstGeom prst="parallelogram">
              <a:avLst>
                <a:gd name="adj" fmla="val 147228"/>
              </a:avLst>
            </a:prstGeom>
            <a:solidFill>
              <a:schemeClr val="bg1">
                <a:lumMod val="95000"/>
              </a:schemeClr>
            </a:solidFill>
            <a:ln>
              <a:noFill/>
            </a:ln>
            <a:effectLst>
              <a:outerShdw dist="63500" dir="5400000" algn="t"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11" name="立方体 10"/>
            <p:cNvSpPr/>
            <p:nvPr/>
          </p:nvSpPr>
          <p:spPr>
            <a:xfrm>
              <a:off x="10433261" y="560041"/>
              <a:ext cx="1872000" cy="4320000"/>
            </a:xfrm>
            <a:prstGeom prst="cube">
              <a:avLst>
                <a:gd name="adj" fmla="val 4716"/>
              </a:avLst>
            </a:prstGeom>
            <a:gradFill>
              <a:gsLst>
                <a:gs pos="0">
                  <a:srgbClr val="F0BC7C"/>
                </a:gs>
                <a:gs pos="100000">
                  <a:schemeClr val="bg1">
                    <a:alpha val="0"/>
                  </a:schemeClr>
                </a:gs>
              </a:gsLst>
              <a:lin ang="5400000" scaled="0"/>
            </a:gra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nvGrpSpPr>
            <p:cNvPr id="12" name="组合 11"/>
            <p:cNvGrpSpPr/>
            <p:nvPr/>
          </p:nvGrpSpPr>
          <p:grpSpPr>
            <a:xfrm>
              <a:off x="0" y="1764000"/>
              <a:ext cx="1800000" cy="624176"/>
              <a:chOff x="11762383" y="4254174"/>
              <a:chExt cx="1800000" cy="624176"/>
            </a:xfrm>
          </p:grpSpPr>
          <p:sp>
            <p:nvSpPr>
              <p:cNvPr id="13" name="矩形 12"/>
              <p:cNvSpPr/>
              <p:nvPr/>
            </p:nvSpPr>
            <p:spPr>
              <a:xfrm>
                <a:off x="11762383" y="4254174"/>
                <a:ext cx="1800000" cy="144000"/>
              </a:xfrm>
              <a:prstGeom prst="rect">
                <a:avLst/>
              </a:prstGeom>
              <a:gradFill>
                <a:gsLst>
                  <a:gs pos="0">
                    <a:srgbClr val="FF9000"/>
                  </a:gs>
                  <a:gs pos="100000">
                    <a:srgbClr val="F7C973">
                      <a:alpha val="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15" name="矩形 14"/>
              <p:cNvSpPr/>
              <p:nvPr/>
            </p:nvSpPr>
            <p:spPr>
              <a:xfrm>
                <a:off x="11762383" y="4494262"/>
                <a:ext cx="1800000" cy="144000"/>
              </a:xfrm>
              <a:prstGeom prst="rect">
                <a:avLst/>
              </a:prstGeom>
              <a:gradFill>
                <a:gsLst>
                  <a:gs pos="0">
                    <a:srgbClr val="D49A78"/>
                  </a:gs>
                  <a:gs pos="100000">
                    <a:srgbClr val="FFFDFD"/>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16" name="矩形 15"/>
              <p:cNvSpPr/>
              <p:nvPr/>
            </p:nvSpPr>
            <p:spPr>
              <a:xfrm>
                <a:off x="11762383" y="4734350"/>
                <a:ext cx="1800000" cy="144000"/>
              </a:xfrm>
              <a:prstGeom prst="rect">
                <a:avLst/>
              </a:prstGeom>
              <a:gradFill>
                <a:gsLst>
                  <a:gs pos="0">
                    <a:srgbClr val="B00000"/>
                  </a:gs>
                  <a:gs pos="100000">
                    <a:srgbClr val="B00000">
                      <a:alpha val="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17" name="立方体 16"/>
            <p:cNvSpPr/>
            <p:nvPr/>
          </p:nvSpPr>
          <p:spPr>
            <a:xfrm>
              <a:off x="876000" y="930240"/>
              <a:ext cx="10440000" cy="5040000"/>
            </a:xfrm>
            <a:prstGeom prst="cube">
              <a:avLst>
                <a:gd name="adj" fmla="val 1344"/>
              </a:avLst>
            </a:prstGeom>
            <a:gradFill>
              <a:gsLst>
                <a:gs pos="0">
                  <a:srgbClr val="9E0406"/>
                </a:gs>
                <a:gs pos="100000">
                  <a:schemeClr val="accent2"/>
                </a:gs>
              </a:gsLst>
              <a:lin ang="1200000" scaled="0"/>
            </a:gra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grpSp>
        <p:nvGrpSpPr>
          <p:cNvPr id="18" name="组合 17"/>
          <p:cNvGrpSpPr/>
          <p:nvPr/>
        </p:nvGrpSpPr>
        <p:grpSpPr>
          <a:xfrm>
            <a:off x="1411621" y="1557212"/>
            <a:ext cx="9799390" cy="2232000"/>
            <a:chOff x="1414258" y="1774098"/>
            <a:chExt cx="9370223" cy="2253168"/>
          </a:xfrm>
        </p:grpSpPr>
        <p:cxnSp>
          <p:nvCxnSpPr>
            <p:cNvPr id="19" name="直接连接符 18"/>
            <p:cNvCxnSpPr/>
            <p:nvPr/>
          </p:nvCxnSpPr>
          <p:spPr>
            <a:xfrm>
              <a:off x="1419370" y="2355561"/>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424481" y="1774098"/>
              <a:ext cx="9360000" cy="434973"/>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a:t>
              </a:r>
              <a:r>
                <a:rPr kumimoji="0" lang="zh-CN" altLang="en-US" sz="1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 </a:t>
              </a:r>
              <a:r>
                <a:rPr kumimoji="0" lang="zh-CN" altLang="en-US" sz="2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一</a:t>
              </a:r>
              <a:r>
                <a:rPr lang="zh-CN" altLang="en-US" sz="1600" dirty="0">
                  <a:solidFill>
                    <a:prstClr val="white"/>
                  </a:solidFill>
                  <a:effectLst>
                    <a:outerShdw blurRad="38100" dist="38100" dir="2700000" algn="tl">
                      <a:srgbClr val="000000">
                        <a:alpha val="43137"/>
                      </a:srgbClr>
                    </a:outerShdw>
                  </a:effectLst>
                </a:rPr>
                <a:t> </a:t>
              </a:r>
              <a:r>
                <a:rPr kumimoji="0" lang="zh-CN" altLang="en-US" sz="2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 </a:t>
              </a:r>
              <a:r>
                <a:rPr kumimoji="0" lang="zh-CN" altLang="en-US" sz="2200" b="1" i="0" u="none" strike="noStrike" kern="1200" cap="none" spc="150" normalizeH="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当代中国马克思主义、二十一世纪马克思主义</a:t>
              </a:r>
            </a:p>
          </p:txBody>
        </p:sp>
        <p:cxnSp>
          <p:nvCxnSpPr>
            <p:cNvPr id="7" name="直接连接符 6"/>
            <p:cNvCxnSpPr/>
            <p:nvPr/>
          </p:nvCxnSpPr>
          <p:spPr>
            <a:xfrm>
              <a:off x="1415999" y="3191414"/>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424182" y="2609951"/>
              <a:ext cx="9360000" cy="434974"/>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a:t>
              </a:r>
              <a:r>
                <a:rPr lang="zh-CN" altLang="en-US" sz="1600" dirty="0">
                  <a:solidFill>
                    <a:prstClr val="white"/>
                  </a:solidFill>
                  <a:effectLst>
                    <a:outerShdw blurRad="38100" dist="38100" dir="2700000" algn="tl">
                      <a:srgbClr val="000000">
                        <a:alpha val="43137"/>
                      </a:srgbClr>
                    </a:outerShdw>
                  </a:effectLst>
                </a:rPr>
                <a:t> </a:t>
              </a:r>
              <a:r>
                <a:rPr kumimoji="0" lang="zh-CN" altLang="en-US" sz="2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二</a:t>
              </a:r>
              <a:r>
                <a:rPr lang="zh-CN" altLang="en-US" sz="1600" dirty="0">
                  <a:solidFill>
                    <a:prstClr val="white"/>
                  </a:solidFill>
                  <a:effectLst>
                    <a:outerShdw blurRad="38100" dist="38100" dir="2700000" algn="tl">
                      <a:srgbClr val="000000">
                        <a:alpha val="43137"/>
                      </a:srgbClr>
                    </a:outerShdw>
                  </a:effectLst>
                </a:rPr>
                <a:t> </a:t>
              </a:r>
              <a:r>
                <a:rPr kumimoji="0" lang="zh-CN" altLang="en-US" sz="2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 </a:t>
              </a:r>
              <a:r>
                <a:rPr lang="zh-CN" altLang="en-US" sz="2200" spc="150" dirty="0">
                  <a:solidFill>
                    <a:prstClr val="white"/>
                  </a:solidFill>
                  <a:effectLst>
                    <a:outerShdw blurRad="38100" dist="38100" dir="2700000" algn="tl">
                      <a:srgbClr val="000000">
                        <a:alpha val="43137"/>
                      </a:srgbClr>
                    </a:outerShdw>
                  </a:effectLst>
                </a:rPr>
                <a:t>中华文化和中国精神的时代精华</a:t>
              </a:r>
            </a:p>
          </p:txBody>
        </p:sp>
        <p:cxnSp>
          <p:nvCxnSpPr>
            <p:cNvPr id="14" name="直接连接符 13"/>
            <p:cNvCxnSpPr/>
            <p:nvPr/>
          </p:nvCxnSpPr>
          <p:spPr>
            <a:xfrm>
              <a:off x="1414258" y="4027266"/>
              <a:ext cx="9360000"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424182" y="3445804"/>
              <a:ext cx="9360000" cy="434974"/>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a:t>
              </a:r>
              <a:r>
                <a:rPr lang="zh-CN" altLang="en-US" sz="1600" dirty="0">
                  <a:solidFill>
                    <a:prstClr val="white"/>
                  </a:solidFill>
                  <a:effectLst>
                    <a:outerShdw blurRad="38100" dist="38100" dir="2700000" algn="tl">
                      <a:srgbClr val="000000">
                        <a:alpha val="43137"/>
                      </a:srgbClr>
                    </a:outerShdw>
                  </a:effectLst>
                </a:rPr>
                <a:t> </a:t>
              </a:r>
              <a:r>
                <a:rPr kumimoji="0" lang="zh-CN" altLang="en-US" sz="2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三</a:t>
              </a:r>
              <a:r>
                <a:rPr lang="zh-CN" altLang="en-US" sz="1600" dirty="0">
                  <a:solidFill>
                    <a:prstClr val="white"/>
                  </a:solidFill>
                  <a:effectLst>
                    <a:outerShdw blurRad="38100" dist="38100" dir="2700000" algn="tl">
                      <a:srgbClr val="000000">
                        <a:alpha val="43137"/>
                      </a:srgbClr>
                    </a:outerShdw>
                  </a:effectLst>
                </a:rPr>
                <a:t> </a:t>
              </a:r>
              <a:r>
                <a:rPr kumimoji="0" lang="zh-CN" altLang="en-US" sz="2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 </a:t>
              </a:r>
              <a:r>
                <a:rPr lang="zh-CN" altLang="en-US" sz="2200" spc="150" dirty="0">
                  <a:solidFill>
                    <a:prstClr val="white"/>
                  </a:solidFill>
                  <a:effectLst>
                    <a:outerShdw blurRad="38100" dist="38100" dir="2700000" algn="tl">
                      <a:srgbClr val="000000">
                        <a:alpha val="43137"/>
                      </a:srgbClr>
                    </a:outerShdw>
                  </a:effectLst>
                </a:rPr>
                <a:t>马克思主义中国化时代化新的飞跃</a:t>
              </a:r>
            </a:p>
          </p:txBody>
        </p:sp>
      </p:grpSp>
      <p:cxnSp>
        <p:nvCxnSpPr>
          <p:cNvPr id="32" name="直接连接符 31"/>
          <p:cNvCxnSpPr/>
          <p:nvPr/>
        </p:nvCxnSpPr>
        <p:spPr>
          <a:xfrm>
            <a:off x="1422000" y="4617212"/>
            <a:ext cx="9788699" cy="0"/>
          </a:xfrm>
          <a:prstGeom prst="line">
            <a:avLst/>
          </a:prstGeom>
          <a:ln>
            <a:gradFill>
              <a:gsLst>
                <a:gs pos="0">
                  <a:schemeClr val="bg1"/>
                </a:gs>
                <a:gs pos="100000">
                  <a:schemeClr val="bg1">
                    <a:alpha val="0"/>
                  </a:schemeClr>
                </a:gs>
              </a:gsLst>
              <a:lin ang="0" scaled="0"/>
            </a:gradFill>
          </a:ln>
          <a:effectLst>
            <a:outerShdw blurRad="50800" dist="38100" dir="18900000" algn="bl" rotWithShape="0">
              <a:prstClr val="black">
                <a:alpha val="27000"/>
              </a:prstClr>
            </a:outerShdw>
          </a:effectLst>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1422000" y="4014272"/>
            <a:ext cx="9788699" cy="429895"/>
          </a:xfrm>
          <a:prstGeom prst="rect">
            <a:avLst/>
          </a:prstGeom>
          <a:noFill/>
        </p:spPr>
        <p:txBody>
          <a:bodyPr wrap="square" rtlCol="0">
            <a:spAutoFit/>
          </a:bodyPr>
          <a:lstStyle>
            <a:defPPr>
              <a:defRPr lang="zh-CN"/>
            </a:defPPr>
            <a:lvl1pPr>
              <a:buClr>
                <a:srgbClr val="C00000"/>
              </a:buClr>
              <a:buSzPct val="80000"/>
              <a:defRPr sz="2400" b="1">
                <a:solidFill>
                  <a:schemeClr val="tx1">
                    <a:lumMod val="95000"/>
                    <a:lumOff val="5000"/>
                  </a:schemeClr>
                </a:solidFill>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
                <a:srgbClr val="C00000"/>
              </a:buClr>
              <a:buSzPct val="80000"/>
              <a:buFontTx/>
              <a:buNone/>
              <a:defRPr/>
            </a:pPr>
            <a:r>
              <a:rPr kumimoji="0" lang="zh-CN" altLang="en-US" sz="2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a:t>
            </a:r>
            <a:r>
              <a:rPr lang="zh-CN" altLang="en-US" sz="1600" dirty="0">
                <a:solidFill>
                  <a:prstClr val="white"/>
                </a:solidFill>
                <a:effectLst>
                  <a:outerShdw blurRad="38100" dist="38100" dir="2700000" algn="tl">
                    <a:srgbClr val="000000">
                      <a:alpha val="43137"/>
                    </a:srgbClr>
                  </a:outerShdw>
                </a:effectLst>
              </a:rPr>
              <a:t> </a:t>
            </a:r>
            <a:r>
              <a:rPr kumimoji="0" lang="zh-CN" altLang="en-US" sz="2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四</a:t>
            </a:r>
            <a:r>
              <a:rPr lang="zh-CN" altLang="en-US" sz="1600" dirty="0">
                <a:solidFill>
                  <a:prstClr val="white"/>
                </a:solidFill>
                <a:effectLst>
                  <a:outerShdw blurRad="38100" dist="38100" dir="2700000" algn="tl">
                    <a:srgbClr val="000000">
                      <a:alpha val="43137"/>
                    </a:srgbClr>
                  </a:outerShdw>
                </a:effectLst>
              </a:rPr>
              <a:t> </a:t>
            </a:r>
            <a:r>
              <a:rPr kumimoji="0" lang="zh-CN" altLang="en-US" sz="2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 新时代党和国家事业发展的根本遵循</a:t>
            </a:r>
            <a:endParaRPr lang="zh-CN" altLang="en-US" sz="2200" spc="150" dirty="0">
              <a:solidFill>
                <a:prstClr val="white"/>
              </a:solidFill>
              <a:effectLst>
                <a:outerShdw blurRad="38100" dist="38100" dir="2700000" algn="tl">
                  <a:srgbClr val="000000">
                    <a:alpha val="43137"/>
                  </a:srgbClr>
                </a:outerShdw>
              </a:effectLst>
            </a:endParaRPr>
          </a:p>
        </p:txBody>
      </p:sp>
      <p:sp>
        <p:nvSpPr>
          <p:cNvPr id="3" name="文本框 2"/>
          <p:cNvSpPr txBox="1"/>
          <p:nvPr/>
        </p:nvSpPr>
        <p:spPr>
          <a:xfrm>
            <a:off x="804545" y="178435"/>
            <a:ext cx="9794875" cy="583565"/>
          </a:xfrm>
          <a:prstGeom prst="rect">
            <a:avLst/>
          </a:prstGeom>
          <a:noFill/>
        </p:spPr>
        <p:txBody>
          <a:bodyPr wrap="square" rtlCol="0">
            <a:spAutoFit/>
          </a:bodyPr>
          <a:lstStyle/>
          <a:p>
            <a:pPr algn="ctr"/>
            <a:r>
              <a:rPr lang="zh-CN" altLang="en-US" sz="3200" b="1">
                <a:solidFill>
                  <a:srgbClr val="FF0000"/>
                </a:solidFill>
              </a:rPr>
              <a:t>四、习近平新时代中国特色社会主义思想的历史地位</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Freeform: Shape 9"/>
          <p:cNvSpPr/>
          <p:nvPr/>
        </p:nvSpPr>
        <p:spPr>
          <a:xfrm rot="16200000" flipH="1">
            <a:off x="-269365" y="-1122430"/>
            <a:ext cx="1119032" cy="3112840"/>
          </a:xfrm>
          <a:custGeom>
            <a:avLst/>
            <a:gdLst>
              <a:gd name="connsiteX0" fmla="*/ 0 w 1189942"/>
              <a:gd name="connsiteY0" fmla="*/ 0 h 2524513"/>
              <a:gd name="connsiteX1" fmla="*/ 175601 w 1189942"/>
              <a:gd name="connsiteY1" fmla="*/ 17702 h 2524513"/>
              <a:gd name="connsiteX2" fmla="*/ 1189942 w 1189942"/>
              <a:gd name="connsiteY2" fmla="*/ 1262256 h 2524513"/>
              <a:gd name="connsiteX3" fmla="*/ 175601 w 1189942"/>
              <a:gd name="connsiteY3" fmla="*/ 2506811 h 2524513"/>
              <a:gd name="connsiteX4" fmla="*/ 0 w 1189942"/>
              <a:gd name="connsiteY4" fmla="*/ 2524513 h 25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942" h="2524513">
                <a:moveTo>
                  <a:pt x="0" y="0"/>
                </a:moveTo>
                <a:lnTo>
                  <a:pt x="175601" y="17702"/>
                </a:lnTo>
                <a:cubicBezTo>
                  <a:pt x="754484" y="136158"/>
                  <a:pt x="1189942" y="648354"/>
                  <a:pt x="1189942" y="1262256"/>
                </a:cubicBezTo>
                <a:cubicBezTo>
                  <a:pt x="1189942" y="1876159"/>
                  <a:pt x="754484" y="2388354"/>
                  <a:pt x="175601" y="2506811"/>
                </a:cubicBezTo>
                <a:lnTo>
                  <a:pt x="0" y="2524513"/>
                </a:lnTo>
                <a:close/>
              </a:path>
            </a:pathLst>
          </a:custGeom>
          <a:gradFill>
            <a:gsLst>
              <a:gs pos="44000">
                <a:srgbClr val="ED9184">
                  <a:alpha val="0"/>
                </a:srgbClr>
              </a:gs>
              <a:gs pos="100000">
                <a:srgbClr val="D07C98">
                  <a:alpha val="50000"/>
                </a:srgbClr>
              </a:gs>
            </a:gsLst>
            <a:path path="circle">
              <a:fillToRect l="50000" t="-80000" r="50000" b="180000"/>
            </a:path>
          </a:gradFill>
          <a:ln>
            <a:noFill/>
          </a:ln>
          <a:effectLst>
            <a:outerShdw blurRad="1270000" dist="6223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85" name="Freeform: Shape 9"/>
          <p:cNvSpPr/>
          <p:nvPr/>
        </p:nvSpPr>
        <p:spPr>
          <a:xfrm rot="16200000" flipH="1">
            <a:off x="375378" y="-814926"/>
            <a:ext cx="629091" cy="2064399"/>
          </a:xfrm>
          <a:custGeom>
            <a:avLst/>
            <a:gdLst>
              <a:gd name="connsiteX0" fmla="*/ 0 w 1189942"/>
              <a:gd name="connsiteY0" fmla="*/ 0 h 2524513"/>
              <a:gd name="connsiteX1" fmla="*/ 175601 w 1189942"/>
              <a:gd name="connsiteY1" fmla="*/ 17702 h 2524513"/>
              <a:gd name="connsiteX2" fmla="*/ 1189942 w 1189942"/>
              <a:gd name="connsiteY2" fmla="*/ 1262256 h 2524513"/>
              <a:gd name="connsiteX3" fmla="*/ 175601 w 1189942"/>
              <a:gd name="connsiteY3" fmla="*/ 2506811 h 2524513"/>
              <a:gd name="connsiteX4" fmla="*/ 0 w 1189942"/>
              <a:gd name="connsiteY4" fmla="*/ 2524513 h 25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942" h="2524513">
                <a:moveTo>
                  <a:pt x="0" y="0"/>
                </a:moveTo>
                <a:lnTo>
                  <a:pt x="175601" y="17702"/>
                </a:lnTo>
                <a:cubicBezTo>
                  <a:pt x="754484" y="136158"/>
                  <a:pt x="1189942" y="648354"/>
                  <a:pt x="1189942" y="1262256"/>
                </a:cubicBezTo>
                <a:cubicBezTo>
                  <a:pt x="1189942" y="1876159"/>
                  <a:pt x="754484" y="2388354"/>
                  <a:pt x="175601" y="2506811"/>
                </a:cubicBezTo>
                <a:lnTo>
                  <a:pt x="0" y="2524513"/>
                </a:lnTo>
                <a:close/>
              </a:path>
            </a:pathLst>
          </a:custGeom>
          <a:gradFill>
            <a:gsLst>
              <a:gs pos="44000">
                <a:srgbClr val="ED9184">
                  <a:alpha val="0"/>
                </a:srgbClr>
              </a:gs>
              <a:gs pos="100000">
                <a:srgbClr val="D07C98">
                  <a:alpha val="50000"/>
                </a:srgbClr>
              </a:gs>
            </a:gsLst>
            <a:path path="circle">
              <a:fillToRect l="50000" t="-80000" r="50000" b="180000"/>
            </a:path>
          </a:gradFill>
          <a:ln>
            <a:noFill/>
          </a:ln>
          <a:effectLst>
            <a:outerShdw blurRad="1270000" dist="6223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86" name="PA-Freeform: Shape 8"/>
          <p:cNvSpPr/>
          <p:nvPr>
            <p:custDataLst>
              <p:tags r:id="rId1"/>
            </p:custDataLst>
          </p:nvPr>
        </p:nvSpPr>
        <p:spPr>
          <a:xfrm flipH="1">
            <a:off x="9193347" y="5116523"/>
            <a:ext cx="3238349" cy="2077637"/>
          </a:xfrm>
          <a:custGeom>
            <a:avLst/>
            <a:gdLst>
              <a:gd name="connsiteX0" fmla="*/ 0 w 3816138"/>
              <a:gd name="connsiteY0" fmla="*/ 0 h 3981450"/>
              <a:gd name="connsiteX1" fmla="*/ 3238500 w 3816138"/>
              <a:gd name="connsiteY1" fmla="*/ 1809750 h 3981450"/>
              <a:gd name="connsiteX2" fmla="*/ 3657600 w 3816138"/>
              <a:gd name="connsiteY2" fmla="*/ 3981450 h 3981450"/>
              <a:gd name="connsiteX3" fmla="*/ 38100 w 3816138"/>
              <a:gd name="connsiteY3" fmla="*/ 3962400 h 3981450"/>
              <a:gd name="connsiteX4" fmla="*/ 0 w 3816138"/>
              <a:gd name="connsiteY4" fmla="*/ 0 h 3981450"/>
              <a:gd name="connsiteX0-1" fmla="*/ 0 w 3816138"/>
              <a:gd name="connsiteY0-2" fmla="*/ 0 h 3981450"/>
              <a:gd name="connsiteX1-3" fmla="*/ 3238500 w 3816138"/>
              <a:gd name="connsiteY1-4" fmla="*/ 1809750 h 3981450"/>
              <a:gd name="connsiteX2-5" fmla="*/ 3657600 w 3816138"/>
              <a:gd name="connsiteY2-6" fmla="*/ 3981450 h 3981450"/>
              <a:gd name="connsiteX3-7" fmla="*/ 38100 w 3816138"/>
              <a:gd name="connsiteY3-8" fmla="*/ 3962400 h 3981450"/>
              <a:gd name="connsiteX4-9" fmla="*/ 0 w 3816138"/>
              <a:gd name="connsiteY4-10" fmla="*/ 0 h 3981450"/>
              <a:gd name="connsiteX0-11" fmla="*/ 0 w 3876554"/>
              <a:gd name="connsiteY0-12" fmla="*/ 0 h 3981450"/>
              <a:gd name="connsiteX1-13" fmla="*/ 3409950 w 3876554"/>
              <a:gd name="connsiteY1-14" fmla="*/ 2076450 h 3981450"/>
              <a:gd name="connsiteX2-15" fmla="*/ 3657600 w 3876554"/>
              <a:gd name="connsiteY2-16" fmla="*/ 3981450 h 3981450"/>
              <a:gd name="connsiteX3-17" fmla="*/ 38100 w 3876554"/>
              <a:gd name="connsiteY3-18" fmla="*/ 3962400 h 3981450"/>
              <a:gd name="connsiteX4-19" fmla="*/ 0 w 3876554"/>
              <a:gd name="connsiteY4-20" fmla="*/ 0 h 3981450"/>
              <a:gd name="connsiteX0-21" fmla="*/ 0 w 3916378"/>
              <a:gd name="connsiteY0-22" fmla="*/ 0 h 3981450"/>
              <a:gd name="connsiteX1-23" fmla="*/ 3409950 w 3916378"/>
              <a:gd name="connsiteY1-24" fmla="*/ 2076450 h 3981450"/>
              <a:gd name="connsiteX2-25" fmla="*/ 3657600 w 3916378"/>
              <a:gd name="connsiteY2-26" fmla="*/ 3981450 h 3981450"/>
              <a:gd name="connsiteX3-27" fmla="*/ 38100 w 3916378"/>
              <a:gd name="connsiteY3-28" fmla="*/ 3962400 h 3981450"/>
              <a:gd name="connsiteX4-29" fmla="*/ 0 w 3916378"/>
              <a:gd name="connsiteY4-30" fmla="*/ 0 h 3981450"/>
              <a:gd name="connsiteX0-31" fmla="*/ 0 w 3873335"/>
              <a:gd name="connsiteY0-32" fmla="*/ 0 h 3981450"/>
              <a:gd name="connsiteX1-33" fmla="*/ 3409950 w 3873335"/>
              <a:gd name="connsiteY1-34" fmla="*/ 2076450 h 3981450"/>
              <a:gd name="connsiteX2-35" fmla="*/ 3657600 w 3873335"/>
              <a:gd name="connsiteY2-36" fmla="*/ 3981450 h 3981450"/>
              <a:gd name="connsiteX3-37" fmla="*/ 38100 w 3873335"/>
              <a:gd name="connsiteY3-38" fmla="*/ 3962400 h 3981450"/>
              <a:gd name="connsiteX4-39" fmla="*/ 0 w 3873335"/>
              <a:gd name="connsiteY4-40" fmla="*/ 0 h 3981450"/>
              <a:gd name="connsiteX0-41" fmla="*/ 0 w 3786126"/>
              <a:gd name="connsiteY0-42" fmla="*/ 0 h 3981450"/>
              <a:gd name="connsiteX1-43" fmla="*/ 3409950 w 3786126"/>
              <a:gd name="connsiteY1-44" fmla="*/ 2076450 h 3981450"/>
              <a:gd name="connsiteX2-45" fmla="*/ 3657600 w 3786126"/>
              <a:gd name="connsiteY2-46" fmla="*/ 3981450 h 3981450"/>
              <a:gd name="connsiteX3-47" fmla="*/ 38100 w 3786126"/>
              <a:gd name="connsiteY3-48" fmla="*/ 3962400 h 3981450"/>
              <a:gd name="connsiteX4-49" fmla="*/ 0 w 3786126"/>
              <a:gd name="connsiteY4-50" fmla="*/ 0 h 3981450"/>
              <a:gd name="connsiteX0-51" fmla="*/ 0 w 3786126"/>
              <a:gd name="connsiteY0-52" fmla="*/ 0 h 3981450"/>
              <a:gd name="connsiteX1-53" fmla="*/ 3409950 w 3786126"/>
              <a:gd name="connsiteY1-54" fmla="*/ 2076450 h 3981450"/>
              <a:gd name="connsiteX2-55" fmla="*/ 3657600 w 3786126"/>
              <a:gd name="connsiteY2-56" fmla="*/ 3981450 h 3981450"/>
              <a:gd name="connsiteX3-57" fmla="*/ 0 w 3786126"/>
              <a:gd name="connsiteY3-58" fmla="*/ 3981450 h 3981450"/>
              <a:gd name="connsiteX4-59" fmla="*/ 0 w 3786126"/>
              <a:gd name="connsiteY4-60" fmla="*/ 0 h 3981450"/>
              <a:gd name="connsiteX0-61" fmla="*/ 0 w 3786126"/>
              <a:gd name="connsiteY0-62" fmla="*/ 0 h 3981450"/>
              <a:gd name="connsiteX1-63" fmla="*/ 3409950 w 3786126"/>
              <a:gd name="connsiteY1-64" fmla="*/ 2076450 h 3981450"/>
              <a:gd name="connsiteX2-65" fmla="*/ 3657600 w 3786126"/>
              <a:gd name="connsiteY2-66" fmla="*/ 3981450 h 3981450"/>
              <a:gd name="connsiteX3-67" fmla="*/ 0 w 3786126"/>
              <a:gd name="connsiteY3-68" fmla="*/ 3981450 h 3981450"/>
              <a:gd name="connsiteX4-69" fmla="*/ 0 w 3786126"/>
              <a:gd name="connsiteY4-70" fmla="*/ 0 h 3981450"/>
              <a:gd name="connsiteX0-71" fmla="*/ 0 w 3786126"/>
              <a:gd name="connsiteY0-72" fmla="*/ 0 h 3981450"/>
              <a:gd name="connsiteX1-73" fmla="*/ 3409950 w 3786126"/>
              <a:gd name="connsiteY1-74" fmla="*/ 2076450 h 3981450"/>
              <a:gd name="connsiteX2-75" fmla="*/ 3657600 w 3786126"/>
              <a:gd name="connsiteY2-76" fmla="*/ 3981450 h 3981450"/>
              <a:gd name="connsiteX3-77" fmla="*/ 0 w 3786126"/>
              <a:gd name="connsiteY3-78" fmla="*/ 3981450 h 3981450"/>
              <a:gd name="connsiteX4-79" fmla="*/ 0 w 3786126"/>
              <a:gd name="connsiteY4-80" fmla="*/ 0 h 3981450"/>
              <a:gd name="connsiteX0-81" fmla="*/ 0 w 4032226"/>
              <a:gd name="connsiteY0-82" fmla="*/ 0 h 4003693"/>
              <a:gd name="connsiteX1-83" fmla="*/ 3409950 w 4032226"/>
              <a:gd name="connsiteY1-84" fmla="*/ 2076450 h 4003693"/>
              <a:gd name="connsiteX2-85" fmla="*/ 3943350 w 4032226"/>
              <a:gd name="connsiteY2-86" fmla="*/ 4003693 h 4003693"/>
              <a:gd name="connsiteX3-87" fmla="*/ 0 w 4032226"/>
              <a:gd name="connsiteY3-88" fmla="*/ 3981450 h 4003693"/>
              <a:gd name="connsiteX4-89" fmla="*/ 0 w 4032226"/>
              <a:gd name="connsiteY4-90" fmla="*/ 0 h 4003693"/>
              <a:gd name="connsiteX0-91" fmla="*/ 0 w 3948509"/>
              <a:gd name="connsiteY0-92" fmla="*/ 0 h 4003693"/>
              <a:gd name="connsiteX1-93" fmla="*/ 3409950 w 3948509"/>
              <a:gd name="connsiteY1-94" fmla="*/ 2076450 h 4003693"/>
              <a:gd name="connsiteX2-95" fmla="*/ 3943350 w 3948509"/>
              <a:gd name="connsiteY2-96" fmla="*/ 4003693 h 4003693"/>
              <a:gd name="connsiteX3-97" fmla="*/ 0 w 3948509"/>
              <a:gd name="connsiteY3-98" fmla="*/ 3981450 h 4003693"/>
              <a:gd name="connsiteX4-99" fmla="*/ 0 w 3948509"/>
              <a:gd name="connsiteY4-100" fmla="*/ 0 h 4003693"/>
              <a:gd name="connsiteX0-101" fmla="*/ 0 w 3943350"/>
              <a:gd name="connsiteY0-102" fmla="*/ 0 h 4003693"/>
              <a:gd name="connsiteX1-103" fmla="*/ 3333750 w 3943350"/>
              <a:gd name="connsiteY1-104" fmla="*/ 1942994 h 4003693"/>
              <a:gd name="connsiteX2-105" fmla="*/ 3943350 w 3943350"/>
              <a:gd name="connsiteY2-106" fmla="*/ 4003693 h 4003693"/>
              <a:gd name="connsiteX3-107" fmla="*/ 0 w 3943350"/>
              <a:gd name="connsiteY3-108" fmla="*/ 3981450 h 4003693"/>
              <a:gd name="connsiteX4-109" fmla="*/ 0 w 3943350"/>
              <a:gd name="connsiteY4-110" fmla="*/ 0 h 4003693"/>
              <a:gd name="connsiteX0-111" fmla="*/ 0 w 4152900"/>
              <a:gd name="connsiteY0-112" fmla="*/ 0 h 3981450"/>
              <a:gd name="connsiteX1-113" fmla="*/ 3333750 w 4152900"/>
              <a:gd name="connsiteY1-114" fmla="*/ 1942994 h 3981450"/>
              <a:gd name="connsiteX2-115" fmla="*/ 4152900 w 4152900"/>
              <a:gd name="connsiteY2-116" fmla="*/ 3981450 h 3981450"/>
              <a:gd name="connsiteX3-117" fmla="*/ 0 w 4152900"/>
              <a:gd name="connsiteY3-118" fmla="*/ 3981450 h 3981450"/>
              <a:gd name="connsiteX4-119" fmla="*/ 0 w 4152900"/>
              <a:gd name="connsiteY4-120" fmla="*/ 0 h 3981450"/>
              <a:gd name="connsiteX0-121" fmla="*/ 0 w 4152900"/>
              <a:gd name="connsiteY0-122" fmla="*/ 0 h 3981450"/>
              <a:gd name="connsiteX1-123" fmla="*/ 3333750 w 4152900"/>
              <a:gd name="connsiteY1-124" fmla="*/ 1942994 h 3981450"/>
              <a:gd name="connsiteX2-125" fmla="*/ 4152900 w 4152900"/>
              <a:gd name="connsiteY2-126" fmla="*/ 3981450 h 3981450"/>
              <a:gd name="connsiteX3-127" fmla="*/ 0 w 4152900"/>
              <a:gd name="connsiteY3-128" fmla="*/ 3981450 h 3981450"/>
              <a:gd name="connsiteX4-129" fmla="*/ 0 w 4152900"/>
              <a:gd name="connsiteY4-130" fmla="*/ 0 h 3981450"/>
              <a:gd name="connsiteX0-131" fmla="*/ 0 w 4152900"/>
              <a:gd name="connsiteY0-132" fmla="*/ 0 h 3981450"/>
              <a:gd name="connsiteX1-133" fmla="*/ 3200400 w 4152900"/>
              <a:gd name="connsiteY1-134" fmla="*/ 1720566 h 3981450"/>
              <a:gd name="connsiteX2-135" fmla="*/ 4152900 w 4152900"/>
              <a:gd name="connsiteY2-136" fmla="*/ 3981450 h 3981450"/>
              <a:gd name="connsiteX3-137" fmla="*/ 0 w 4152900"/>
              <a:gd name="connsiteY3-138" fmla="*/ 3981450 h 3981450"/>
              <a:gd name="connsiteX4-139" fmla="*/ 0 w 4152900"/>
              <a:gd name="connsiteY4-140" fmla="*/ 0 h 3981450"/>
              <a:gd name="connsiteX0-141" fmla="*/ 0 w 4152900"/>
              <a:gd name="connsiteY0-142" fmla="*/ 0 h 3981450"/>
              <a:gd name="connsiteX1-143" fmla="*/ 3200400 w 4152900"/>
              <a:gd name="connsiteY1-144" fmla="*/ 1720566 h 3981450"/>
              <a:gd name="connsiteX2-145" fmla="*/ 4152900 w 4152900"/>
              <a:gd name="connsiteY2-146" fmla="*/ 3981450 h 3981450"/>
              <a:gd name="connsiteX3-147" fmla="*/ 0 w 4152900"/>
              <a:gd name="connsiteY3-148" fmla="*/ 3981450 h 3981450"/>
              <a:gd name="connsiteX4-149" fmla="*/ 0 w 4152900"/>
              <a:gd name="connsiteY4-150" fmla="*/ 0 h 39814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152900" h="3981450">
                <a:moveTo>
                  <a:pt x="0" y="0"/>
                </a:moveTo>
                <a:cubicBezTo>
                  <a:pt x="762000" y="1189072"/>
                  <a:pt x="2584450" y="1190447"/>
                  <a:pt x="3200400" y="1720566"/>
                </a:cubicBezTo>
                <a:cubicBezTo>
                  <a:pt x="3816350" y="2250685"/>
                  <a:pt x="3971925" y="2641175"/>
                  <a:pt x="4152900" y="3981450"/>
                </a:cubicBezTo>
                <a:lnTo>
                  <a:pt x="0" y="3981450"/>
                </a:lnTo>
                <a:lnTo>
                  <a:pt x="0" y="0"/>
                </a:lnTo>
                <a:close/>
              </a:path>
            </a:pathLst>
          </a:custGeom>
          <a:gradFill>
            <a:gsLst>
              <a:gs pos="0">
                <a:srgbClr val="EFC879">
                  <a:alpha val="0"/>
                </a:srgbClr>
              </a:gs>
              <a:gs pos="100000">
                <a:srgbClr val="AF1E22">
                  <a:alpha val="0"/>
                </a:srgbClr>
              </a:gs>
              <a:gs pos="60000">
                <a:srgbClr val="D07C98">
                  <a:alpha val="15000"/>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4" name="文本框 13"/>
          <p:cNvSpPr txBox="1"/>
          <p:nvPr/>
        </p:nvSpPr>
        <p:spPr>
          <a:xfrm>
            <a:off x="1842451" y="-67944"/>
            <a:ext cx="8507095" cy="661670"/>
          </a:xfrm>
          <a:prstGeom prst="rect">
            <a:avLst/>
          </a:prstGeom>
          <a:noFill/>
        </p:spPr>
        <p:txBody>
          <a:bodyPr wrap="square" rtlCol="0">
            <a:noAutofit/>
          </a:bodyPr>
          <a:lstStyle/>
          <a:p>
            <a:pPr algn="ctr"/>
            <a:r>
              <a:rPr lang="zh-CN" altLang="en-US" sz="4400" dirty="0">
                <a:solidFill>
                  <a:srgbClr val="C80F19"/>
                </a:solidFill>
                <a:latin typeface="华文新魏" panose="02010800040101010101" pitchFamily="2" charset="-122"/>
                <a:ea typeface="华文新魏" panose="02010800040101010101" pitchFamily="2" charset="-122"/>
              </a:rPr>
              <a:t>课程概览</a:t>
            </a:r>
          </a:p>
        </p:txBody>
      </p:sp>
      <p:cxnSp>
        <p:nvCxnSpPr>
          <p:cNvPr id="16" name="直接连接符 91"/>
          <p:cNvCxnSpPr/>
          <p:nvPr/>
        </p:nvCxnSpPr>
        <p:spPr>
          <a:xfrm>
            <a:off x="2148522" y="774105"/>
            <a:ext cx="7894955"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05743" y="432843"/>
            <a:ext cx="11784632" cy="9779600"/>
          </a:xfrm>
          <a:prstGeom prst="rect">
            <a:avLst/>
          </a:prstGeom>
          <a:noFill/>
        </p:spPr>
        <p:txBody>
          <a:bodyPr wrap="square" rtlCol="0">
            <a:spAutoFit/>
          </a:bodyPr>
          <a:lstStyle/>
          <a:p>
            <a:pPr marL="571500" indent="-571500" fontAlgn="auto">
              <a:lnSpc>
                <a:spcPct val="150000"/>
              </a:lnSpc>
              <a:buFont typeface="+mj-ea"/>
              <a:buAutoNum type="ea1JpnChsDbPeriod"/>
            </a:pPr>
            <a:r>
              <a:rPr lang="zh-CN" altLang="en-US" sz="2800" b="1" dirty="0">
                <a:solidFill>
                  <a:schemeClr val="tx1"/>
                </a:solidFill>
                <a:latin typeface="华文新魏" panose="02010800040101010101" pitchFamily="2" charset="-122"/>
                <a:ea typeface="华文新魏" panose="02010800040101010101" pitchFamily="2" charset="-122"/>
                <a:sym typeface="+mn-ea"/>
              </a:rPr>
              <a:t>习近平经济思想的理论内涵与</a:t>
            </a:r>
            <a:r>
              <a:rPr lang="zh-CN" altLang="en-US" sz="2800" b="1" dirty="0">
                <a:latin typeface="华文新魏" panose="02010800040101010101" pitchFamily="2" charset="-122"/>
                <a:ea typeface="华文新魏" panose="02010800040101010101" pitchFamily="2" charset="-122"/>
                <a:sym typeface="+mn-ea"/>
              </a:rPr>
              <a:t>现实意义 ：高质量发展</a:t>
            </a:r>
            <a:endParaRPr lang="zh-CN" altLang="en-US" sz="2800" b="1" dirty="0">
              <a:solidFill>
                <a:schemeClr val="tx1"/>
              </a:solidFill>
              <a:latin typeface="华文新魏" panose="02010800040101010101" pitchFamily="2" charset="-122"/>
              <a:ea typeface="华文新魏" panose="02010800040101010101" pitchFamily="2" charset="-122"/>
            </a:endParaRPr>
          </a:p>
          <a:p>
            <a:pPr marL="571500" indent="-571500" fontAlgn="auto">
              <a:lnSpc>
                <a:spcPct val="150000"/>
              </a:lnSpc>
              <a:buFont typeface="+mj-ea"/>
              <a:buAutoNum type="ea1JpnChsDbPeriod"/>
            </a:pPr>
            <a:r>
              <a:rPr lang="zh-CN" altLang="en-US" sz="2800" b="1" dirty="0">
                <a:solidFill>
                  <a:schemeClr val="tx1"/>
                </a:solidFill>
                <a:latin typeface="华文新魏" panose="02010800040101010101" pitchFamily="2" charset="-122"/>
                <a:ea typeface="华文新魏" panose="02010800040101010101" pitchFamily="2" charset="-122"/>
                <a:sym typeface="+mn-ea"/>
              </a:rPr>
              <a:t>习近平</a:t>
            </a:r>
            <a:r>
              <a:rPr lang="zh-CN" altLang="en-US" sz="2800" b="1" u="sng" dirty="0">
                <a:solidFill>
                  <a:schemeClr val="tx1"/>
                </a:solidFill>
                <a:highlight>
                  <a:srgbClr val="FFFF00"/>
                </a:highlight>
                <a:latin typeface="华文新魏" panose="02010800040101010101" pitchFamily="2" charset="-122"/>
                <a:ea typeface="华文新魏" panose="02010800040101010101" pitchFamily="2" charset="-122"/>
                <a:sym typeface="+mn-ea"/>
              </a:rPr>
              <a:t>文化</a:t>
            </a:r>
            <a:r>
              <a:rPr lang="zh-CN" altLang="en-US" sz="2800" b="1" dirty="0">
                <a:solidFill>
                  <a:schemeClr val="tx1"/>
                </a:solidFill>
                <a:highlight>
                  <a:srgbClr val="FFFF00"/>
                </a:highlight>
                <a:latin typeface="华文新魏" panose="02010800040101010101" pitchFamily="2" charset="-122"/>
                <a:ea typeface="华文新魏" panose="02010800040101010101" pitchFamily="2" charset="-122"/>
                <a:sym typeface="+mn-ea"/>
              </a:rPr>
              <a:t>思想</a:t>
            </a:r>
            <a:r>
              <a:rPr lang="zh-CN" altLang="en-US" sz="2800" b="1" dirty="0">
                <a:solidFill>
                  <a:schemeClr val="tx1"/>
                </a:solidFill>
                <a:latin typeface="华文新魏" panose="02010800040101010101" pitchFamily="2" charset="-122"/>
                <a:ea typeface="华文新魏" panose="02010800040101010101" pitchFamily="2" charset="-122"/>
                <a:sym typeface="+mn-ea"/>
              </a:rPr>
              <a:t>的主要内容与理论价值：“两个结合”</a:t>
            </a:r>
            <a:r>
              <a:rPr lang="en-US" altLang="zh-CN" sz="2800" b="1" dirty="0">
                <a:latin typeface="华文新魏" panose="02010800040101010101" pitchFamily="2" charset="-122"/>
                <a:ea typeface="华文新魏" panose="02010800040101010101" pitchFamily="2" charset="-122"/>
                <a:sym typeface="+mn-ea"/>
              </a:rPr>
              <a:t>”</a:t>
            </a:r>
            <a:r>
              <a:rPr lang="zh-CN" altLang="en-US" sz="2800" b="1" dirty="0">
                <a:latin typeface="华文新魏" panose="02010800040101010101" pitchFamily="2" charset="-122"/>
                <a:ea typeface="华文新魏" panose="02010800040101010101" pitchFamily="2" charset="-122"/>
                <a:sym typeface="+mn-ea"/>
              </a:rPr>
              <a:t>第二个结合</a:t>
            </a:r>
            <a:r>
              <a:rPr lang="en-US" altLang="zh-CN" sz="2800" b="1" dirty="0">
                <a:solidFill>
                  <a:schemeClr val="tx1"/>
                </a:solidFill>
                <a:latin typeface="华文新魏" panose="02010800040101010101" pitchFamily="2" charset="-122"/>
                <a:ea typeface="华文新魏" panose="02010800040101010101" pitchFamily="2" charset="-122"/>
                <a:sym typeface="+mn-ea"/>
              </a:rPr>
              <a:t>”</a:t>
            </a:r>
            <a:endParaRPr lang="zh-CN" altLang="en-US" sz="2800" b="1" dirty="0">
              <a:solidFill>
                <a:schemeClr val="tx1"/>
              </a:solidFill>
              <a:latin typeface="华文新魏" panose="02010800040101010101" pitchFamily="2" charset="-122"/>
              <a:ea typeface="华文新魏" panose="02010800040101010101" pitchFamily="2" charset="-122"/>
            </a:endParaRPr>
          </a:p>
          <a:p>
            <a:pPr marL="571500" indent="-571500" fontAlgn="auto">
              <a:lnSpc>
                <a:spcPct val="150000"/>
              </a:lnSpc>
              <a:buFont typeface="+mj-ea"/>
              <a:buAutoNum type="ea1JpnChsDbPeriod"/>
            </a:pPr>
            <a:r>
              <a:rPr lang="zh-CN" altLang="en-US" sz="2800" b="1" dirty="0">
                <a:solidFill>
                  <a:schemeClr val="tx1"/>
                </a:solidFill>
                <a:latin typeface="华文新魏" panose="02010800040101010101" pitchFamily="2" charset="-122"/>
                <a:ea typeface="华文新魏" panose="02010800040101010101" pitchFamily="2" charset="-122"/>
                <a:sym typeface="+mn-ea"/>
              </a:rPr>
              <a:t>习近平</a:t>
            </a:r>
            <a:r>
              <a:rPr lang="zh-CN" altLang="en-US" sz="2800" b="1" u="sng" dirty="0">
                <a:solidFill>
                  <a:schemeClr val="tx1"/>
                </a:solidFill>
                <a:latin typeface="华文新魏" panose="02010800040101010101" pitchFamily="2" charset="-122"/>
                <a:ea typeface="华文新魏" panose="02010800040101010101" pitchFamily="2" charset="-122"/>
                <a:sym typeface="+mn-ea"/>
              </a:rPr>
              <a:t>生态文明</a:t>
            </a:r>
            <a:r>
              <a:rPr lang="zh-CN" altLang="en-US" sz="2800" b="1" dirty="0">
                <a:solidFill>
                  <a:schemeClr val="tx1"/>
                </a:solidFill>
                <a:latin typeface="华文新魏" panose="02010800040101010101" pitchFamily="2" charset="-122"/>
                <a:ea typeface="华文新魏" panose="02010800040101010101" pitchFamily="2" charset="-122"/>
                <a:sym typeface="+mn-ea"/>
              </a:rPr>
              <a:t>思想的理论逻辑与实践逻辑：“两山论”</a:t>
            </a:r>
            <a:endParaRPr lang="zh-CN" altLang="en-US" sz="2800" b="1" dirty="0">
              <a:solidFill>
                <a:schemeClr val="tx1"/>
              </a:solidFill>
              <a:latin typeface="华文新魏" panose="02010800040101010101" pitchFamily="2" charset="-122"/>
              <a:ea typeface="华文新魏" panose="02010800040101010101" pitchFamily="2" charset="-122"/>
            </a:endParaRPr>
          </a:p>
          <a:p>
            <a:pPr marL="571500" indent="-571500" fontAlgn="auto">
              <a:lnSpc>
                <a:spcPct val="150000"/>
              </a:lnSpc>
              <a:buFont typeface="+mj-ea"/>
              <a:buAutoNum type="ea1JpnChsDbPeriod"/>
            </a:pPr>
            <a:r>
              <a:rPr lang="zh-CN" altLang="en-US" sz="2800" b="1" dirty="0">
                <a:solidFill>
                  <a:schemeClr val="tx1"/>
                </a:solidFill>
                <a:latin typeface="华文新魏" panose="02010800040101010101" pitchFamily="2" charset="-122"/>
                <a:ea typeface="华文新魏" panose="02010800040101010101" pitchFamily="2" charset="-122"/>
                <a:sym typeface="+mn-ea"/>
              </a:rPr>
              <a:t>习近平法治思想理论逻辑与实践逻辑：全面依法治国</a:t>
            </a:r>
            <a:endParaRPr lang="zh-CN" altLang="en-US" sz="2800" b="1" dirty="0">
              <a:solidFill>
                <a:schemeClr val="tx1"/>
              </a:solidFill>
              <a:latin typeface="华文新魏" panose="02010800040101010101" pitchFamily="2" charset="-122"/>
              <a:ea typeface="华文新魏" panose="02010800040101010101" pitchFamily="2" charset="-122"/>
            </a:endParaRPr>
          </a:p>
          <a:p>
            <a:pPr marL="571500" indent="-571500" fontAlgn="auto">
              <a:lnSpc>
                <a:spcPct val="150000"/>
              </a:lnSpc>
              <a:buFont typeface="+mj-ea"/>
              <a:buAutoNum type="ea1JpnChsDbPeriod"/>
            </a:pPr>
            <a:r>
              <a:rPr lang="zh-CN" altLang="en-US" sz="2800" b="1" dirty="0">
                <a:solidFill>
                  <a:schemeClr val="tx1"/>
                </a:solidFill>
                <a:latin typeface="华文新魏" panose="02010800040101010101" pitchFamily="2" charset="-122"/>
                <a:ea typeface="华文新魏" panose="02010800040101010101" pitchFamily="2" charset="-122"/>
                <a:sym typeface="+mn-ea"/>
              </a:rPr>
              <a:t>习近平强军思想理论逻辑与实践逻辑：新时代强军目标</a:t>
            </a:r>
            <a:endParaRPr lang="zh-CN" altLang="en-US" sz="2800" b="1" dirty="0">
              <a:solidFill>
                <a:schemeClr val="tx1"/>
              </a:solidFill>
              <a:latin typeface="华文新魏" panose="02010800040101010101" pitchFamily="2" charset="-122"/>
              <a:ea typeface="华文新魏" panose="02010800040101010101" pitchFamily="2" charset="-122"/>
            </a:endParaRPr>
          </a:p>
          <a:p>
            <a:pPr marL="571500" indent="-571500" fontAlgn="auto">
              <a:lnSpc>
                <a:spcPct val="150000"/>
              </a:lnSpc>
              <a:buFont typeface="+mj-ea"/>
              <a:buAutoNum type="ea1JpnChsDbPeriod"/>
            </a:pPr>
            <a:r>
              <a:rPr lang="zh-CN" altLang="en-US" sz="2800" b="1" dirty="0">
                <a:solidFill>
                  <a:srgbClr val="FF0000"/>
                </a:solidFill>
                <a:latin typeface="华文新魏" panose="02010800040101010101" pitchFamily="2" charset="-122"/>
                <a:ea typeface="华文新魏" panose="02010800040101010101" pitchFamily="2" charset="-122"/>
                <a:sym typeface="+mn-ea"/>
              </a:rPr>
              <a:t>习近平</a:t>
            </a:r>
            <a:r>
              <a:rPr lang="zh-CN" altLang="en-US" sz="2800" b="1" u="sng" dirty="0">
                <a:solidFill>
                  <a:srgbClr val="FF0000"/>
                </a:solidFill>
                <a:latin typeface="华文新魏" panose="02010800040101010101" pitchFamily="2" charset="-122"/>
                <a:ea typeface="华文新魏" panose="02010800040101010101" pitchFamily="2" charset="-122"/>
                <a:sym typeface="+mn-ea"/>
              </a:rPr>
              <a:t>外交思想</a:t>
            </a:r>
            <a:r>
              <a:rPr lang="zh-CN" altLang="en-US" sz="2800" b="1" dirty="0">
                <a:solidFill>
                  <a:srgbClr val="FF0000"/>
                </a:solidFill>
                <a:latin typeface="华文新魏" panose="02010800040101010101" pitchFamily="2" charset="-122"/>
                <a:ea typeface="华文新魏" panose="02010800040101010101" pitchFamily="2" charset="-122"/>
                <a:sym typeface="+mn-ea"/>
              </a:rPr>
              <a:t>的理论逻辑与实践逻辑：人类命运共同体</a:t>
            </a:r>
            <a:endParaRPr lang="en-US" altLang="zh-CN" sz="2800" b="1" dirty="0">
              <a:solidFill>
                <a:srgbClr val="FF0000"/>
              </a:solidFill>
              <a:latin typeface="华文新魏" panose="02010800040101010101" pitchFamily="2" charset="-122"/>
              <a:ea typeface="华文新魏" panose="02010800040101010101" pitchFamily="2" charset="-122"/>
              <a:sym typeface="+mn-ea"/>
            </a:endParaRPr>
          </a:p>
          <a:p>
            <a:pPr indent="0" fontAlgn="auto">
              <a:lnSpc>
                <a:spcPct val="150000"/>
              </a:lnSpc>
            </a:pPr>
            <a:r>
              <a:rPr lang="en-US" altLang="zh-CN" sz="2800" b="1" dirty="0">
                <a:solidFill>
                  <a:srgbClr val="FF0000"/>
                </a:solidFill>
                <a:latin typeface="华文新魏" panose="02010800040101010101" pitchFamily="2" charset="-122"/>
                <a:ea typeface="华文新魏" panose="02010800040101010101" pitchFamily="2" charset="-122"/>
                <a:sym typeface="+mn-ea"/>
              </a:rPr>
              <a:t>——</a:t>
            </a:r>
            <a:r>
              <a:rPr lang="zh-CN" altLang="en-US" sz="2800" b="1" dirty="0">
                <a:solidFill>
                  <a:srgbClr val="FF0000"/>
                </a:solidFill>
                <a:latin typeface="华文新魏" panose="02010800040101010101" pitchFamily="2" charset="-122"/>
                <a:ea typeface="华文新魏" panose="02010800040101010101" pitchFamily="2" charset="-122"/>
                <a:sym typeface="+mn-ea"/>
              </a:rPr>
              <a:t>共性</a:t>
            </a:r>
            <a:r>
              <a:rPr lang="en-US" altLang="zh-CN" sz="2800" b="1" dirty="0">
                <a:solidFill>
                  <a:srgbClr val="FF0000"/>
                </a:solidFill>
                <a:latin typeface="华文新魏" panose="02010800040101010101" pitchFamily="2" charset="-122"/>
                <a:ea typeface="华文新魏" panose="02010800040101010101" pitchFamily="2" charset="-122"/>
                <a:sym typeface="+mn-ea"/>
              </a:rPr>
              <a:t>/</a:t>
            </a:r>
            <a:r>
              <a:rPr lang="zh-CN" altLang="en-US" sz="2800" b="1" dirty="0">
                <a:solidFill>
                  <a:srgbClr val="FF0000"/>
                </a:solidFill>
                <a:latin typeface="华文新魏" panose="02010800040101010101" pitchFamily="2" charset="-122"/>
                <a:ea typeface="华文新魏" panose="02010800040101010101" pitchFamily="2" charset="-122"/>
                <a:sym typeface="+mn-ea"/>
              </a:rPr>
              <a:t>原则：</a:t>
            </a:r>
            <a:r>
              <a:rPr lang="zh-CN" altLang="en-US" sz="2800" b="1" dirty="0">
                <a:latin typeface="华文新魏" panose="02010800040101010101" pitchFamily="2" charset="-122"/>
                <a:ea typeface="华文新魏" panose="02010800040101010101" pitchFamily="2" charset="-122"/>
                <a:sym typeface="+mn-ea"/>
              </a:rPr>
              <a:t>习近平</a:t>
            </a:r>
            <a:r>
              <a:rPr lang="zh-CN" altLang="en-US" sz="2800" b="1" u="sng" dirty="0">
                <a:latin typeface="华文新魏" panose="02010800040101010101" pitchFamily="2" charset="-122"/>
                <a:ea typeface="华文新魏" panose="02010800040101010101" pitchFamily="2" charset="-122"/>
                <a:sym typeface="+mn-ea"/>
              </a:rPr>
              <a:t>党建</a:t>
            </a:r>
            <a:r>
              <a:rPr lang="zh-CN" altLang="en-US" sz="2800" b="1" dirty="0">
                <a:latin typeface="华文新魏" panose="02010800040101010101" pitchFamily="2" charset="-122"/>
                <a:ea typeface="华文新魏" panose="02010800040101010101" pitchFamily="2" charset="-122"/>
                <a:sym typeface="+mn-ea"/>
              </a:rPr>
              <a:t>思想（党性）、以人民为中心（人民性）、</a:t>
            </a:r>
            <a:r>
              <a:rPr lang="zh-CN" altLang="en-US" sz="2800" b="1" dirty="0">
                <a:highlight>
                  <a:srgbClr val="FFFF00"/>
                </a:highlight>
                <a:latin typeface="华文新魏" panose="02010800040101010101" pitchFamily="2" charset="-122"/>
                <a:ea typeface="华文新魏" panose="02010800040101010101" pitchFamily="2" charset="-122"/>
                <a:sym typeface="+mn-ea"/>
              </a:rPr>
              <a:t>实践性</a:t>
            </a:r>
            <a:endParaRPr lang="en-US" altLang="zh-CN" sz="2800" b="1" dirty="0">
              <a:highlight>
                <a:srgbClr val="FFFF00"/>
              </a:highlight>
              <a:latin typeface="华文新魏" panose="02010800040101010101" pitchFamily="2" charset="-122"/>
              <a:ea typeface="华文新魏" panose="02010800040101010101" pitchFamily="2" charset="-122"/>
              <a:sym typeface="+mn-ea"/>
            </a:endParaRPr>
          </a:p>
          <a:p>
            <a:pPr indent="0" fontAlgn="auto">
              <a:lnSpc>
                <a:spcPct val="150000"/>
              </a:lnSpc>
            </a:pPr>
            <a:r>
              <a:rPr lang="en-US" altLang="zh-CN" sz="2800" b="1" dirty="0">
                <a:latin typeface="华文新魏" panose="02010800040101010101" pitchFamily="2" charset="-122"/>
                <a:ea typeface="华文新魏" panose="02010800040101010101" pitchFamily="2" charset="-122"/>
                <a:sym typeface="+mn-ea"/>
              </a:rPr>
              <a:t>——</a:t>
            </a:r>
            <a:r>
              <a:rPr lang="zh-CN" altLang="en-US" sz="2800" b="1" dirty="0">
                <a:latin typeface="华文新魏" panose="02010800040101010101" pitchFamily="2" charset="-122"/>
                <a:ea typeface="华文新魏" panose="02010800040101010101" pitchFamily="2" charset="-122"/>
                <a:sym typeface="+mn-ea"/>
              </a:rPr>
              <a:t>主题：</a:t>
            </a:r>
            <a:r>
              <a:rPr lang="zh-CN" altLang="en-US" sz="2800" b="1" dirty="0">
                <a:solidFill>
                  <a:srgbClr val="FF0000"/>
                </a:solidFill>
                <a:latin typeface="华文新魏" panose="02010800040101010101" pitchFamily="2" charset="-122"/>
                <a:ea typeface="华文新魏" panose="02010800040101010101" pitchFamily="2" charset="-122"/>
                <a:sym typeface="+mn-ea"/>
              </a:rPr>
              <a:t>新</a:t>
            </a:r>
            <a:r>
              <a:rPr lang="zh-CN" altLang="en-US" sz="2800" b="1" dirty="0">
                <a:latin typeface="华文新魏" panose="02010800040101010101" pitchFamily="2" charset="-122"/>
                <a:ea typeface="华文新魏" panose="02010800040101010101" pitchFamily="2" charset="-122"/>
                <a:sym typeface="+mn-ea"/>
              </a:rPr>
              <a:t>时代</a:t>
            </a:r>
            <a:r>
              <a:rPr lang="en-US" altLang="zh-CN" sz="2800" b="1" dirty="0">
                <a:latin typeface="华文新魏" panose="02010800040101010101" pitchFamily="2" charset="-122"/>
                <a:ea typeface="华文新魏" panose="02010800040101010101" pitchFamily="2" charset="-122"/>
                <a:sym typeface="+mn-ea"/>
              </a:rPr>
              <a:t>+</a:t>
            </a:r>
            <a:r>
              <a:rPr lang="zh-CN" altLang="en-US" sz="2800" b="1" dirty="0">
                <a:latin typeface="华文新魏" panose="02010800040101010101" pitchFamily="2" charset="-122"/>
                <a:ea typeface="华文新魏" panose="02010800040101010101" pitchFamily="2" charset="-122"/>
                <a:sym typeface="+mn-ea"/>
              </a:rPr>
              <a:t>（</a:t>
            </a:r>
            <a:r>
              <a:rPr lang="zh-CN" altLang="en-US" sz="2800" b="1" u="sng" dirty="0">
                <a:highlight>
                  <a:srgbClr val="FFFF00"/>
                </a:highlight>
                <a:latin typeface="华文新魏" panose="02010800040101010101" pitchFamily="2" charset="-122"/>
                <a:ea typeface="华文新魏" panose="02010800040101010101" pitchFamily="2" charset="-122"/>
                <a:sym typeface="+mn-ea"/>
              </a:rPr>
              <a:t>中国特色</a:t>
            </a:r>
            <a:r>
              <a:rPr lang="en-US" altLang="zh-CN" sz="2800" b="1" u="sng" dirty="0">
                <a:highlight>
                  <a:srgbClr val="FFFF00"/>
                </a:highlight>
                <a:latin typeface="华文新魏" panose="02010800040101010101" pitchFamily="2" charset="-122"/>
                <a:ea typeface="华文新魏" panose="02010800040101010101" pitchFamily="2" charset="-122"/>
                <a:sym typeface="+mn-ea"/>
              </a:rPr>
              <a:t>)</a:t>
            </a:r>
            <a:r>
              <a:rPr lang="zh-CN" altLang="en-US" sz="2800" b="1" u="sng" dirty="0">
                <a:highlight>
                  <a:srgbClr val="FFFF00"/>
                </a:highlight>
                <a:latin typeface="华文新魏" panose="02010800040101010101" pitchFamily="2" charset="-122"/>
                <a:ea typeface="华文新魏" panose="02010800040101010101" pitchFamily="2" charset="-122"/>
                <a:sym typeface="+mn-ea"/>
              </a:rPr>
              <a:t>社会主义</a:t>
            </a:r>
            <a:r>
              <a:rPr lang="zh-CN" altLang="en-US" sz="2800" b="1" dirty="0">
                <a:latin typeface="华文新魏" panose="02010800040101010101" pitchFamily="2" charset="-122"/>
                <a:ea typeface="华文新魏" panose="02010800040101010101" pitchFamily="2" charset="-122"/>
                <a:sym typeface="+mn-ea"/>
              </a:rPr>
              <a:t>、（中国式）现代化</a:t>
            </a:r>
            <a:r>
              <a:rPr lang="en-US" altLang="zh-CN" sz="2800" b="1" dirty="0">
                <a:latin typeface="华文新魏" panose="02010800040101010101" pitchFamily="2" charset="-122"/>
                <a:ea typeface="华文新魏" panose="02010800040101010101" pitchFamily="2" charset="-122"/>
                <a:sym typeface="+mn-ea"/>
              </a:rPr>
              <a:t>-</a:t>
            </a:r>
            <a:r>
              <a:rPr lang="zh-CN" altLang="en-US" sz="2800" b="1" i="1" dirty="0">
                <a:latin typeface="华文新魏" panose="02010800040101010101" pitchFamily="2" charset="-122"/>
                <a:ea typeface="华文新魏" panose="02010800040101010101" pitchFamily="2" charset="-122"/>
                <a:sym typeface="+mn-ea"/>
              </a:rPr>
              <a:t>国家治理体系和治理能力现代化</a:t>
            </a:r>
            <a:r>
              <a:rPr lang="en-US" altLang="zh-CN" sz="2800" b="1" i="1" dirty="0">
                <a:latin typeface="华文新魏" panose="02010800040101010101" pitchFamily="2" charset="-122"/>
                <a:ea typeface="华文新魏" panose="02010800040101010101" pitchFamily="2" charset="-122"/>
                <a:sym typeface="+mn-ea"/>
              </a:rPr>
              <a:t>(</a:t>
            </a:r>
            <a:r>
              <a:rPr lang="zh-CN" altLang="en-US" sz="2800" b="1" i="1" dirty="0">
                <a:latin typeface="华文新魏" panose="02010800040101010101" pitchFamily="2" charset="-122"/>
                <a:ea typeface="华文新魏" panose="02010800040101010101" pitchFamily="2" charset="-122"/>
                <a:sym typeface="+mn-ea"/>
              </a:rPr>
              <a:t>十九届四中全会公报</a:t>
            </a:r>
            <a:r>
              <a:rPr lang="en-US" altLang="zh-CN" sz="2800" b="1" i="1" dirty="0">
                <a:latin typeface="华文新魏" panose="02010800040101010101" pitchFamily="2" charset="-122"/>
                <a:ea typeface="华文新魏" panose="02010800040101010101" pitchFamily="2" charset="-122"/>
                <a:sym typeface="+mn-ea"/>
              </a:rPr>
              <a:t>)</a:t>
            </a:r>
            <a:endParaRPr lang="zh-CN" altLang="en-US" sz="2800" b="1" i="1" dirty="0">
              <a:solidFill>
                <a:schemeClr val="tx1"/>
              </a:solidFill>
              <a:latin typeface="华文新魏" panose="02010800040101010101" pitchFamily="2" charset="-122"/>
              <a:ea typeface="华文新魏" panose="02010800040101010101" pitchFamily="2" charset="-122"/>
              <a:sym typeface="+mn-ea"/>
            </a:endParaRPr>
          </a:p>
          <a:p>
            <a:pPr indent="0" fontAlgn="auto">
              <a:lnSpc>
                <a:spcPct val="150000"/>
              </a:lnSpc>
            </a:pPr>
            <a:endParaRPr lang="zh-CN" altLang="en-US" sz="2800" b="1" dirty="0">
              <a:solidFill>
                <a:srgbClr val="FF0000"/>
              </a:solidFill>
              <a:latin typeface="华文新魏" panose="02010800040101010101" pitchFamily="2" charset="-122"/>
              <a:ea typeface="华文新魏" panose="02010800040101010101" pitchFamily="2" charset="-122"/>
            </a:endParaRPr>
          </a:p>
          <a:p>
            <a:pPr>
              <a:lnSpc>
                <a:spcPts val="2280"/>
              </a:lnSpc>
            </a:pPr>
            <a:endParaRPr lang="en-US" altLang="zh-CN" sz="2400" b="1" dirty="0">
              <a:solidFill>
                <a:srgbClr val="FF0000"/>
              </a:solidFill>
              <a:latin typeface="华文新魏" panose="02010800040101010101" pitchFamily="2" charset="-122"/>
              <a:ea typeface="华文新魏" panose="02010800040101010101" pitchFamily="2" charset="-122"/>
            </a:endParaRPr>
          </a:p>
          <a:p>
            <a:pPr algn="ctr">
              <a:lnSpc>
                <a:spcPts val="2280"/>
              </a:lnSpc>
            </a:pPr>
            <a:endParaRPr lang="en-US" altLang="zh-CN" sz="2400" b="1" dirty="0">
              <a:solidFill>
                <a:srgbClr val="FF0000"/>
              </a:solidFill>
              <a:latin typeface="华文新魏" panose="02010800040101010101" pitchFamily="2" charset="-122"/>
              <a:ea typeface="华文新魏" panose="02010800040101010101" pitchFamily="2" charset="-122"/>
            </a:endParaRPr>
          </a:p>
          <a:p>
            <a:pPr>
              <a:lnSpc>
                <a:spcPts val="2280"/>
              </a:lnSpc>
            </a:pPr>
            <a:r>
              <a:rPr lang="zh-CN" altLang="en-US" sz="2400" b="1" dirty="0">
                <a:solidFill>
                  <a:srgbClr val="FF0000"/>
                </a:solidFill>
                <a:latin typeface="华文新魏" panose="02010800040101010101" pitchFamily="2" charset="-122"/>
                <a:ea typeface="华文新魏" panose="02010800040101010101" pitchFamily="2" charset="-122"/>
              </a:rPr>
              <a:t>          </a:t>
            </a:r>
            <a:endParaRPr lang="en-US" altLang="zh-CN" sz="2400" b="1" dirty="0">
              <a:solidFill>
                <a:srgbClr val="FF0000"/>
              </a:solidFill>
              <a:latin typeface="华文新魏" panose="02010800040101010101" pitchFamily="2" charset="-122"/>
              <a:ea typeface="华文新魏" panose="02010800040101010101" pitchFamily="2" charset="-122"/>
            </a:endParaRPr>
          </a:p>
          <a:p>
            <a:pPr>
              <a:lnSpc>
                <a:spcPts val="2280"/>
              </a:lnSpc>
            </a:pPr>
            <a:r>
              <a:rPr lang="en-US" altLang="zh-CN" sz="2400" b="1" dirty="0">
                <a:solidFill>
                  <a:srgbClr val="FF0000"/>
                </a:solidFill>
                <a:latin typeface="华文新魏" panose="02010800040101010101" pitchFamily="2" charset="-122"/>
                <a:ea typeface="华文新魏" panose="02010800040101010101" pitchFamily="2" charset="-122"/>
              </a:rPr>
              <a:t>           </a:t>
            </a:r>
            <a:r>
              <a:rPr lang="zh-CN" altLang="en-US" sz="2400" b="1" dirty="0">
                <a:latin typeface="+mn-ea"/>
              </a:rPr>
              <a:t>         </a:t>
            </a:r>
            <a:endParaRPr lang="en-US" altLang="zh-CN" sz="2400" b="1" dirty="0">
              <a:latin typeface="+mn-ea"/>
            </a:endParaRPr>
          </a:p>
          <a:p>
            <a:pPr>
              <a:lnSpc>
                <a:spcPts val="2280"/>
              </a:lnSpc>
            </a:pPr>
            <a:r>
              <a:rPr lang="en-US" altLang="zh-CN" sz="2400" b="1" dirty="0">
                <a:latin typeface="+mn-ea"/>
              </a:rPr>
              <a:t>           </a:t>
            </a:r>
          </a:p>
          <a:p>
            <a:pPr>
              <a:lnSpc>
                <a:spcPts val="2280"/>
              </a:lnSpc>
            </a:pPr>
            <a:r>
              <a:rPr lang="zh-CN" altLang="en-US" sz="2400" b="1" dirty="0">
                <a:latin typeface="+mn-ea"/>
              </a:rPr>
              <a:t>          </a:t>
            </a:r>
          </a:p>
          <a:p>
            <a:pPr algn="ctr">
              <a:lnSpc>
                <a:spcPts val="2080"/>
              </a:lnSpc>
            </a:pPr>
            <a:endParaRPr lang="zh-CN" altLang="en-US" sz="2400" b="1" dirty="0">
              <a:latin typeface="微软雅黑" panose="020B0503020204020204" charset="-122"/>
              <a:ea typeface="微软雅黑" panose="020B0503020204020204" charset="-122"/>
            </a:endParaRPr>
          </a:p>
          <a:p>
            <a:pPr algn="ctr">
              <a:lnSpc>
                <a:spcPts val="2080"/>
              </a:lnSpc>
            </a:pPr>
            <a:endParaRPr lang="zh-CN" altLang="en-US" sz="2400" dirty="0"/>
          </a:p>
          <a:p>
            <a:pPr>
              <a:lnSpc>
                <a:spcPts val="2080"/>
              </a:lnSpc>
            </a:pPr>
            <a:r>
              <a:rPr kumimoji="1" lang="zh-CN" altLang="en-US"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1000" fill="hold"/>
                                        <p:tgtEl>
                                          <p:spTgt spid="85"/>
                                        </p:tgtEl>
                                        <p:attrNameLst>
                                          <p:attrName>ppt_x</p:attrName>
                                        </p:attrNameLst>
                                      </p:cBhvr>
                                      <p:tavLst>
                                        <p:tav tm="0">
                                          <p:val>
                                            <p:strVal val="#ppt_x"/>
                                          </p:val>
                                        </p:tav>
                                        <p:tav tm="100000">
                                          <p:val>
                                            <p:strVal val="#ppt_x"/>
                                          </p:val>
                                        </p:tav>
                                      </p:tavLst>
                                    </p:anim>
                                    <p:anim calcmode="lin" valueType="num">
                                      <p:cBhvr additive="base">
                                        <p:cTn id="8" dur="1000" fill="hold"/>
                                        <p:tgtEl>
                                          <p:spTgt spid="8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400"/>
                                  </p:stCondLst>
                                  <p:childTnLst>
                                    <p:set>
                                      <p:cBhvr>
                                        <p:cTn id="10" dur="1" fill="hold">
                                          <p:stCondLst>
                                            <p:cond delay="0"/>
                                          </p:stCondLst>
                                        </p:cTn>
                                        <p:tgtEl>
                                          <p:spTgt spid="107"/>
                                        </p:tgtEl>
                                        <p:attrNameLst>
                                          <p:attrName>style.visibility</p:attrName>
                                        </p:attrNameLst>
                                      </p:cBhvr>
                                      <p:to>
                                        <p:strVal val="visible"/>
                                      </p:to>
                                    </p:set>
                                    <p:anim calcmode="lin" valueType="num">
                                      <p:cBhvr additive="base">
                                        <p:cTn id="11" dur="1000" fill="hold"/>
                                        <p:tgtEl>
                                          <p:spTgt spid="107"/>
                                        </p:tgtEl>
                                        <p:attrNameLst>
                                          <p:attrName>ppt_x</p:attrName>
                                        </p:attrNameLst>
                                      </p:cBhvr>
                                      <p:tavLst>
                                        <p:tav tm="0">
                                          <p:val>
                                            <p:strVal val="#ppt_x"/>
                                          </p:val>
                                        </p:tav>
                                        <p:tav tm="100000">
                                          <p:val>
                                            <p:strVal val="#ppt_x"/>
                                          </p:val>
                                        </p:tav>
                                      </p:tavLst>
                                    </p:anim>
                                    <p:anim calcmode="lin" valueType="num">
                                      <p:cBhvr additive="base">
                                        <p:cTn id="12" dur="1000" fill="hold"/>
                                        <p:tgtEl>
                                          <p:spTgt spid="107"/>
                                        </p:tgtEl>
                                        <p:attrNameLst>
                                          <p:attrName>ppt_y</p:attrName>
                                        </p:attrNameLst>
                                      </p:cBhvr>
                                      <p:tavLst>
                                        <p:tav tm="0">
                                          <p:val>
                                            <p:strVal val="0-#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86"/>
                                        </p:tgtEl>
                                        <p:attrNameLst>
                                          <p:attrName>style.visibility</p:attrName>
                                        </p:attrNameLst>
                                      </p:cBhvr>
                                      <p:to>
                                        <p:strVal val="visible"/>
                                      </p:to>
                                    </p:set>
                                    <p:animEffect transition="in" filter="fade">
                                      <p:cBhvr>
                                        <p:cTn id="15" dur="500"/>
                                        <p:tgtEl>
                                          <p:spTgt spid="86"/>
                                        </p:tgtEl>
                                      </p:cBhvr>
                                    </p:animEffect>
                                  </p:childTnLst>
                                </p:cTn>
                              </p:par>
                            </p:childTnLst>
                          </p:cTn>
                        </p:par>
                        <p:par>
                          <p:cTn id="16" fill="hold">
                            <p:stCondLst>
                              <p:cond delay="1000"/>
                            </p:stCondLst>
                            <p:childTnLst>
                              <p:par>
                                <p:cTn id="17" presetID="16" presetClass="entr" presetSubtype="37"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bldLvl="0" animBg="1"/>
      <p:bldP spid="85" grpId="0" bldLvl="0" animBg="1"/>
      <p:bldP spid="86"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Freeform: Shape 9"/>
          <p:cNvSpPr/>
          <p:nvPr/>
        </p:nvSpPr>
        <p:spPr>
          <a:xfrm rot="16200000" flipH="1">
            <a:off x="-269365" y="-1122430"/>
            <a:ext cx="1119032" cy="3112840"/>
          </a:xfrm>
          <a:custGeom>
            <a:avLst/>
            <a:gdLst>
              <a:gd name="connsiteX0" fmla="*/ 0 w 1189942"/>
              <a:gd name="connsiteY0" fmla="*/ 0 h 2524513"/>
              <a:gd name="connsiteX1" fmla="*/ 175601 w 1189942"/>
              <a:gd name="connsiteY1" fmla="*/ 17702 h 2524513"/>
              <a:gd name="connsiteX2" fmla="*/ 1189942 w 1189942"/>
              <a:gd name="connsiteY2" fmla="*/ 1262256 h 2524513"/>
              <a:gd name="connsiteX3" fmla="*/ 175601 w 1189942"/>
              <a:gd name="connsiteY3" fmla="*/ 2506811 h 2524513"/>
              <a:gd name="connsiteX4" fmla="*/ 0 w 1189942"/>
              <a:gd name="connsiteY4" fmla="*/ 2524513 h 25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942" h="2524513">
                <a:moveTo>
                  <a:pt x="0" y="0"/>
                </a:moveTo>
                <a:lnTo>
                  <a:pt x="175601" y="17702"/>
                </a:lnTo>
                <a:cubicBezTo>
                  <a:pt x="754484" y="136158"/>
                  <a:pt x="1189942" y="648354"/>
                  <a:pt x="1189942" y="1262256"/>
                </a:cubicBezTo>
                <a:cubicBezTo>
                  <a:pt x="1189942" y="1876159"/>
                  <a:pt x="754484" y="2388354"/>
                  <a:pt x="175601" y="2506811"/>
                </a:cubicBezTo>
                <a:lnTo>
                  <a:pt x="0" y="2524513"/>
                </a:lnTo>
                <a:close/>
              </a:path>
            </a:pathLst>
          </a:custGeom>
          <a:gradFill>
            <a:gsLst>
              <a:gs pos="44000">
                <a:srgbClr val="ED9184">
                  <a:alpha val="0"/>
                </a:srgbClr>
              </a:gs>
              <a:gs pos="100000">
                <a:srgbClr val="D07C98">
                  <a:alpha val="50000"/>
                </a:srgbClr>
              </a:gs>
            </a:gsLst>
            <a:path path="circle">
              <a:fillToRect l="50000" t="-80000" r="50000" b="180000"/>
            </a:path>
          </a:gradFill>
          <a:ln>
            <a:noFill/>
          </a:ln>
          <a:effectLst>
            <a:outerShdw blurRad="1270000" dist="6223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85" name="Freeform: Shape 9"/>
          <p:cNvSpPr/>
          <p:nvPr/>
        </p:nvSpPr>
        <p:spPr>
          <a:xfrm rot="16200000" flipH="1">
            <a:off x="375378" y="-814926"/>
            <a:ext cx="629091" cy="2064399"/>
          </a:xfrm>
          <a:custGeom>
            <a:avLst/>
            <a:gdLst>
              <a:gd name="connsiteX0" fmla="*/ 0 w 1189942"/>
              <a:gd name="connsiteY0" fmla="*/ 0 h 2524513"/>
              <a:gd name="connsiteX1" fmla="*/ 175601 w 1189942"/>
              <a:gd name="connsiteY1" fmla="*/ 17702 h 2524513"/>
              <a:gd name="connsiteX2" fmla="*/ 1189942 w 1189942"/>
              <a:gd name="connsiteY2" fmla="*/ 1262256 h 2524513"/>
              <a:gd name="connsiteX3" fmla="*/ 175601 w 1189942"/>
              <a:gd name="connsiteY3" fmla="*/ 2506811 h 2524513"/>
              <a:gd name="connsiteX4" fmla="*/ 0 w 1189942"/>
              <a:gd name="connsiteY4" fmla="*/ 2524513 h 25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942" h="2524513">
                <a:moveTo>
                  <a:pt x="0" y="0"/>
                </a:moveTo>
                <a:lnTo>
                  <a:pt x="175601" y="17702"/>
                </a:lnTo>
                <a:cubicBezTo>
                  <a:pt x="754484" y="136158"/>
                  <a:pt x="1189942" y="648354"/>
                  <a:pt x="1189942" y="1262256"/>
                </a:cubicBezTo>
                <a:cubicBezTo>
                  <a:pt x="1189942" y="1876159"/>
                  <a:pt x="754484" y="2388354"/>
                  <a:pt x="175601" y="2506811"/>
                </a:cubicBezTo>
                <a:lnTo>
                  <a:pt x="0" y="2524513"/>
                </a:lnTo>
                <a:close/>
              </a:path>
            </a:pathLst>
          </a:custGeom>
          <a:gradFill>
            <a:gsLst>
              <a:gs pos="44000">
                <a:srgbClr val="ED9184">
                  <a:alpha val="0"/>
                </a:srgbClr>
              </a:gs>
              <a:gs pos="100000">
                <a:srgbClr val="D07C98">
                  <a:alpha val="50000"/>
                </a:srgbClr>
              </a:gs>
            </a:gsLst>
            <a:path path="circle">
              <a:fillToRect l="50000" t="-80000" r="50000" b="180000"/>
            </a:path>
          </a:gradFill>
          <a:ln>
            <a:noFill/>
          </a:ln>
          <a:effectLst>
            <a:outerShdw blurRad="1270000" dist="6223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86" name="PA-Freeform: Shape 8"/>
          <p:cNvSpPr/>
          <p:nvPr>
            <p:custDataLst>
              <p:tags r:id="rId1"/>
            </p:custDataLst>
          </p:nvPr>
        </p:nvSpPr>
        <p:spPr>
          <a:xfrm flipH="1">
            <a:off x="9193347" y="5116523"/>
            <a:ext cx="3238349" cy="2077637"/>
          </a:xfrm>
          <a:custGeom>
            <a:avLst/>
            <a:gdLst>
              <a:gd name="connsiteX0" fmla="*/ 0 w 3816138"/>
              <a:gd name="connsiteY0" fmla="*/ 0 h 3981450"/>
              <a:gd name="connsiteX1" fmla="*/ 3238500 w 3816138"/>
              <a:gd name="connsiteY1" fmla="*/ 1809750 h 3981450"/>
              <a:gd name="connsiteX2" fmla="*/ 3657600 w 3816138"/>
              <a:gd name="connsiteY2" fmla="*/ 3981450 h 3981450"/>
              <a:gd name="connsiteX3" fmla="*/ 38100 w 3816138"/>
              <a:gd name="connsiteY3" fmla="*/ 3962400 h 3981450"/>
              <a:gd name="connsiteX4" fmla="*/ 0 w 3816138"/>
              <a:gd name="connsiteY4" fmla="*/ 0 h 3981450"/>
              <a:gd name="connsiteX0-1" fmla="*/ 0 w 3816138"/>
              <a:gd name="connsiteY0-2" fmla="*/ 0 h 3981450"/>
              <a:gd name="connsiteX1-3" fmla="*/ 3238500 w 3816138"/>
              <a:gd name="connsiteY1-4" fmla="*/ 1809750 h 3981450"/>
              <a:gd name="connsiteX2-5" fmla="*/ 3657600 w 3816138"/>
              <a:gd name="connsiteY2-6" fmla="*/ 3981450 h 3981450"/>
              <a:gd name="connsiteX3-7" fmla="*/ 38100 w 3816138"/>
              <a:gd name="connsiteY3-8" fmla="*/ 3962400 h 3981450"/>
              <a:gd name="connsiteX4-9" fmla="*/ 0 w 3816138"/>
              <a:gd name="connsiteY4-10" fmla="*/ 0 h 3981450"/>
              <a:gd name="connsiteX0-11" fmla="*/ 0 w 3876554"/>
              <a:gd name="connsiteY0-12" fmla="*/ 0 h 3981450"/>
              <a:gd name="connsiteX1-13" fmla="*/ 3409950 w 3876554"/>
              <a:gd name="connsiteY1-14" fmla="*/ 2076450 h 3981450"/>
              <a:gd name="connsiteX2-15" fmla="*/ 3657600 w 3876554"/>
              <a:gd name="connsiteY2-16" fmla="*/ 3981450 h 3981450"/>
              <a:gd name="connsiteX3-17" fmla="*/ 38100 w 3876554"/>
              <a:gd name="connsiteY3-18" fmla="*/ 3962400 h 3981450"/>
              <a:gd name="connsiteX4-19" fmla="*/ 0 w 3876554"/>
              <a:gd name="connsiteY4-20" fmla="*/ 0 h 3981450"/>
              <a:gd name="connsiteX0-21" fmla="*/ 0 w 3916378"/>
              <a:gd name="connsiteY0-22" fmla="*/ 0 h 3981450"/>
              <a:gd name="connsiteX1-23" fmla="*/ 3409950 w 3916378"/>
              <a:gd name="connsiteY1-24" fmla="*/ 2076450 h 3981450"/>
              <a:gd name="connsiteX2-25" fmla="*/ 3657600 w 3916378"/>
              <a:gd name="connsiteY2-26" fmla="*/ 3981450 h 3981450"/>
              <a:gd name="connsiteX3-27" fmla="*/ 38100 w 3916378"/>
              <a:gd name="connsiteY3-28" fmla="*/ 3962400 h 3981450"/>
              <a:gd name="connsiteX4-29" fmla="*/ 0 w 3916378"/>
              <a:gd name="connsiteY4-30" fmla="*/ 0 h 3981450"/>
              <a:gd name="connsiteX0-31" fmla="*/ 0 w 3873335"/>
              <a:gd name="connsiteY0-32" fmla="*/ 0 h 3981450"/>
              <a:gd name="connsiteX1-33" fmla="*/ 3409950 w 3873335"/>
              <a:gd name="connsiteY1-34" fmla="*/ 2076450 h 3981450"/>
              <a:gd name="connsiteX2-35" fmla="*/ 3657600 w 3873335"/>
              <a:gd name="connsiteY2-36" fmla="*/ 3981450 h 3981450"/>
              <a:gd name="connsiteX3-37" fmla="*/ 38100 w 3873335"/>
              <a:gd name="connsiteY3-38" fmla="*/ 3962400 h 3981450"/>
              <a:gd name="connsiteX4-39" fmla="*/ 0 w 3873335"/>
              <a:gd name="connsiteY4-40" fmla="*/ 0 h 3981450"/>
              <a:gd name="connsiteX0-41" fmla="*/ 0 w 3786126"/>
              <a:gd name="connsiteY0-42" fmla="*/ 0 h 3981450"/>
              <a:gd name="connsiteX1-43" fmla="*/ 3409950 w 3786126"/>
              <a:gd name="connsiteY1-44" fmla="*/ 2076450 h 3981450"/>
              <a:gd name="connsiteX2-45" fmla="*/ 3657600 w 3786126"/>
              <a:gd name="connsiteY2-46" fmla="*/ 3981450 h 3981450"/>
              <a:gd name="connsiteX3-47" fmla="*/ 38100 w 3786126"/>
              <a:gd name="connsiteY3-48" fmla="*/ 3962400 h 3981450"/>
              <a:gd name="connsiteX4-49" fmla="*/ 0 w 3786126"/>
              <a:gd name="connsiteY4-50" fmla="*/ 0 h 3981450"/>
              <a:gd name="connsiteX0-51" fmla="*/ 0 w 3786126"/>
              <a:gd name="connsiteY0-52" fmla="*/ 0 h 3981450"/>
              <a:gd name="connsiteX1-53" fmla="*/ 3409950 w 3786126"/>
              <a:gd name="connsiteY1-54" fmla="*/ 2076450 h 3981450"/>
              <a:gd name="connsiteX2-55" fmla="*/ 3657600 w 3786126"/>
              <a:gd name="connsiteY2-56" fmla="*/ 3981450 h 3981450"/>
              <a:gd name="connsiteX3-57" fmla="*/ 0 w 3786126"/>
              <a:gd name="connsiteY3-58" fmla="*/ 3981450 h 3981450"/>
              <a:gd name="connsiteX4-59" fmla="*/ 0 w 3786126"/>
              <a:gd name="connsiteY4-60" fmla="*/ 0 h 3981450"/>
              <a:gd name="connsiteX0-61" fmla="*/ 0 w 3786126"/>
              <a:gd name="connsiteY0-62" fmla="*/ 0 h 3981450"/>
              <a:gd name="connsiteX1-63" fmla="*/ 3409950 w 3786126"/>
              <a:gd name="connsiteY1-64" fmla="*/ 2076450 h 3981450"/>
              <a:gd name="connsiteX2-65" fmla="*/ 3657600 w 3786126"/>
              <a:gd name="connsiteY2-66" fmla="*/ 3981450 h 3981450"/>
              <a:gd name="connsiteX3-67" fmla="*/ 0 w 3786126"/>
              <a:gd name="connsiteY3-68" fmla="*/ 3981450 h 3981450"/>
              <a:gd name="connsiteX4-69" fmla="*/ 0 w 3786126"/>
              <a:gd name="connsiteY4-70" fmla="*/ 0 h 3981450"/>
              <a:gd name="connsiteX0-71" fmla="*/ 0 w 3786126"/>
              <a:gd name="connsiteY0-72" fmla="*/ 0 h 3981450"/>
              <a:gd name="connsiteX1-73" fmla="*/ 3409950 w 3786126"/>
              <a:gd name="connsiteY1-74" fmla="*/ 2076450 h 3981450"/>
              <a:gd name="connsiteX2-75" fmla="*/ 3657600 w 3786126"/>
              <a:gd name="connsiteY2-76" fmla="*/ 3981450 h 3981450"/>
              <a:gd name="connsiteX3-77" fmla="*/ 0 w 3786126"/>
              <a:gd name="connsiteY3-78" fmla="*/ 3981450 h 3981450"/>
              <a:gd name="connsiteX4-79" fmla="*/ 0 w 3786126"/>
              <a:gd name="connsiteY4-80" fmla="*/ 0 h 3981450"/>
              <a:gd name="connsiteX0-81" fmla="*/ 0 w 4032226"/>
              <a:gd name="connsiteY0-82" fmla="*/ 0 h 4003693"/>
              <a:gd name="connsiteX1-83" fmla="*/ 3409950 w 4032226"/>
              <a:gd name="connsiteY1-84" fmla="*/ 2076450 h 4003693"/>
              <a:gd name="connsiteX2-85" fmla="*/ 3943350 w 4032226"/>
              <a:gd name="connsiteY2-86" fmla="*/ 4003693 h 4003693"/>
              <a:gd name="connsiteX3-87" fmla="*/ 0 w 4032226"/>
              <a:gd name="connsiteY3-88" fmla="*/ 3981450 h 4003693"/>
              <a:gd name="connsiteX4-89" fmla="*/ 0 w 4032226"/>
              <a:gd name="connsiteY4-90" fmla="*/ 0 h 4003693"/>
              <a:gd name="connsiteX0-91" fmla="*/ 0 w 3948509"/>
              <a:gd name="connsiteY0-92" fmla="*/ 0 h 4003693"/>
              <a:gd name="connsiteX1-93" fmla="*/ 3409950 w 3948509"/>
              <a:gd name="connsiteY1-94" fmla="*/ 2076450 h 4003693"/>
              <a:gd name="connsiteX2-95" fmla="*/ 3943350 w 3948509"/>
              <a:gd name="connsiteY2-96" fmla="*/ 4003693 h 4003693"/>
              <a:gd name="connsiteX3-97" fmla="*/ 0 w 3948509"/>
              <a:gd name="connsiteY3-98" fmla="*/ 3981450 h 4003693"/>
              <a:gd name="connsiteX4-99" fmla="*/ 0 w 3948509"/>
              <a:gd name="connsiteY4-100" fmla="*/ 0 h 4003693"/>
              <a:gd name="connsiteX0-101" fmla="*/ 0 w 3943350"/>
              <a:gd name="connsiteY0-102" fmla="*/ 0 h 4003693"/>
              <a:gd name="connsiteX1-103" fmla="*/ 3333750 w 3943350"/>
              <a:gd name="connsiteY1-104" fmla="*/ 1942994 h 4003693"/>
              <a:gd name="connsiteX2-105" fmla="*/ 3943350 w 3943350"/>
              <a:gd name="connsiteY2-106" fmla="*/ 4003693 h 4003693"/>
              <a:gd name="connsiteX3-107" fmla="*/ 0 w 3943350"/>
              <a:gd name="connsiteY3-108" fmla="*/ 3981450 h 4003693"/>
              <a:gd name="connsiteX4-109" fmla="*/ 0 w 3943350"/>
              <a:gd name="connsiteY4-110" fmla="*/ 0 h 4003693"/>
              <a:gd name="connsiteX0-111" fmla="*/ 0 w 4152900"/>
              <a:gd name="connsiteY0-112" fmla="*/ 0 h 3981450"/>
              <a:gd name="connsiteX1-113" fmla="*/ 3333750 w 4152900"/>
              <a:gd name="connsiteY1-114" fmla="*/ 1942994 h 3981450"/>
              <a:gd name="connsiteX2-115" fmla="*/ 4152900 w 4152900"/>
              <a:gd name="connsiteY2-116" fmla="*/ 3981450 h 3981450"/>
              <a:gd name="connsiteX3-117" fmla="*/ 0 w 4152900"/>
              <a:gd name="connsiteY3-118" fmla="*/ 3981450 h 3981450"/>
              <a:gd name="connsiteX4-119" fmla="*/ 0 w 4152900"/>
              <a:gd name="connsiteY4-120" fmla="*/ 0 h 3981450"/>
              <a:gd name="connsiteX0-121" fmla="*/ 0 w 4152900"/>
              <a:gd name="connsiteY0-122" fmla="*/ 0 h 3981450"/>
              <a:gd name="connsiteX1-123" fmla="*/ 3333750 w 4152900"/>
              <a:gd name="connsiteY1-124" fmla="*/ 1942994 h 3981450"/>
              <a:gd name="connsiteX2-125" fmla="*/ 4152900 w 4152900"/>
              <a:gd name="connsiteY2-126" fmla="*/ 3981450 h 3981450"/>
              <a:gd name="connsiteX3-127" fmla="*/ 0 w 4152900"/>
              <a:gd name="connsiteY3-128" fmla="*/ 3981450 h 3981450"/>
              <a:gd name="connsiteX4-129" fmla="*/ 0 w 4152900"/>
              <a:gd name="connsiteY4-130" fmla="*/ 0 h 3981450"/>
              <a:gd name="connsiteX0-131" fmla="*/ 0 w 4152900"/>
              <a:gd name="connsiteY0-132" fmla="*/ 0 h 3981450"/>
              <a:gd name="connsiteX1-133" fmla="*/ 3200400 w 4152900"/>
              <a:gd name="connsiteY1-134" fmla="*/ 1720566 h 3981450"/>
              <a:gd name="connsiteX2-135" fmla="*/ 4152900 w 4152900"/>
              <a:gd name="connsiteY2-136" fmla="*/ 3981450 h 3981450"/>
              <a:gd name="connsiteX3-137" fmla="*/ 0 w 4152900"/>
              <a:gd name="connsiteY3-138" fmla="*/ 3981450 h 3981450"/>
              <a:gd name="connsiteX4-139" fmla="*/ 0 w 4152900"/>
              <a:gd name="connsiteY4-140" fmla="*/ 0 h 3981450"/>
              <a:gd name="connsiteX0-141" fmla="*/ 0 w 4152900"/>
              <a:gd name="connsiteY0-142" fmla="*/ 0 h 3981450"/>
              <a:gd name="connsiteX1-143" fmla="*/ 3200400 w 4152900"/>
              <a:gd name="connsiteY1-144" fmla="*/ 1720566 h 3981450"/>
              <a:gd name="connsiteX2-145" fmla="*/ 4152900 w 4152900"/>
              <a:gd name="connsiteY2-146" fmla="*/ 3981450 h 3981450"/>
              <a:gd name="connsiteX3-147" fmla="*/ 0 w 4152900"/>
              <a:gd name="connsiteY3-148" fmla="*/ 3981450 h 3981450"/>
              <a:gd name="connsiteX4-149" fmla="*/ 0 w 4152900"/>
              <a:gd name="connsiteY4-150" fmla="*/ 0 h 39814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152900" h="3981450">
                <a:moveTo>
                  <a:pt x="0" y="0"/>
                </a:moveTo>
                <a:cubicBezTo>
                  <a:pt x="762000" y="1189072"/>
                  <a:pt x="2584450" y="1190447"/>
                  <a:pt x="3200400" y="1720566"/>
                </a:cubicBezTo>
                <a:cubicBezTo>
                  <a:pt x="3816350" y="2250685"/>
                  <a:pt x="3971925" y="2641175"/>
                  <a:pt x="4152900" y="3981450"/>
                </a:cubicBezTo>
                <a:lnTo>
                  <a:pt x="0" y="3981450"/>
                </a:lnTo>
                <a:lnTo>
                  <a:pt x="0" y="0"/>
                </a:lnTo>
                <a:close/>
              </a:path>
            </a:pathLst>
          </a:custGeom>
          <a:gradFill>
            <a:gsLst>
              <a:gs pos="0">
                <a:srgbClr val="EFC879">
                  <a:alpha val="0"/>
                </a:srgbClr>
              </a:gs>
              <a:gs pos="100000">
                <a:srgbClr val="AF1E22">
                  <a:alpha val="0"/>
                </a:srgbClr>
              </a:gs>
              <a:gs pos="60000">
                <a:srgbClr val="D07C98">
                  <a:alpha val="15000"/>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4" name="文本框 13"/>
          <p:cNvSpPr txBox="1"/>
          <p:nvPr/>
        </p:nvSpPr>
        <p:spPr>
          <a:xfrm>
            <a:off x="1722120" y="172720"/>
            <a:ext cx="8964295" cy="521970"/>
          </a:xfrm>
          <a:prstGeom prst="rect">
            <a:avLst/>
          </a:prstGeom>
          <a:noFill/>
        </p:spPr>
        <p:txBody>
          <a:bodyPr wrap="square" rtlCol="0">
            <a:spAutoFit/>
          </a:bodyPr>
          <a:lstStyle/>
          <a:p>
            <a:pPr algn="ctr"/>
            <a:r>
              <a:rPr lang="zh-CN" altLang="en-US" sz="2800" dirty="0">
                <a:solidFill>
                  <a:srgbClr val="C80F19"/>
                </a:solidFill>
                <a:latin typeface="华文新魏" panose="02010800040101010101" pitchFamily="2" charset="-122"/>
                <a:ea typeface="华文新魏" panose="02010800040101010101" pitchFamily="2" charset="-122"/>
              </a:rPr>
              <a:t>习近平新时代中国特色社会主义思想的主要组成部分</a:t>
            </a:r>
          </a:p>
        </p:txBody>
      </p:sp>
      <p:cxnSp>
        <p:nvCxnSpPr>
          <p:cNvPr id="16" name="直接连接符 91"/>
          <p:cNvCxnSpPr/>
          <p:nvPr/>
        </p:nvCxnSpPr>
        <p:spPr>
          <a:xfrm>
            <a:off x="2148522" y="774105"/>
            <a:ext cx="7894955"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852805" y="1072922"/>
            <a:ext cx="11784632" cy="7170420"/>
          </a:xfrm>
          <a:prstGeom prst="rect">
            <a:avLst/>
          </a:prstGeom>
          <a:noFill/>
        </p:spPr>
        <p:txBody>
          <a:bodyPr wrap="square" rtlCol="0">
            <a:spAutoFit/>
          </a:bodyPr>
          <a:lstStyle/>
          <a:p>
            <a:pPr indent="0" fontAlgn="auto">
              <a:lnSpc>
                <a:spcPct val="150000"/>
              </a:lnSpc>
            </a:pPr>
            <a:r>
              <a:rPr lang="zh-CN" altLang="en-US" sz="2800" b="1" dirty="0">
                <a:solidFill>
                  <a:schemeClr val="tx1"/>
                </a:solidFill>
                <a:latin typeface="华文新魏" panose="02010800040101010101" pitchFamily="2" charset="-122"/>
                <a:ea typeface="华文新魏" panose="02010800040101010101" pitchFamily="2" charset="-122"/>
              </a:rPr>
              <a:t>一、</a:t>
            </a:r>
            <a:r>
              <a:rPr lang="zh-CN" altLang="en-US" sz="2800" b="1" dirty="0">
                <a:solidFill>
                  <a:schemeClr val="tx1"/>
                </a:solidFill>
                <a:latin typeface="华文新魏" panose="02010800040101010101" pitchFamily="2" charset="-122"/>
                <a:ea typeface="华文新魏" panose="02010800040101010101" pitchFamily="2" charset="-122"/>
                <a:sym typeface="+mn-ea"/>
              </a:rPr>
              <a:t>习近平经济思想的理论内涵与现实意义（十三个方面）</a:t>
            </a:r>
            <a:endParaRPr lang="zh-CN" altLang="en-US" sz="2800" b="1" dirty="0">
              <a:solidFill>
                <a:schemeClr val="tx1"/>
              </a:solidFill>
              <a:latin typeface="华文新魏" panose="02010800040101010101" pitchFamily="2" charset="-122"/>
              <a:ea typeface="华文新魏" panose="02010800040101010101" pitchFamily="2" charset="-122"/>
            </a:endParaRPr>
          </a:p>
          <a:p>
            <a:pPr indent="0" fontAlgn="auto">
              <a:lnSpc>
                <a:spcPct val="150000"/>
              </a:lnSpc>
            </a:pPr>
            <a:r>
              <a:rPr lang="zh-CN" altLang="en-US" sz="2800" b="1" dirty="0">
                <a:solidFill>
                  <a:schemeClr val="tx1"/>
                </a:solidFill>
                <a:latin typeface="华文新魏" panose="02010800040101010101" pitchFamily="2" charset="-122"/>
                <a:ea typeface="华文新魏" panose="02010800040101010101" pitchFamily="2" charset="-122"/>
                <a:sym typeface="+mn-ea"/>
              </a:rPr>
              <a:t>二、</a:t>
            </a:r>
            <a:r>
              <a:rPr lang="zh-CN" altLang="en-US" sz="2800" b="1" dirty="0">
                <a:solidFill>
                  <a:schemeClr val="tx1"/>
                </a:solidFill>
                <a:highlight>
                  <a:srgbClr val="FFFF00"/>
                </a:highlight>
                <a:latin typeface="华文新魏" panose="02010800040101010101" pitchFamily="2" charset="-122"/>
                <a:ea typeface="华文新魏" panose="02010800040101010101" pitchFamily="2" charset="-122"/>
                <a:sym typeface="+mn-ea"/>
              </a:rPr>
              <a:t>习近平文化思想的主要内容与理论价值（十二个方面）</a:t>
            </a:r>
            <a:endParaRPr lang="zh-CN" altLang="en-US" sz="2800" b="1" dirty="0">
              <a:solidFill>
                <a:schemeClr val="tx1"/>
              </a:solidFill>
              <a:latin typeface="华文新魏" panose="02010800040101010101" pitchFamily="2" charset="-122"/>
              <a:ea typeface="华文新魏" panose="02010800040101010101" pitchFamily="2" charset="-122"/>
            </a:endParaRPr>
          </a:p>
          <a:p>
            <a:pPr indent="0" fontAlgn="auto">
              <a:lnSpc>
                <a:spcPct val="150000"/>
              </a:lnSpc>
            </a:pPr>
            <a:r>
              <a:rPr lang="zh-CN" altLang="en-US" sz="2800" b="1" dirty="0">
                <a:solidFill>
                  <a:schemeClr val="tx1"/>
                </a:solidFill>
                <a:latin typeface="华文新魏" panose="02010800040101010101" pitchFamily="2" charset="-122"/>
                <a:ea typeface="华文新魏" panose="02010800040101010101" pitchFamily="2" charset="-122"/>
                <a:sym typeface="+mn-ea"/>
              </a:rPr>
              <a:t>三、习近平生态文明思想的理论逻辑与实践逻辑（十个坚持课本</a:t>
            </a:r>
            <a:r>
              <a:rPr lang="en-US" altLang="zh-CN" sz="2800" b="1" dirty="0">
                <a:solidFill>
                  <a:schemeClr val="tx1"/>
                </a:solidFill>
                <a:latin typeface="华文新魏" panose="02010800040101010101" pitchFamily="2" charset="-122"/>
                <a:ea typeface="华文新魏" panose="02010800040101010101" pitchFamily="2" charset="-122"/>
                <a:sym typeface="+mn-ea"/>
              </a:rPr>
              <a:t>241</a:t>
            </a:r>
            <a:r>
              <a:rPr lang="zh-CN" altLang="en-US" sz="2800" b="1" dirty="0">
                <a:solidFill>
                  <a:schemeClr val="tx1"/>
                </a:solidFill>
                <a:latin typeface="华文新魏" panose="02010800040101010101" pitchFamily="2" charset="-122"/>
                <a:ea typeface="华文新魏" panose="02010800040101010101" pitchFamily="2" charset="-122"/>
                <a:sym typeface="+mn-ea"/>
              </a:rPr>
              <a:t>页）</a:t>
            </a:r>
            <a:endParaRPr lang="zh-CN" altLang="en-US" sz="2800" b="1" dirty="0">
              <a:solidFill>
                <a:schemeClr val="tx1"/>
              </a:solidFill>
              <a:latin typeface="华文新魏" panose="02010800040101010101" pitchFamily="2" charset="-122"/>
              <a:ea typeface="华文新魏" panose="02010800040101010101" pitchFamily="2" charset="-122"/>
            </a:endParaRPr>
          </a:p>
          <a:p>
            <a:pPr indent="0" fontAlgn="auto">
              <a:lnSpc>
                <a:spcPct val="150000"/>
              </a:lnSpc>
            </a:pPr>
            <a:r>
              <a:rPr lang="zh-CN" altLang="en-US" sz="2800" b="1" dirty="0">
                <a:solidFill>
                  <a:schemeClr val="tx1"/>
                </a:solidFill>
                <a:latin typeface="华文新魏" panose="02010800040101010101" pitchFamily="2" charset="-122"/>
                <a:ea typeface="华文新魏" panose="02010800040101010101" pitchFamily="2" charset="-122"/>
                <a:sym typeface="+mn-ea"/>
              </a:rPr>
              <a:t>四、习近平法治思想理论逻辑与实践逻辑（</a:t>
            </a:r>
            <a:r>
              <a:rPr lang="en-US" altLang="zh-CN" sz="2800" b="1" dirty="0">
                <a:solidFill>
                  <a:schemeClr val="tx1"/>
                </a:solidFill>
                <a:latin typeface="华文新魏" panose="02010800040101010101" pitchFamily="2" charset="-122"/>
                <a:ea typeface="华文新魏" panose="02010800040101010101" pitchFamily="2" charset="-122"/>
                <a:sym typeface="+mn-ea"/>
              </a:rPr>
              <a:t>11</a:t>
            </a:r>
            <a:r>
              <a:rPr lang="zh-CN" altLang="en-US" sz="2800" b="1" dirty="0">
                <a:solidFill>
                  <a:schemeClr val="tx1"/>
                </a:solidFill>
                <a:latin typeface="华文新魏" panose="02010800040101010101" pitchFamily="2" charset="-122"/>
                <a:ea typeface="华文新魏" panose="02010800040101010101" pitchFamily="2" charset="-122"/>
                <a:sym typeface="+mn-ea"/>
              </a:rPr>
              <a:t>个坚持课本</a:t>
            </a:r>
            <a:r>
              <a:rPr lang="en-US" altLang="zh-CN" sz="2800" b="1" dirty="0">
                <a:solidFill>
                  <a:schemeClr val="tx1"/>
                </a:solidFill>
                <a:latin typeface="华文新魏" panose="02010800040101010101" pitchFamily="2" charset="-122"/>
                <a:ea typeface="华文新魏" panose="02010800040101010101" pitchFamily="2" charset="-122"/>
                <a:sym typeface="+mn-ea"/>
              </a:rPr>
              <a:t>182</a:t>
            </a:r>
            <a:r>
              <a:rPr lang="zh-CN" altLang="en-US" sz="2800" b="1" dirty="0">
                <a:latin typeface="华文新魏" panose="02010800040101010101" pitchFamily="2" charset="-122"/>
                <a:ea typeface="华文新魏" panose="02010800040101010101" pitchFamily="2" charset="-122"/>
                <a:sym typeface="+mn-ea"/>
              </a:rPr>
              <a:t>页</a:t>
            </a:r>
            <a:r>
              <a:rPr lang="zh-CN" altLang="en-US" sz="2800" b="1" dirty="0">
                <a:solidFill>
                  <a:schemeClr val="tx1"/>
                </a:solidFill>
                <a:latin typeface="华文新魏" panose="02010800040101010101" pitchFamily="2" charset="-122"/>
                <a:ea typeface="华文新魏" panose="02010800040101010101" pitchFamily="2" charset="-122"/>
                <a:sym typeface="+mn-ea"/>
              </a:rPr>
              <a:t>）</a:t>
            </a:r>
            <a:endParaRPr lang="zh-CN" altLang="en-US" sz="2800" b="1" dirty="0">
              <a:solidFill>
                <a:schemeClr val="tx1"/>
              </a:solidFill>
              <a:latin typeface="华文新魏" panose="02010800040101010101" pitchFamily="2" charset="-122"/>
              <a:ea typeface="华文新魏" panose="02010800040101010101" pitchFamily="2" charset="-122"/>
            </a:endParaRPr>
          </a:p>
          <a:p>
            <a:pPr indent="0" fontAlgn="auto">
              <a:lnSpc>
                <a:spcPct val="150000"/>
              </a:lnSpc>
            </a:pPr>
            <a:r>
              <a:rPr lang="zh-CN" altLang="en-US" sz="2800" b="1" dirty="0">
                <a:solidFill>
                  <a:schemeClr val="tx1"/>
                </a:solidFill>
                <a:latin typeface="华文新魏" panose="02010800040101010101" pitchFamily="2" charset="-122"/>
                <a:ea typeface="华文新魏" panose="02010800040101010101" pitchFamily="2" charset="-122"/>
                <a:sym typeface="+mn-ea"/>
              </a:rPr>
              <a:t>五、习近平强军思想理论逻辑与实践逻辑（</a:t>
            </a:r>
            <a:r>
              <a:rPr lang="en-US" altLang="zh-CN" sz="2800" b="1" dirty="0">
                <a:solidFill>
                  <a:schemeClr val="tx1"/>
                </a:solidFill>
                <a:latin typeface="华文新魏" panose="02010800040101010101" pitchFamily="2" charset="-122"/>
                <a:ea typeface="华文新魏" panose="02010800040101010101" pitchFamily="2" charset="-122"/>
                <a:sym typeface="+mn-ea"/>
              </a:rPr>
              <a:t>11</a:t>
            </a:r>
            <a:r>
              <a:rPr lang="zh-CN" altLang="en-US" sz="2800" b="1" dirty="0">
                <a:solidFill>
                  <a:schemeClr val="tx1"/>
                </a:solidFill>
                <a:latin typeface="华文新魏" panose="02010800040101010101" pitchFamily="2" charset="-122"/>
                <a:ea typeface="华文新魏" panose="02010800040101010101" pitchFamily="2" charset="-122"/>
                <a:sym typeface="+mn-ea"/>
              </a:rPr>
              <a:t>个明确课本</a:t>
            </a:r>
            <a:r>
              <a:rPr lang="en-US" altLang="zh-CN" sz="2800" b="1" dirty="0">
                <a:solidFill>
                  <a:schemeClr val="tx1"/>
                </a:solidFill>
                <a:latin typeface="华文新魏" panose="02010800040101010101" pitchFamily="2" charset="-122"/>
                <a:ea typeface="华文新魏" panose="02010800040101010101" pitchFamily="2" charset="-122"/>
                <a:sym typeface="+mn-ea"/>
              </a:rPr>
              <a:t>277</a:t>
            </a:r>
            <a:r>
              <a:rPr lang="zh-CN" altLang="en-US" sz="2800" b="1" dirty="0">
                <a:solidFill>
                  <a:schemeClr val="tx1"/>
                </a:solidFill>
                <a:latin typeface="华文新魏" panose="02010800040101010101" pitchFamily="2" charset="-122"/>
                <a:ea typeface="华文新魏" panose="02010800040101010101" pitchFamily="2" charset="-122"/>
                <a:sym typeface="+mn-ea"/>
              </a:rPr>
              <a:t>页）</a:t>
            </a:r>
            <a:endParaRPr lang="zh-CN" altLang="en-US" sz="2800" b="1" dirty="0">
              <a:solidFill>
                <a:schemeClr val="tx1"/>
              </a:solidFill>
              <a:latin typeface="华文新魏" panose="02010800040101010101" pitchFamily="2" charset="-122"/>
              <a:ea typeface="华文新魏" panose="02010800040101010101" pitchFamily="2" charset="-122"/>
            </a:endParaRPr>
          </a:p>
          <a:p>
            <a:pPr indent="0" fontAlgn="auto">
              <a:lnSpc>
                <a:spcPct val="150000"/>
              </a:lnSpc>
            </a:pPr>
            <a:r>
              <a:rPr lang="zh-CN" altLang="en-US" sz="2800" b="1" dirty="0">
                <a:solidFill>
                  <a:schemeClr val="tx1"/>
                </a:solidFill>
                <a:latin typeface="华文新魏" panose="02010800040101010101" pitchFamily="2" charset="-122"/>
                <a:ea typeface="华文新魏" panose="02010800040101010101" pitchFamily="2" charset="-122"/>
                <a:sym typeface="+mn-ea"/>
              </a:rPr>
              <a:t>六、习近平外交思想的理论逻辑与实践逻辑（十个坚持课本</a:t>
            </a:r>
            <a:r>
              <a:rPr lang="en-US" altLang="zh-CN" sz="2800" b="1" dirty="0">
                <a:solidFill>
                  <a:schemeClr val="tx1"/>
                </a:solidFill>
                <a:latin typeface="华文新魏" panose="02010800040101010101" pitchFamily="2" charset="-122"/>
                <a:ea typeface="华文新魏" panose="02010800040101010101" pitchFamily="2" charset="-122"/>
                <a:sym typeface="+mn-ea"/>
              </a:rPr>
              <a:t>315</a:t>
            </a:r>
            <a:r>
              <a:rPr lang="zh-CN" altLang="en-US" sz="2800" b="1" dirty="0">
                <a:solidFill>
                  <a:schemeClr val="tx1"/>
                </a:solidFill>
                <a:latin typeface="华文新魏" panose="02010800040101010101" pitchFamily="2" charset="-122"/>
                <a:ea typeface="华文新魏" panose="02010800040101010101" pitchFamily="2" charset="-122"/>
                <a:sym typeface="+mn-ea"/>
              </a:rPr>
              <a:t>页）</a:t>
            </a:r>
          </a:p>
          <a:p>
            <a:pPr indent="0" fontAlgn="auto">
              <a:lnSpc>
                <a:spcPct val="150000"/>
              </a:lnSpc>
            </a:pPr>
            <a:endParaRPr lang="zh-CN" altLang="en-US" sz="2800" b="1" dirty="0">
              <a:solidFill>
                <a:srgbClr val="FF0000"/>
              </a:solidFill>
              <a:latin typeface="华文新魏" panose="02010800040101010101" pitchFamily="2" charset="-122"/>
              <a:ea typeface="华文新魏" panose="02010800040101010101" pitchFamily="2" charset="-122"/>
            </a:endParaRPr>
          </a:p>
          <a:p>
            <a:pPr>
              <a:lnSpc>
                <a:spcPts val="2280"/>
              </a:lnSpc>
            </a:pPr>
            <a:endParaRPr lang="en-US" altLang="zh-CN" sz="2400" b="1" dirty="0">
              <a:solidFill>
                <a:srgbClr val="FF0000"/>
              </a:solidFill>
              <a:latin typeface="华文新魏" panose="02010800040101010101" pitchFamily="2" charset="-122"/>
              <a:ea typeface="华文新魏" panose="02010800040101010101" pitchFamily="2" charset="-122"/>
            </a:endParaRPr>
          </a:p>
          <a:p>
            <a:pPr algn="ctr">
              <a:lnSpc>
                <a:spcPts val="2280"/>
              </a:lnSpc>
            </a:pPr>
            <a:endParaRPr lang="en-US" altLang="zh-CN" sz="2400" b="1" dirty="0">
              <a:solidFill>
                <a:srgbClr val="FF0000"/>
              </a:solidFill>
              <a:latin typeface="华文新魏" panose="02010800040101010101" pitchFamily="2" charset="-122"/>
              <a:ea typeface="华文新魏" panose="02010800040101010101" pitchFamily="2" charset="-122"/>
            </a:endParaRPr>
          </a:p>
          <a:p>
            <a:pPr>
              <a:lnSpc>
                <a:spcPts val="2280"/>
              </a:lnSpc>
            </a:pPr>
            <a:r>
              <a:rPr lang="zh-CN" altLang="en-US" sz="2400" b="1" dirty="0">
                <a:solidFill>
                  <a:srgbClr val="FF0000"/>
                </a:solidFill>
                <a:latin typeface="华文新魏" panose="02010800040101010101" pitchFamily="2" charset="-122"/>
                <a:ea typeface="华文新魏" panose="02010800040101010101" pitchFamily="2" charset="-122"/>
              </a:rPr>
              <a:t>          </a:t>
            </a:r>
            <a:endParaRPr lang="en-US" altLang="zh-CN" sz="2400" b="1" dirty="0">
              <a:solidFill>
                <a:srgbClr val="FF0000"/>
              </a:solidFill>
              <a:latin typeface="华文新魏" panose="02010800040101010101" pitchFamily="2" charset="-122"/>
              <a:ea typeface="华文新魏" panose="02010800040101010101" pitchFamily="2" charset="-122"/>
            </a:endParaRPr>
          </a:p>
          <a:p>
            <a:pPr>
              <a:lnSpc>
                <a:spcPts val="2280"/>
              </a:lnSpc>
            </a:pPr>
            <a:r>
              <a:rPr lang="en-US" altLang="zh-CN" sz="2400" b="1" dirty="0">
                <a:solidFill>
                  <a:srgbClr val="FF0000"/>
                </a:solidFill>
                <a:latin typeface="华文新魏" panose="02010800040101010101" pitchFamily="2" charset="-122"/>
                <a:ea typeface="华文新魏" panose="02010800040101010101" pitchFamily="2" charset="-122"/>
              </a:rPr>
              <a:t>           </a:t>
            </a:r>
            <a:r>
              <a:rPr lang="zh-CN" altLang="en-US" sz="2400" b="1" dirty="0">
                <a:latin typeface="+mn-ea"/>
              </a:rPr>
              <a:t>         </a:t>
            </a:r>
            <a:endParaRPr lang="en-US" altLang="zh-CN" sz="2400" b="1" dirty="0">
              <a:latin typeface="+mn-ea"/>
            </a:endParaRPr>
          </a:p>
          <a:p>
            <a:pPr>
              <a:lnSpc>
                <a:spcPts val="2280"/>
              </a:lnSpc>
            </a:pPr>
            <a:r>
              <a:rPr lang="en-US" altLang="zh-CN" sz="2400" b="1" dirty="0">
                <a:latin typeface="+mn-ea"/>
              </a:rPr>
              <a:t>           </a:t>
            </a:r>
          </a:p>
          <a:p>
            <a:pPr>
              <a:lnSpc>
                <a:spcPts val="2280"/>
              </a:lnSpc>
            </a:pPr>
            <a:r>
              <a:rPr lang="zh-CN" altLang="en-US" sz="2400" b="1" dirty="0">
                <a:latin typeface="+mn-ea"/>
              </a:rPr>
              <a:t>          </a:t>
            </a:r>
          </a:p>
          <a:p>
            <a:pPr algn="ctr">
              <a:lnSpc>
                <a:spcPts val="2080"/>
              </a:lnSpc>
            </a:pPr>
            <a:endParaRPr lang="zh-CN" altLang="en-US" sz="2400" b="1" dirty="0">
              <a:latin typeface="微软雅黑" panose="020B0503020204020204" charset="-122"/>
              <a:ea typeface="微软雅黑" panose="020B0503020204020204" charset="-122"/>
            </a:endParaRPr>
          </a:p>
          <a:p>
            <a:pPr algn="ctr">
              <a:lnSpc>
                <a:spcPts val="2080"/>
              </a:lnSpc>
            </a:pPr>
            <a:endParaRPr lang="zh-CN" altLang="en-US" sz="2400" dirty="0"/>
          </a:p>
          <a:p>
            <a:pPr>
              <a:lnSpc>
                <a:spcPts val="2080"/>
              </a:lnSpc>
            </a:pPr>
            <a:r>
              <a:rPr kumimoji="1" lang="zh-CN" altLang="en-US"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1000" fill="hold"/>
                                        <p:tgtEl>
                                          <p:spTgt spid="85"/>
                                        </p:tgtEl>
                                        <p:attrNameLst>
                                          <p:attrName>ppt_x</p:attrName>
                                        </p:attrNameLst>
                                      </p:cBhvr>
                                      <p:tavLst>
                                        <p:tav tm="0">
                                          <p:val>
                                            <p:strVal val="#ppt_x"/>
                                          </p:val>
                                        </p:tav>
                                        <p:tav tm="100000">
                                          <p:val>
                                            <p:strVal val="#ppt_x"/>
                                          </p:val>
                                        </p:tav>
                                      </p:tavLst>
                                    </p:anim>
                                    <p:anim calcmode="lin" valueType="num">
                                      <p:cBhvr additive="base">
                                        <p:cTn id="8" dur="1000" fill="hold"/>
                                        <p:tgtEl>
                                          <p:spTgt spid="8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400"/>
                                  </p:stCondLst>
                                  <p:childTnLst>
                                    <p:set>
                                      <p:cBhvr>
                                        <p:cTn id="10" dur="1" fill="hold">
                                          <p:stCondLst>
                                            <p:cond delay="0"/>
                                          </p:stCondLst>
                                        </p:cTn>
                                        <p:tgtEl>
                                          <p:spTgt spid="107"/>
                                        </p:tgtEl>
                                        <p:attrNameLst>
                                          <p:attrName>style.visibility</p:attrName>
                                        </p:attrNameLst>
                                      </p:cBhvr>
                                      <p:to>
                                        <p:strVal val="visible"/>
                                      </p:to>
                                    </p:set>
                                    <p:anim calcmode="lin" valueType="num">
                                      <p:cBhvr additive="base">
                                        <p:cTn id="11" dur="1000" fill="hold"/>
                                        <p:tgtEl>
                                          <p:spTgt spid="107"/>
                                        </p:tgtEl>
                                        <p:attrNameLst>
                                          <p:attrName>ppt_x</p:attrName>
                                        </p:attrNameLst>
                                      </p:cBhvr>
                                      <p:tavLst>
                                        <p:tav tm="0">
                                          <p:val>
                                            <p:strVal val="#ppt_x"/>
                                          </p:val>
                                        </p:tav>
                                        <p:tav tm="100000">
                                          <p:val>
                                            <p:strVal val="#ppt_x"/>
                                          </p:val>
                                        </p:tav>
                                      </p:tavLst>
                                    </p:anim>
                                    <p:anim calcmode="lin" valueType="num">
                                      <p:cBhvr additive="base">
                                        <p:cTn id="12" dur="1000" fill="hold"/>
                                        <p:tgtEl>
                                          <p:spTgt spid="107"/>
                                        </p:tgtEl>
                                        <p:attrNameLst>
                                          <p:attrName>ppt_y</p:attrName>
                                        </p:attrNameLst>
                                      </p:cBhvr>
                                      <p:tavLst>
                                        <p:tav tm="0">
                                          <p:val>
                                            <p:strVal val="0-#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86"/>
                                        </p:tgtEl>
                                        <p:attrNameLst>
                                          <p:attrName>style.visibility</p:attrName>
                                        </p:attrNameLst>
                                      </p:cBhvr>
                                      <p:to>
                                        <p:strVal val="visible"/>
                                      </p:to>
                                    </p:set>
                                    <p:animEffect transition="in" filter="fade">
                                      <p:cBhvr>
                                        <p:cTn id="15" dur="500"/>
                                        <p:tgtEl>
                                          <p:spTgt spid="86"/>
                                        </p:tgtEl>
                                      </p:cBhvr>
                                    </p:animEffect>
                                  </p:childTnLst>
                                </p:cTn>
                              </p:par>
                            </p:childTnLst>
                          </p:cTn>
                        </p:par>
                        <p:par>
                          <p:cTn id="16" fill="hold">
                            <p:stCondLst>
                              <p:cond delay="1000"/>
                            </p:stCondLst>
                            <p:childTnLst>
                              <p:par>
                                <p:cTn id="17" presetID="16" presetClass="entr" presetSubtype="37"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bldLvl="0" animBg="1"/>
      <p:bldP spid="85" grpId="0" bldLvl="0" animBg="1"/>
      <p:bldP spid="86"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Freeform: Shape 9"/>
          <p:cNvSpPr/>
          <p:nvPr/>
        </p:nvSpPr>
        <p:spPr>
          <a:xfrm rot="16200000" flipH="1">
            <a:off x="-269365" y="-1122430"/>
            <a:ext cx="1119032" cy="3112840"/>
          </a:xfrm>
          <a:custGeom>
            <a:avLst/>
            <a:gdLst>
              <a:gd name="connsiteX0" fmla="*/ 0 w 1189942"/>
              <a:gd name="connsiteY0" fmla="*/ 0 h 2524513"/>
              <a:gd name="connsiteX1" fmla="*/ 175601 w 1189942"/>
              <a:gd name="connsiteY1" fmla="*/ 17702 h 2524513"/>
              <a:gd name="connsiteX2" fmla="*/ 1189942 w 1189942"/>
              <a:gd name="connsiteY2" fmla="*/ 1262256 h 2524513"/>
              <a:gd name="connsiteX3" fmla="*/ 175601 w 1189942"/>
              <a:gd name="connsiteY3" fmla="*/ 2506811 h 2524513"/>
              <a:gd name="connsiteX4" fmla="*/ 0 w 1189942"/>
              <a:gd name="connsiteY4" fmla="*/ 2524513 h 25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942" h="2524513">
                <a:moveTo>
                  <a:pt x="0" y="0"/>
                </a:moveTo>
                <a:lnTo>
                  <a:pt x="175601" y="17702"/>
                </a:lnTo>
                <a:cubicBezTo>
                  <a:pt x="754484" y="136158"/>
                  <a:pt x="1189942" y="648354"/>
                  <a:pt x="1189942" y="1262256"/>
                </a:cubicBezTo>
                <a:cubicBezTo>
                  <a:pt x="1189942" y="1876159"/>
                  <a:pt x="754484" y="2388354"/>
                  <a:pt x="175601" y="2506811"/>
                </a:cubicBezTo>
                <a:lnTo>
                  <a:pt x="0" y="2524513"/>
                </a:lnTo>
                <a:close/>
              </a:path>
            </a:pathLst>
          </a:custGeom>
          <a:gradFill>
            <a:gsLst>
              <a:gs pos="44000">
                <a:srgbClr val="ED9184">
                  <a:alpha val="0"/>
                </a:srgbClr>
              </a:gs>
              <a:gs pos="100000">
                <a:srgbClr val="D07C98">
                  <a:alpha val="50000"/>
                </a:srgbClr>
              </a:gs>
            </a:gsLst>
            <a:path path="circle">
              <a:fillToRect l="50000" t="-80000" r="50000" b="180000"/>
            </a:path>
          </a:gradFill>
          <a:ln>
            <a:noFill/>
          </a:ln>
          <a:effectLst>
            <a:outerShdw blurRad="1270000" dist="6223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85" name="Freeform: Shape 9"/>
          <p:cNvSpPr/>
          <p:nvPr/>
        </p:nvSpPr>
        <p:spPr>
          <a:xfrm rot="16200000" flipH="1">
            <a:off x="375378" y="-814926"/>
            <a:ext cx="629091" cy="2064399"/>
          </a:xfrm>
          <a:custGeom>
            <a:avLst/>
            <a:gdLst>
              <a:gd name="connsiteX0" fmla="*/ 0 w 1189942"/>
              <a:gd name="connsiteY0" fmla="*/ 0 h 2524513"/>
              <a:gd name="connsiteX1" fmla="*/ 175601 w 1189942"/>
              <a:gd name="connsiteY1" fmla="*/ 17702 h 2524513"/>
              <a:gd name="connsiteX2" fmla="*/ 1189942 w 1189942"/>
              <a:gd name="connsiteY2" fmla="*/ 1262256 h 2524513"/>
              <a:gd name="connsiteX3" fmla="*/ 175601 w 1189942"/>
              <a:gd name="connsiteY3" fmla="*/ 2506811 h 2524513"/>
              <a:gd name="connsiteX4" fmla="*/ 0 w 1189942"/>
              <a:gd name="connsiteY4" fmla="*/ 2524513 h 2524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942" h="2524513">
                <a:moveTo>
                  <a:pt x="0" y="0"/>
                </a:moveTo>
                <a:lnTo>
                  <a:pt x="175601" y="17702"/>
                </a:lnTo>
                <a:cubicBezTo>
                  <a:pt x="754484" y="136158"/>
                  <a:pt x="1189942" y="648354"/>
                  <a:pt x="1189942" y="1262256"/>
                </a:cubicBezTo>
                <a:cubicBezTo>
                  <a:pt x="1189942" y="1876159"/>
                  <a:pt x="754484" y="2388354"/>
                  <a:pt x="175601" y="2506811"/>
                </a:cubicBezTo>
                <a:lnTo>
                  <a:pt x="0" y="2524513"/>
                </a:lnTo>
                <a:close/>
              </a:path>
            </a:pathLst>
          </a:custGeom>
          <a:gradFill>
            <a:gsLst>
              <a:gs pos="44000">
                <a:srgbClr val="ED9184">
                  <a:alpha val="0"/>
                </a:srgbClr>
              </a:gs>
              <a:gs pos="100000">
                <a:srgbClr val="D07C98">
                  <a:alpha val="50000"/>
                </a:srgbClr>
              </a:gs>
            </a:gsLst>
            <a:path path="circle">
              <a:fillToRect l="50000" t="-80000" r="50000" b="180000"/>
            </a:path>
          </a:gradFill>
          <a:ln>
            <a:noFill/>
          </a:ln>
          <a:effectLst>
            <a:outerShdw blurRad="1270000" dist="6223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86" name="PA-Freeform: Shape 8"/>
          <p:cNvSpPr/>
          <p:nvPr>
            <p:custDataLst>
              <p:tags r:id="rId1"/>
            </p:custDataLst>
          </p:nvPr>
        </p:nvSpPr>
        <p:spPr>
          <a:xfrm flipH="1">
            <a:off x="9193347" y="5116523"/>
            <a:ext cx="3238349" cy="2077637"/>
          </a:xfrm>
          <a:custGeom>
            <a:avLst/>
            <a:gdLst>
              <a:gd name="connsiteX0" fmla="*/ 0 w 3816138"/>
              <a:gd name="connsiteY0" fmla="*/ 0 h 3981450"/>
              <a:gd name="connsiteX1" fmla="*/ 3238500 w 3816138"/>
              <a:gd name="connsiteY1" fmla="*/ 1809750 h 3981450"/>
              <a:gd name="connsiteX2" fmla="*/ 3657600 w 3816138"/>
              <a:gd name="connsiteY2" fmla="*/ 3981450 h 3981450"/>
              <a:gd name="connsiteX3" fmla="*/ 38100 w 3816138"/>
              <a:gd name="connsiteY3" fmla="*/ 3962400 h 3981450"/>
              <a:gd name="connsiteX4" fmla="*/ 0 w 3816138"/>
              <a:gd name="connsiteY4" fmla="*/ 0 h 3981450"/>
              <a:gd name="connsiteX0-1" fmla="*/ 0 w 3816138"/>
              <a:gd name="connsiteY0-2" fmla="*/ 0 h 3981450"/>
              <a:gd name="connsiteX1-3" fmla="*/ 3238500 w 3816138"/>
              <a:gd name="connsiteY1-4" fmla="*/ 1809750 h 3981450"/>
              <a:gd name="connsiteX2-5" fmla="*/ 3657600 w 3816138"/>
              <a:gd name="connsiteY2-6" fmla="*/ 3981450 h 3981450"/>
              <a:gd name="connsiteX3-7" fmla="*/ 38100 w 3816138"/>
              <a:gd name="connsiteY3-8" fmla="*/ 3962400 h 3981450"/>
              <a:gd name="connsiteX4-9" fmla="*/ 0 w 3816138"/>
              <a:gd name="connsiteY4-10" fmla="*/ 0 h 3981450"/>
              <a:gd name="connsiteX0-11" fmla="*/ 0 w 3876554"/>
              <a:gd name="connsiteY0-12" fmla="*/ 0 h 3981450"/>
              <a:gd name="connsiteX1-13" fmla="*/ 3409950 w 3876554"/>
              <a:gd name="connsiteY1-14" fmla="*/ 2076450 h 3981450"/>
              <a:gd name="connsiteX2-15" fmla="*/ 3657600 w 3876554"/>
              <a:gd name="connsiteY2-16" fmla="*/ 3981450 h 3981450"/>
              <a:gd name="connsiteX3-17" fmla="*/ 38100 w 3876554"/>
              <a:gd name="connsiteY3-18" fmla="*/ 3962400 h 3981450"/>
              <a:gd name="connsiteX4-19" fmla="*/ 0 w 3876554"/>
              <a:gd name="connsiteY4-20" fmla="*/ 0 h 3981450"/>
              <a:gd name="connsiteX0-21" fmla="*/ 0 w 3916378"/>
              <a:gd name="connsiteY0-22" fmla="*/ 0 h 3981450"/>
              <a:gd name="connsiteX1-23" fmla="*/ 3409950 w 3916378"/>
              <a:gd name="connsiteY1-24" fmla="*/ 2076450 h 3981450"/>
              <a:gd name="connsiteX2-25" fmla="*/ 3657600 w 3916378"/>
              <a:gd name="connsiteY2-26" fmla="*/ 3981450 h 3981450"/>
              <a:gd name="connsiteX3-27" fmla="*/ 38100 w 3916378"/>
              <a:gd name="connsiteY3-28" fmla="*/ 3962400 h 3981450"/>
              <a:gd name="connsiteX4-29" fmla="*/ 0 w 3916378"/>
              <a:gd name="connsiteY4-30" fmla="*/ 0 h 3981450"/>
              <a:gd name="connsiteX0-31" fmla="*/ 0 w 3873335"/>
              <a:gd name="connsiteY0-32" fmla="*/ 0 h 3981450"/>
              <a:gd name="connsiteX1-33" fmla="*/ 3409950 w 3873335"/>
              <a:gd name="connsiteY1-34" fmla="*/ 2076450 h 3981450"/>
              <a:gd name="connsiteX2-35" fmla="*/ 3657600 w 3873335"/>
              <a:gd name="connsiteY2-36" fmla="*/ 3981450 h 3981450"/>
              <a:gd name="connsiteX3-37" fmla="*/ 38100 w 3873335"/>
              <a:gd name="connsiteY3-38" fmla="*/ 3962400 h 3981450"/>
              <a:gd name="connsiteX4-39" fmla="*/ 0 w 3873335"/>
              <a:gd name="connsiteY4-40" fmla="*/ 0 h 3981450"/>
              <a:gd name="connsiteX0-41" fmla="*/ 0 w 3786126"/>
              <a:gd name="connsiteY0-42" fmla="*/ 0 h 3981450"/>
              <a:gd name="connsiteX1-43" fmla="*/ 3409950 w 3786126"/>
              <a:gd name="connsiteY1-44" fmla="*/ 2076450 h 3981450"/>
              <a:gd name="connsiteX2-45" fmla="*/ 3657600 w 3786126"/>
              <a:gd name="connsiteY2-46" fmla="*/ 3981450 h 3981450"/>
              <a:gd name="connsiteX3-47" fmla="*/ 38100 w 3786126"/>
              <a:gd name="connsiteY3-48" fmla="*/ 3962400 h 3981450"/>
              <a:gd name="connsiteX4-49" fmla="*/ 0 w 3786126"/>
              <a:gd name="connsiteY4-50" fmla="*/ 0 h 3981450"/>
              <a:gd name="connsiteX0-51" fmla="*/ 0 w 3786126"/>
              <a:gd name="connsiteY0-52" fmla="*/ 0 h 3981450"/>
              <a:gd name="connsiteX1-53" fmla="*/ 3409950 w 3786126"/>
              <a:gd name="connsiteY1-54" fmla="*/ 2076450 h 3981450"/>
              <a:gd name="connsiteX2-55" fmla="*/ 3657600 w 3786126"/>
              <a:gd name="connsiteY2-56" fmla="*/ 3981450 h 3981450"/>
              <a:gd name="connsiteX3-57" fmla="*/ 0 w 3786126"/>
              <a:gd name="connsiteY3-58" fmla="*/ 3981450 h 3981450"/>
              <a:gd name="connsiteX4-59" fmla="*/ 0 w 3786126"/>
              <a:gd name="connsiteY4-60" fmla="*/ 0 h 3981450"/>
              <a:gd name="connsiteX0-61" fmla="*/ 0 w 3786126"/>
              <a:gd name="connsiteY0-62" fmla="*/ 0 h 3981450"/>
              <a:gd name="connsiteX1-63" fmla="*/ 3409950 w 3786126"/>
              <a:gd name="connsiteY1-64" fmla="*/ 2076450 h 3981450"/>
              <a:gd name="connsiteX2-65" fmla="*/ 3657600 w 3786126"/>
              <a:gd name="connsiteY2-66" fmla="*/ 3981450 h 3981450"/>
              <a:gd name="connsiteX3-67" fmla="*/ 0 w 3786126"/>
              <a:gd name="connsiteY3-68" fmla="*/ 3981450 h 3981450"/>
              <a:gd name="connsiteX4-69" fmla="*/ 0 w 3786126"/>
              <a:gd name="connsiteY4-70" fmla="*/ 0 h 3981450"/>
              <a:gd name="connsiteX0-71" fmla="*/ 0 w 3786126"/>
              <a:gd name="connsiteY0-72" fmla="*/ 0 h 3981450"/>
              <a:gd name="connsiteX1-73" fmla="*/ 3409950 w 3786126"/>
              <a:gd name="connsiteY1-74" fmla="*/ 2076450 h 3981450"/>
              <a:gd name="connsiteX2-75" fmla="*/ 3657600 w 3786126"/>
              <a:gd name="connsiteY2-76" fmla="*/ 3981450 h 3981450"/>
              <a:gd name="connsiteX3-77" fmla="*/ 0 w 3786126"/>
              <a:gd name="connsiteY3-78" fmla="*/ 3981450 h 3981450"/>
              <a:gd name="connsiteX4-79" fmla="*/ 0 w 3786126"/>
              <a:gd name="connsiteY4-80" fmla="*/ 0 h 3981450"/>
              <a:gd name="connsiteX0-81" fmla="*/ 0 w 4032226"/>
              <a:gd name="connsiteY0-82" fmla="*/ 0 h 4003693"/>
              <a:gd name="connsiteX1-83" fmla="*/ 3409950 w 4032226"/>
              <a:gd name="connsiteY1-84" fmla="*/ 2076450 h 4003693"/>
              <a:gd name="connsiteX2-85" fmla="*/ 3943350 w 4032226"/>
              <a:gd name="connsiteY2-86" fmla="*/ 4003693 h 4003693"/>
              <a:gd name="connsiteX3-87" fmla="*/ 0 w 4032226"/>
              <a:gd name="connsiteY3-88" fmla="*/ 3981450 h 4003693"/>
              <a:gd name="connsiteX4-89" fmla="*/ 0 w 4032226"/>
              <a:gd name="connsiteY4-90" fmla="*/ 0 h 4003693"/>
              <a:gd name="connsiteX0-91" fmla="*/ 0 w 3948509"/>
              <a:gd name="connsiteY0-92" fmla="*/ 0 h 4003693"/>
              <a:gd name="connsiteX1-93" fmla="*/ 3409950 w 3948509"/>
              <a:gd name="connsiteY1-94" fmla="*/ 2076450 h 4003693"/>
              <a:gd name="connsiteX2-95" fmla="*/ 3943350 w 3948509"/>
              <a:gd name="connsiteY2-96" fmla="*/ 4003693 h 4003693"/>
              <a:gd name="connsiteX3-97" fmla="*/ 0 w 3948509"/>
              <a:gd name="connsiteY3-98" fmla="*/ 3981450 h 4003693"/>
              <a:gd name="connsiteX4-99" fmla="*/ 0 w 3948509"/>
              <a:gd name="connsiteY4-100" fmla="*/ 0 h 4003693"/>
              <a:gd name="connsiteX0-101" fmla="*/ 0 w 3943350"/>
              <a:gd name="connsiteY0-102" fmla="*/ 0 h 4003693"/>
              <a:gd name="connsiteX1-103" fmla="*/ 3333750 w 3943350"/>
              <a:gd name="connsiteY1-104" fmla="*/ 1942994 h 4003693"/>
              <a:gd name="connsiteX2-105" fmla="*/ 3943350 w 3943350"/>
              <a:gd name="connsiteY2-106" fmla="*/ 4003693 h 4003693"/>
              <a:gd name="connsiteX3-107" fmla="*/ 0 w 3943350"/>
              <a:gd name="connsiteY3-108" fmla="*/ 3981450 h 4003693"/>
              <a:gd name="connsiteX4-109" fmla="*/ 0 w 3943350"/>
              <a:gd name="connsiteY4-110" fmla="*/ 0 h 4003693"/>
              <a:gd name="connsiteX0-111" fmla="*/ 0 w 4152900"/>
              <a:gd name="connsiteY0-112" fmla="*/ 0 h 3981450"/>
              <a:gd name="connsiteX1-113" fmla="*/ 3333750 w 4152900"/>
              <a:gd name="connsiteY1-114" fmla="*/ 1942994 h 3981450"/>
              <a:gd name="connsiteX2-115" fmla="*/ 4152900 w 4152900"/>
              <a:gd name="connsiteY2-116" fmla="*/ 3981450 h 3981450"/>
              <a:gd name="connsiteX3-117" fmla="*/ 0 w 4152900"/>
              <a:gd name="connsiteY3-118" fmla="*/ 3981450 h 3981450"/>
              <a:gd name="connsiteX4-119" fmla="*/ 0 w 4152900"/>
              <a:gd name="connsiteY4-120" fmla="*/ 0 h 3981450"/>
              <a:gd name="connsiteX0-121" fmla="*/ 0 w 4152900"/>
              <a:gd name="connsiteY0-122" fmla="*/ 0 h 3981450"/>
              <a:gd name="connsiteX1-123" fmla="*/ 3333750 w 4152900"/>
              <a:gd name="connsiteY1-124" fmla="*/ 1942994 h 3981450"/>
              <a:gd name="connsiteX2-125" fmla="*/ 4152900 w 4152900"/>
              <a:gd name="connsiteY2-126" fmla="*/ 3981450 h 3981450"/>
              <a:gd name="connsiteX3-127" fmla="*/ 0 w 4152900"/>
              <a:gd name="connsiteY3-128" fmla="*/ 3981450 h 3981450"/>
              <a:gd name="connsiteX4-129" fmla="*/ 0 w 4152900"/>
              <a:gd name="connsiteY4-130" fmla="*/ 0 h 3981450"/>
              <a:gd name="connsiteX0-131" fmla="*/ 0 w 4152900"/>
              <a:gd name="connsiteY0-132" fmla="*/ 0 h 3981450"/>
              <a:gd name="connsiteX1-133" fmla="*/ 3200400 w 4152900"/>
              <a:gd name="connsiteY1-134" fmla="*/ 1720566 h 3981450"/>
              <a:gd name="connsiteX2-135" fmla="*/ 4152900 w 4152900"/>
              <a:gd name="connsiteY2-136" fmla="*/ 3981450 h 3981450"/>
              <a:gd name="connsiteX3-137" fmla="*/ 0 w 4152900"/>
              <a:gd name="connsiteY3-138" fmla="*/ 3981450 h 3981450"/>
              <a:gd name="connsiteX4-139" fmla="*/ 0 w 4152900"/>
              <a:gd name="connsiteY4-140" fmla="*/ 0 h 3981450"/>
              <a:gd name="connsiteX0-141" fmla="*/ 0 w 4152900"/>
              <a:gd name="connsiteY0-142" fmla="*/ 0 h 3981450"/>
              <a:gd name="connsiteX1-143" fmla="*/ 3200400 w 4152900"/>
              <a:gd name="connsiteY1-144" fmla="*/ 1720566 h 3981450"/>
              <a:gd name="connsiteX2-145" fmla="*/ 4152900 w 4152900"/>
              <a:gd name="connsiteY2-146" fmla="*/ 3981450 h 3981450"/>
              <a:gd name="connsiteX3-147" fmla="*/ 0 w 4152900"/>
              <a:gd name="connsiteY3-148" fmla="*/ 3981450 h 3981450"/>
              <a:gd name="connsiteX4-149" fmla="*/ 0 w 4152900"/>
              <a:gd name="connsiteY4-150" fmla="*/ 0 h 39814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152900" h="3981450">
                <a:moveTo>
                  <a:pt x="0" y="0"/>
                </a:moveTo>
                <a:cubicBezTo>
                  <a:pt x="762000" y="1189072"/>
                  <a:pt x="2584450" y="1190447"/>
                  <a:pt x="3200400" y="1720566"/>
                </a:cubicBezTo>
                <a:cubicBezTo>
                  <a:pt x="3816350" y="2250685"/>
                  <a:pt x="3971925" y="2641175"/>
                  <a:pt x="4152900" y="3981450"/>
                </a:cubicBezTo>
                <a:lnTo>
                  <a:pt x="0" y="3981450"/>
                </a:lnTo>
                <a:lnTo>
                  <a:pt x="0" y="0"/>
                </a:lnTo>
                <a:close/>
              </a:path>
            </a:pathLst>
          </a:custGeom>
          <a:gradFill>
            <a:gsLst>
              <a:gs pos="0">
                <a:srgbClr val="EFC879">
                  <a:alpha val="0"/>
                </a:srgbClr>
              </a:gs>
              <a:gs pos="100000">
                <a:srgbClr val="AF1E22">
                  <a:alpha val="0"/>
                </a:srgbClr>
              </a:gs>
              <a:gs pos="60000">
                <a:srgbClr val="D07C98">
                  <a:alpha val="15000"/>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4" name="文本框 13"/>
          <p:cNvSpPr txBox="1"/>
          <p:nvPr/>
        </p:nvSpPr>
        <p:spPr>
          <a:xfrm>
            <a:off x="1379220" y="853440"/>
            <a:ext cx="8964295" cy="521970"/>
          </a:xfrm>
          <a:prstGeom prst="rect">
            <a:avLst/>
          </a:prstGeom>
          <a:noFill/>
        </p:spPr>
        <p:txBody>
          <a:bodyPr wrap="square" rtlCol="0">
            <a:spAutoFit/>
          </a:bodyPr>
          <a:lstStyle/>
          <a:p>
            <a:pPr algn="ctr"/>
            <a:r>
              <a:rPr lang="zh-CN" altLang="en-US" sz="2800" dirty="0">
                <a:solidFill>
                  <a:srgbClr val="C80F19"/>
                </a:solidFill>
                <a:latin typeface="宋体" charset="0"/>
                <a:ea typeface="华文新魏" panose="02010800040101010101" pitchFamily="2" charset="-122"/>
                <a:cs typeface="宋体" charset="0"/>
              </a:rPr>
              <a:t>※</a:t>
            </a:r>
            <a:r>
              <a:rPr lang="zh-CN" altLang="en-US" sz="2800" dirty="0">
                <a:solidFill>
                  <a:srgbClr val="C80F19"/>
                </a:solidFill>
                <a:latin typeface="华文新魏" panose="02010800040101010101" pitchFamily="2" charset="-122"/>
                <a:ea typeface="华文新魏" panose="02010800040101010101" pitchFamily="2" charset="-122"/>
              </a:rPr>
              <a:t>习近平新时代中国特色社会主义思想的三个支点</a:t>
            </a:r>
            <a:r>
              <a:rPr lang="zh-CN" altLang="en-US" sz="2800" dirty="0">
                <a:solidFill>
                  <a:srgbClr val="C80F19"/>
                </a:solidFill>
                <a:latin typeface="宋体" charset="0"/>
                <a:ea typeface="华文新魏" panose="02010800040101010101" pitchFamily="2" charset="-122"/>
                <a:cs typeface="宋体" charset="0"/>
              </a:rPr>
              <a:t>※</a:t>
            </a:r>
          </a:p>
        </p:txBody>
      </p:sp>
      <p:cxnSp>
        <p:nvCxnSpPr>
          <p:cNvPr id="16" name="直接连接符 91"/>
          <p:cNvCxnSpPr/>
          <p:nvPr/>
        </p:nvCxnSpPr>
        <p:spPr>
          <a:xfrm>
            <a:off x="2148522" y="1470065"/>
            <a:ext cx="7894955"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60374" y="1564804"/>
            <a:ext cx="11270616" cy="7816850"/>
          </a:xfrm>
          <a:prstGeom prst="rect">
            <a:avLst/>
          </a:prstGeom>
          <a:noFill/>
        </p:spPr>
        <p:txBody>
          <a:bodyPr wrap="square" rtlCol="0">
            <a:spAutoFit/>
          </a:bodyPr>
          <a:lstStyle/>
          <a:p>
            <a:pPr indent="0" fontAlgn="auto">
              <a:lnSpc>
                <a:spcPct val="150000"/>
              </a:lnSpc>
            </a:pPr>
            <a:r>
              <a:rPr lang="zh-CN" altLang="en-US" sz="2800" b="1" dirty="0">
                <a:solidFill>
                  <a:schemeClr val="tx1"/>
                </a:solidFill>
                <a:latin typeface="华文新魏" panose="02010800040101010101" pitchFamily="2" charset="-122"/>
                <a:ea typeface="华文新魏" panose="02010800040101010101" pitchFamily="2" charset="-122"/>
              </a:rPr>
              <a:t>一、坚持</a:t>
            </a:r>
            <a:r>
              <a:rPr lang="zh-CN" altLang="en-US" sz="2800" b="1" dirty="0">
                <a:solidFill>
                  <a:srgbClr val="FF0000"/>
                </a:solidFill>
                <a:latin typeface="华文新魏" panose="02010800040101010101" pitchFamily="2" charset="-122"/>
                <a:ea typeface="华文新魏" panose="02010800040101010101" pitchFamily="2" charset="-122"/>
              </a:rPr>
              <a:t>党的领导</a:t>
            </a:r>
            <a:r>
              <a:rPr lang="zh-CN" altLang="en-US" sz="2800" b="1" dirty="0">
                <a:solidFill>
                  <a:schemeClr val="tx1"/>
                </a:solidFill>
                <a:latin typeface="华文新魏" panose="02010800040101010101" pitchFamily="2" charset="-122"/>
                <a:ea typeface="华文新魏" panose="02010800040101010101" pitchFamily="2" charset="-122"/>
              </a:rPr>
              <a:t>（根本基础）</a:t>
            </a:r>
            <a:r>
              <a:rPr lang="en-US" altLang="zh-CN" sz="2800" b="1" dirty="0">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党的建设新的伟大工程（第三章、第十七章）</a:t>
            </a:r>
          </a:p>
          <a:p>
            <a:pPr indent="0" fontAlgn="auto">
              <a:lnSpc>
                <a:spcPct val="150000"/>
              </a:lnSpc>
            </a:pPr>
            <a:r>
              <a:rPr lang="zh-CN" altLang="en-US" sz="2800" b="1" dirty="0">
                <a:solidFill>
                  <a:schemeClr val="tx1"/>
                </a:solidFill>
                <a:latin typeface="华文新魏" panose="02010800040101010101" pitchFamily="2" charset="-122"/>
                <a:ea typeface="华文新魏" panose="02010800040101010101" pitchFamily="2" charset="-122"/>
                <a:sym typeface="+mn-ea"/>
              </a:rPr>
              <a:t>二、</a:t>
            </a:r>
            <a:r>
              <a:rPr lang="zh-CN" altLang="en-US" sz="2800" b="1" dirty="0">
                <a:solidFill>
                  <a:srgbClr val="FF0000"/>
                </a:solidFill>
                <a:latin typeface="华文新魏" panose="02010800040101010101" pitchFamily="2" charset="-122"/>
                <a:ea typeface="华文新魏" panose="02010800040101010101" pitchFamily="2" charset="-122"/>
                <a:sym typeface="+mn-ea"/>
              </a:rPr>
              <a:t>中国式（现代化）</a:t>
            </a:r>
            <a:r>
              <a:rPr lang="zh-CN" altLang="en-US" sz="2800" b="1" dirty="0">
                <a:latin typeface="华文新魏" panose="02010800040101010101" pitchFamily="2" charset="-122"/>
                <a:ea typeface="华文新魏" panose="02010800040101010101" pitchFamily="2" charset="-122"/>
                <a:sym typeface="+mn-ea"/>
              </a:rPr>
              <a:t>——治理体系与治理能力现代化（实现路径）</a:t>
            </a:r>
            <a:r>
              <a:rPr lang="zh-CN" altLang="en-US" sz="2800" b="1" dirty="0">
                <a:solidFill>
                  <a:srgbClr val="FF0000"/>
                </a:solidFill>
                <a:latin typeface="华文新魏" panose="02010800040101010101" pitchFamily="2" charset="-122"/>
                <a:ea typeface="华文新魏" panose="02010800040101010101" pitchFamily="2" charset="-122"/>
                <a:sym typeface="+mn-ea"/>
              </a:rPr>
              <a:t>（第二章）</a:t>
            </a:r>
            <a:endParaRPr lang="zh-CN" altLang="en-US" sz="2800" b="1" dirty="0">
              <a:solidFill>
                <a:schemeClr val="tx1"/>
              </a:solidFill>
              <a:latin typeface="华文新魏" panose="02010800040101010101" pitchFamily="2" charset="-122"/>
              <a:ea typeface="华文新魏" panose="02010800040101010101" pitchFamily="2" charset="-122"/>
            </a:endParaRPr>
          </a:p>
          <a:p>
            <a:pPr indent="0" fontAlgn="auto">
              <a:lnSpc>
                <a:spcPct val="150000"/>
              </a:lnSpc>
            </a:pPr>
            <a:r>
              <a:rPr lang="zh-CN" altLang="en-US" sz="2800" b="1" dirty="0">
                <a:solidFill>
                  <a:schemeClr val="tx1"/>
                </a:solidFill>
                <a:latin typeface="华文新魏" panose="02010800040101010101" pitchFamily="2" charset="-122"/>
                <a:ea typeface="华文新魏" panose="02010800040101010101" pitchFamily="2" charset="-122"/>
                <a:sym typeface="+mn-ea"/>
              </a:rPr>
              <a:t>三、</a:t>
            </a:r>
            <a:r>
              <a:rPr lang="zh-CN" altLang="en-US" sz="2800" b="1" dirty="0">
                <a:solidFill>
                  <a:srgbClr val="FF0000"/>
                </a:solidFill>
                <a:latin typeface="华文新魏" panose="02010800040101010101" pitchFamily="2" charset="-122"/>
                <a:ea typeface="华文新魏" panose="02010800040101010101" pitchFamily="2" charset="-122"/>
                <a:sym typeface="+mn-ea"/>
              </a:rPr>
              <a:t>以人民为中心</a:t>
            </a:r>
            <a:r>
              <a:rPr lang="zh-CN" altLang="en-US" sz="2800" b="1" dirty="0">
                <a:solidFill>
                  <a:schemeClr val="tx1"/>
                </a:solidFill>
                <a:latin typeface="华文新魏" panose="02010800040101010101" pitchFamily="2" charset="-122"/>
                <a:ea typeface="华文新魏" panose="02010800040101010101" pitchFamily="2" charset="-122"/>
                <a:sym typeface="+mn-ea"/>
              </a:rPr>
              <a:t>（最终依归）</a:t>
            </a:r>
            <a:r>
              <a:rPr lang="zh-CN" altLang="en-US" sz="2800" b="1" dirty="0">
                <a:solidFill>
                  <a:srgbClr val="FF0000"/>
                </a:solidFill>
                <a:latin typeface="华文新魏" panose="02010800040101010101" pitchFamily="2" charset="-122"/>
                <a:ea typeface="华文新魏" panose="02010800040101010101" pitchFamily="2" charset="-122"/>
                <a:sym typeface="+mn-ea"/>
              </a:rPr>
              <a:t>（第四章、第八章）</a:t>
            </a:r>
            <a:endParaRPr lang="zh-CN" altLang="en-US" sz="2800" b="1" dirty="0">
              <a:latin typeface="华文新魏" panose="02010800040101010101" pitchFamily="2" charset="-122"/>
              <a:ea typeface="华文新魏" panose="02010800040101010101" pitchFamily="2" charset="-122"/>
              <a:sym typeface="+mn-ea"/>
            </a:endParaRPr>
          </a:p>
          <a:p>
            <a:pPr indent="0" fontAlgn="auto">
              <a:lnSpc>
                <a:spcPct val="150000"/>
              </a:lnSpc>
            </a:pPr>
            <a:endParaRPr lang="zh-CN" altLang="en-US" sz="2800" b="1" dirty="0">
              <a:solidFill>
                <a:schemeClr val="tx1"/>
              </a:solidFill>
              <a:latin typeface="华文新魏" panose="02010800040101010101" pitchFamily="2" charset="-122"/>
              <a:ea typeface="华文新魏" panose="02010800040101010101" pitchFamily="2" charset="-122"/>
            </a:endParaRPr>
          </a:p>
          <a:p>
            <a:pPr indent="0" fontAlgn="auto">
              <a:lnSpc>
                <a:spcPct val="150000"/>
              </a:lnSpc>
            </a:pPr>
            <a:endParaRPr lang="zh-CN" altLang="en-US" sz="2800" b="1" dirty="0">
              <a:solidFill>
                <a:schemeClr val="tx1"/>
              </a:solidFill>
              <a:latin typeface="华文新魏" panose="02010800040101010101" pitchFamily="2" charset="-122"/>
              <a:ea typeface="华文新魏" panose="02010800040101010101" pitchFamily="2" charset="-122"/>
              <a:sym typeface="+mn-ea"/>
            </a:endParaRPr>
          </a:p>
          <a:p>
            <a:pPr indent="0" fontAlgn="auto">
              <a:lnSpc>
                <a:spcPct val="150000"/>
              </a:lnSpc>
            </a:pPr>
            <a:endParaRPr lang="zh-CN" altLang="en-US" sz="2800" b="1" dirty="0">
              <a:solidFill>
                <a:srgbClr val="FF0000"/>
              </a:solidFill>
              <a:latin typeface="华文新魏" panose="02010800040101010101" pitchFamily="2" charset="-122"/>
              <a:ea typeface="华文新魏" panose="02010800040101010101" pitchFamily="2" charset="-122"/>
            </a:endParaRPr>
          </a:p>
          <a:p>
            <a:pPr>
              <a:lnSpc>
                <a:spcPts val="2280"/>
              </a:lnSpc>
            </a:pPr>
            <a:endParaRPr lang="en-US" altLang="zh-CN" sz="2400" b="1" dirty="0">
              <a:solidFill>
                <a:srgbClr val="FF0000"/>
              </a:solidFill>
              <a:latin typeface="华文新魏" panose="02010800040101010101" pitchFamily="2" charset="-122"/>
              <a:ea typeface="华文新魏" panose="02010800040101010101" pitchFamily="2" charset="-122"/>
            </a:endParaRPr>
          </a:p>
          <a:p>
            <a:pPr algn="ctr">
              <a:lnSpc>
                <a:spcPts val="2280"/>
              </a:lnSpc>
            </a:pPr>
            <a:endParaRPr lang="en-US" altLang="zh-CN" sz="2400" b="1" dirty="0">
              <a:solidFill>
                <a:srgbClr val="FF0000"/>
              </a:solidFill>
              <a:latin typeface="华文新魏" panose="02010800040101010101" pitchFamily="2" charset="-122"/>
              <a:ea typeface="华文新魏" panose="02010800040101010101" pitchFamily="2" charset="-122"/>
            </a:endParaRPr>
          </a:p>
          <a:p>
            <a:pPr>
              <a:lnSpc>
                <a:spcPts val="2280"/>
              </a:lnSpc>
            </a:pPr>
            <a:r>
              <a:rPr lang="zh-CN" altLang="en-US" sz="2400" b="1" dirty="0">
                <a:solidFill>
                  <a:srgbClr val="FF0000"/>
                </a:solidFill>
                <a:latin typeface="华文新魏" panose="02010800040101010101" pitchFamily="2" charset="-122"/>
                <a:ea typeface="华文新魏" panose="02010800040101010101" pitchFamily="2" charset="-122"/>
              </a:rPr>
              <a:t>          </a:t>
            </a:r>
            <a:endParaRPr lang="en-US" altLang="zh-CN" sz="2400" b="1" dirty="0">
              <a:solidFill>
                <a:srgbClr val="FF0000"/>
              </a:solidFill>
              <a:latin typeface="华文新魏" panose="02010800040101010101" pitchFamily="2" charset="-122"/>
              <a:ea typeface="华文新魏" panose="02010800040101010101" pitchFamily="2" charset="-122"/>
            </a:endParaRPr>
          </a:p>
          <a:p>
            <a:pPr>
              <a:lnSpc>
                <a:spcPts val="2280"/>
              </a:lnSpc>
            </a:pPr>
            <a:r>
              <a:rPr lang="en-US" altLang="zh-CN" sz="2400" b="1" dirty="0">
                <a:solidFill>
                  <a:srgbClr val="FF0000"/>
                </a:solidFill>
                <a:latin typeface="华文新魏" panose="02010800040101010101" pitchFamily="2" charset="-122"/>
                <a:ea typeface="华文新魏" panose="02010800040101010101" pitchFamily="2" charset="-122"/>
              </a:rPr>
              <a:t>           </a:t>
            </a:r>
            <a:r>
              <a:rPr lang="zh-CN" altLang="en-US" sz="2400" b="1" dirty="0">
                <a:latin typeface="+mn-ea"/>
              </a:rPr>
              <a:t>         </a:t>
            </a:r>
            <a:endParaRPr lang="en-US" altLang="zh-CN" sz="2400" b="1" dirty="0">
              <a:latin typeface="+mn-ea"/>
            </a:endParaRPr>
          </a:p>
          <a:p>
            <a:pPr>
              <a:lnSpc>
                <a:spcPts val="2280"/>
              </a:lnSpc>
            </a:pPr>
            <a:r>
              <a:rPr lang="en-US" altLang="zh-CN" sz="2400" b="1" dirty="0">
                <a:latin typeface="+mn-ea"/>
              </a:rPr>
              <a:t>           </a:t>
            </a:r>
          </a:p>
          <a:p>
            <a:pPr>
              <a:lnSpc>
                <a:spcPts val="2280"/>
              </a:lnSpc>
            </a:pPr>
            <a:r>
              <a:rPr lang="zh-CN" altLang="en-US" sz="2400" b="1" dirty="0">
                <a:latin typeface="+mn-ea"/>
              </a:rPr>
              <a:t>          </a:t>
            </a:r>
          </a:p>
          <a:p>
            <a:pPr algn="ctr">
              <a:lnSpc>
                <a:spcPts val="2080"/>
              </a:lnSpc>
            </a:pPr>
            <a:endParaRPr lang="zh-CN" altLang="en-US" sz="2400" b="1" dirty="0">
              <a:latin typeface="微软雅黑" panose="020B0503020204020204" charset="-122"/>
              <a:ea typeface="微软雅黑" panose="020B0503020204020204" charset="-122"/>
            </a:endParaRPr>
          </a:p>
          <a:p>
            <a:pPr algn="ctr">
              <a:lnSpc>
                <a:spcPts val="2080"/>
              </a:lnSpc>
            </a:pPr>
            <a:endParaRPr lang="zh-CN" altLang="en-US" sz="2400" dirty="0"/>
          </a:p>
          <a:p>
            <a:pPr>
              <a:lnSpc>
                <a:spcPts val="2080"/>
              </a:lnSpc>
            </a:pPr>
            <a:r>
              <a:rPr kumimoji="1" lang="zh-CN" altLang="en-US"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1000" fill="hold"/>
                                        <p:tgtEl>
                                          <p:spTgt spid="85"/>
                                        </p:tgtEl>
                                        <p:attrNameLst>
                                          <p:attrName>ppt_x</p:attrName>
                                        </p:attrNameLst>
                                      </p:cBhvr>
                                      <p:tavLst>
                                        <p:tav tm="0">
                                          <p:val>
                                            <p:strVal val="#ppt_x"/>
                                          </p:val>
                                        </p:tav>
                                        <p:tav tm="100000">
                                          <p:val>
                                            <p:strVal val="#ppt_x"/>
                                          </p:val>
                                        </p:tav>
                                      </p:tavLst>
                                    </p:anim>
                                    <p:anim calcmode="lin" valueType="num">
                                      <p:cBhvr additive="base">
                                        <p:cTn id="8" dur="1000" fill="hold"/>
                                        <p:tgtEl>
                                          <p:spTgt spid="8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400"/>
                                  </p:stCondLst>
                                  <p:childTnLst>
                                    <p:set>
                                      <p:cBhvr>
                                        <p:cTn id="10" dur="1" fill="hold">
                                          <p:stCondLst>
                                            <p:cond delay="0"/>
                                          </p:stCondLst>
                                        </p:cTn>
                                        <p:tgtEl>
                                          <p:spTgt spid="107"/>
                                        </p:tgtEl>
                                        <p:attrNameLst>
                                          <p:attrName>style.visibility</p:attrName>
                                        </p:attrNameLst>
                                      </p:cBhvr>
                                      <p:to>
                                        <p:strVal val="visible"/>
                                      </p:to>
                                    </p:set>
                                    <p:anim calcmode="lin" valueType="num">
                                      <p:cBhvr additive="base">
                                        <p:cTn id="11" dur="1000" fill="hold"/>
                                        <p:tgtEl>
                                          <p:spTgt spid="107"/>
                                        </p:tgtEl>
                                        <p:attrNameLst>
                                          <p:attrName>ppt_x</p:attrName>
                                        </p:attrNameLst>
                                      </p:cBhvr>
                                      <p:tavLst>
                                        <p:tav tm="0">
                                          <p:val>
                                            <p:strVal val="#ppt_x"/>
                                          </p:val>
                                        </p:tav>
                                        <p:tav tm="100000">
                                          <p:val>
                                            <p:strVal val="#ppt_x"/>
                                          </p:val>
                                        </p:tav>
                                      </p:tavLst>
                                    </p:anim>
                                    <p:anim calcmode="lin" valueType="num">
                                      <p:cBhvr additive="base">
                                        <p:cTn id="12" dur="1000" fill="hold"/>
                                        <p:tgtEl>
                                          <p:spTgt spid="107"/>
                                        </p:tgtEl>
                                        <p:attrNameLst>
                                          <p:attrName>ppt_y</p:attrName>
                                        </p:attrNameLst>
                                      </p:cBhvr>
                                      <p:tavLst>
                                        <p:tav tm="0">
                                          <p:val>
                                            <p:strVal val="0-#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86"/>
                                        </p:tgtEl>
                                        <p:attrNameLst>
                                          <p:attrName>style.visibility</p:attrName>
                                        </p:attrNameLst>
                                      </p:cBhvr>
                                      <p:to>
                                        <p:strVal val="visible"/>
                                      </p:to>
                                    </p:set>
                                    <p:animEffect transition="in" filter="fade">
                                      <p:cBhvr>
                                        <p:cTn id="15" dur="500"/>
                                        <p:tgtEl>
                                          <p:spTgt spid="86"/>
                                        </p:tgtEl>
                                      </p:cBhvr>
                                    </p:animEffect>
                                  </p:childTnLst>
                                </p:cTn>
                              </p:par>
                            </p:childTnLst>
                          </p:cTn>
                        </p:par>
                        <p:par>
                          <p:cTn id="16" fill="hold">
                            <p:stCondLst>
                              <p:cond delay="1000"/>
                            </p:stCondLst>
                            <p:childTnLst>
                              <p:par>
                                <p:cTn id="17" presetID="16" presetClass="entr" presetSubtype="37"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bldLvl="0" animBg="1"/>
      <p:bldP spid="85" grpId="0" bldLvl="0" animBg="1"/>
      <p:bldP spid="86"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a:xfrm>
            <a:off x="511810" y="294005"/>
            <a:ext cx="11083290" cy="5558790"/>
          </a:xfrm>
        </p:spPr>
        <p:txBody>
          <a:bodyPr/>
          <a:lstStyle/>
          <a:p>
            <a:pPr marL="0" indent="0" algn="ctr">
              <a:buNone/>
            </a:pPr>
            <a:r>
              <a:rPr lang="zh-CN" altLang="en-US" b="1" dirty="0">
                <a:solidFill>
                  <a:srgbClr val="FF0000"/>
                </a:solidFill>
              </a:rPr>
              <a:t>复习思路参考</a:t>
            </a:r>
          </a:p>
          <a:p>
            <a:pPr marL="0" indent="0" fontAlgn="auto">
              <a:lnSpc>
                <a:spcPct val="150000"/>
              </a:lnSpc>
              <a:buNone/>
            </a:pPr>
            <a:r>
              <a:rPr lang="en-US" altLang="zh-CN" sz="2400" dirty="0"/>
              <a:t>1</a:t>
            </a:r>
            <a:r>
              <a:rPr lang="zh-CN" altLang="en-US" sz="2400" dirty="0"/>
              <a:t>、重点看每一章的“学习要点”和“本章小结”。</a:t>
            </a:r>
          </a:p>
          <a:p>
            <a:pPr marL="0" indent="0" fontAlgn="auto">
              <a:lnSpc>
                <a:spcPct val="150000"/>
              </a:lnSpc>
              <a:buNone/>
            </a:pPr>
            <a:r>
              <a:rPr lang="en-US" altLang="zh-CN" sz="2400" dirty="0"/>
              <a:t>2</a:t>
            </a:r>
            <a:r>
              <a:rPr lang="zh-CN" altLang="en-US" sz="2400" dirty="0"/>
              <a:t>、每一章提炼一个主题词，并按照“理论产生的原因</a:t>
            </a:r>
            <a:r>
              <a:rPr lang="en-US" altLang="zh-CN" sz="2400" dirty="0"/>
              <a:t>/</a:t>
            </a:r>
            <a:r>
              <a:rPr lang="zh-CN" altLang="en-US" sz="2400" dirty="0"/>
              <a:t>背景——理论内容——理论实践要求</a:t>
            </a:r>
            <a:r>
              <a:rPr lang="en-US" altLang="zh-CN" sz="2400" dirty="0"/>
              <a:t>——</a:t>
            </a:r>
            <a:r>
              <a:rPr lang="zh-CN" altLang="en-US" sz="2400" dirty="0"/>
              <a:t>意义”对本章内容进行整合归类。以每章提炼的主题词为关键词查找打印相关期刊论文，用马克笔标注重点，包括马克思恩格斯的相关论述、毛泽东、邓小平、江泽民、胡锦涛、习近平总书记的相关论述（在文中都带有双引号）、你认为对你有启发的观点等。这一部分可作为你试卷答案中的论据使用，也可模仿借鉴期刊论文的行文组织安排论述题答案。</a:t>
            </a:r>
          </a:p>
          <a:p>
            <a:pPr marL="0" indent="0" fontAlgn="auto">
              <a:lnSpc>
                <a:spcPct val="150000"/>
              </a:lnSpc>
              <a:buNone/>
            </a:pPr>
            <a:r>
              <a:rPr lang="en-US" altLang="zh-CN" sz="2400" dirty="0"/>
              <a:t>3</a:t>
            </a:r>
            <a:r>
              <a:rPr lang="zh-CN" altLang="en-US" sz="2400" dirty="0"/>
              <a:t>、关注当下时政热点，</a:t>
            </a:r>
            <a:r>
              <a:rPr lang="zh-CN" altLang="en-US" sz="2400" dirty="0">
                <a:solidFill>
                  <a:srgbClr val="FF0000"/>
                </a:solidFill>
              </a:rPr>
              <a:t>通读党的二十大报告及二十届三中全会公报</a:t>
            </a:r>
            <a:r>
              <a:rPr lang="zh-CN" altLang="en-US" sz="2400" dirty="0"/>
              <a:t>。</a:t>
            </a:r>
          </a:p>
          <a:p>
            <a:pPr marL="0" indent="0" fontAlgn="auto">
              <a:lnSpc>
                <a:spcPct val="150000"/>
              </a:lnSpc>
              <a:buNone/>
            </a:pPr>
            <a:r>
              <a:rPr lang="en-US" altLang="zh-CN" sz="2400" dirty="0"/>
              <a:t>4</a:t>
            </a:r>
            <a:r>
              <a:rPr lang="zh-CN" altLang="en-US" sz="2400" dirty="0"/>
              <a:t>、重新回顾自己的实践报告及平时作业，标注整理出有价值的观点和思路。</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pPr marL="0" indent="0" algn="ctr">
              <a:buNone/>
            </a:pPr>
            <a:r>
              <a:rPr lang="zh-CN" altLang="en-US" sz="3600" dirty="0"/>
              <a:t>本学期的习概授课以</a:t>
            </a:r>
            <a:r>
              <a:rPr lang="zh-CN" altLang="en-US" sz="3600" b="1" dirty="0">
                <a:solidFill>
                  <a:srgbClr val="FF0000"/>
                </a:solidFill>
              </a:rPr>
              <a:t>“</a:t>
            </a:r>
            <a:r>
              <a:rPr lang="en-US" altLang="zh-CN" sz="3600" b="1" dirty="0">
                <a:solidFill>
                  <a:srgbClr val="FF0000"/>
                </a:solidFill>
              </a:rPr>
              <a:t>4+5+2</a:t>
            </a:r>
            <a:r>
              <a:rPr lang="zh-CN" altLang="en-US" sz="3600" b="1" dirty="0">
                <a:solidFill>
                  <a:srgbClr val="FF0000"/>
                </a:solidFill>
              </a:rPr>
              <a:t>”的专题式教学</a:t>
            </a:r>
            <a:r>
              <a:rPr lang="zh-CN" altLang="en-US" sz="3600" dirty="0"/>
              <a:t>进行：</a:t>
            </a:r>
            <a:endParaRPr lang="zh-CN" altLang="en-US" dirty="0"/>
          </a:p>
          <a:p>
            <a:pPr marL="0" indent="0">
              <a:buNone/>
            </a:pPr>
            <a:endParaRPr lang="zh-CN" altLang="en-US" dirty="0"/>
          </a:p>
          <a:p>
            <a:pPr marL="0" indent="0">
              <a:buNone/>
            </a:pPr>
            <a:r>
              <a:rPr lang="zh-CN" altLang="en-US" dirty="0"/>
              <a:t>“</a:t>
            </a:r>
            <a:r>
              <a:rPr lang="en-US" altLang="zh-CN" dirty="0"/>
              <a:t>4</a:t>
            </a:r>
            <a:r>
              <a:rPr lang="zh-CN" altLang="en-US" dirty="0"/>
              <a:t>”：“四个全面”战略布局（治国理政综合体系）</a:t>
            </a:r>
          </a:p>
          <a:p>
            <a:pPr marL="0" indent="0">
              <a:buNone/>
            </a:pPr>
            <a:r>
              <a:rPr lang="zh-CN" altLang="en-US" dirty="0"/>
              <a:t>——第一、二、三、五、九、十七章</a:t>
            </a:r>
          </a:p>
          <a:p>
            <a:pPr marL="0" indent="0">
              <a:buNone/>
            </a:pPr>
            <a:endParaRPr lang="zh-CN" altLang="en-US" dirty="0"/>
          </a:p>
          <a:p>
            <a:pPr marL="0" indent="0">
              <a:buNone/>
            </a:pPr>
            <a:r>
              <a:rPr lang="zh-CN" altLang="en-US" dirty="0"/>
              <a:t>“</a:t>
            </a:r>
            <a:r>
              <a:rPr lang="en-US" altLang="zh-CN" dirty="0"/>
              <a:t>5</a:t>
            </a:r>
            <a:r>
              <a:rPr lang="zh-CN" altLang="en-US" dirty="0"/>
              <a:t>”：“五位一体”总体布局</a:t>
            </a:r>
          </a:p>
          <a:p>
            <a:pPr marL="0" indent="0">
              <a:buNone/>
            </a:pPr>
            <a:r>
              <a:rPr lang="zh-CN" altLang="en-US" dirty="0"/>
              <a:t>——第四、六、七、八、十、十一、十二章</a:t>
            </a:r>
          </a:p>
          <a:p>
            <a:pPr marL="0" indent="0">
              <a:buNone/>
            </a:pPr>
            <a:endParaRPr lang="zh-CN" altLang="en-US" dirty="0"/>
          </a:p>
          <a:p>
            <a:pPr marL="0" indent="0">
              <a:buNone/>
            </a:pPr>
            <a:r>
              <a:rPr lang="zh-CN" altLang="en-US" dirty="0"/>
              <a:t>“</a:t>
            </a:r>
            <a:r>
              <a:rPr lang="en-US" altLang="zh-CN" dirty="0"/>
              <a:t>2</a:t>
            </a:r>
            <a:r>
              <a:rPr lang="zh-CN" altLang="en-US" dirty="0"/>
              <a:t>”：“国家安全”</a:t>
            </a:r>
            <a:r>
              <a:rPr lang="en-US" altLang="zh-CN" dirty="0"/>
              <a:t>+</a:t>
            </a:r>
            <a:r>
              <a:rPr lang="zh-CN" altLang="en-US" dirty="0"/>
              <a:t>“共同体理论”</a:t>
            </a:r>
          </a:p>
          <a:p>
            <a:pPr marL="0" indent="0">
              <a:buNone/>
            </a:pPr>
            <a:r>
              <a:rPr lang="zh-CN" altLang="en-US" dirty="0"/>
              <a:t>——</a:t>
            </a:r>
            <a:r>
              <a:rPr lang="zh-CN" altLang="en-US" dirty="0">
                <a:sym typeface="+mn-ea"/>
              </a:rPr>
              <a:t>第十三、十四、</a:t>
            </a:r>
            <a:r>
              <a:rPr lang="zh-CN" altLang="en-US" dirty="0"/>
              <a:t>十五、十六章</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2545" y="0"/>
            <a:ext cx="12192001" cy="6858000"/>
            <a:chOff x="0" y="0"/>
            <a:chExt cx="12192001" cy="6858000"/>
          </a:xfrm>
        </p:grpSpPr>
        <p:pic>
          <p:nvPicPr>
            <p:cNvPr id="3" name="图片 2"/>
            <p:cNvPicPr>
              <a:picLocks noChangeAspect="1"/>
            </p:cNvPicPr>
            <p:nvPr/>
          </p:nvPicPr>
          <p:blipFill>
            <a:blip r:embed="rId3"/>
            <a:stretch>
              <a:fillRect/>
            </a:stretch>
          </p:blipFill>
          <p:spPr>
            <a:xfrm>
              <a:off x="1" y="0"/>
              <a:ext cx="12192000" cy="6858000"/>
            </a:xfrm>
            <a:prstGeom prst="rect">
              <a:avLst/>
            </a:prstGeom>
            <a:noFill/>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56000" y="0"/>
              <a:ext cx="6480000" cy="3240000"/>
            </a:xfrm>
            <a:prstGeom prst="rect">
              <a:avLst/>
            </a:prstGeom>
          </p:spPr>
        </p:pic>
        <p:pic>
          <p:nvPicPr>
            <p:cNvPr id="5" name="图片 4"/>
            <p:cNvPicPr>
              <a:picLocks noChangeAspect="1"/>
            </p:cNvPicPr>
            <p:nvPr/>
          </p:nvPicPr>
          <p:blipFill rotWithShape="1">
            <a:blip r:embed="rId5"/>
            <a:srcRect b="37589"/>
            <a:stretch>
              <a:fillRect/>
            </a:stretch>
          </p:blipFill>
          <p:spPr>
            <a:xfrm>
              <a:off x="0" y="4694174"/>
              <a:ext cx="12192000" cy="2163826"/>
            </a:xfrm>
            <a:prstGeom prst="rect">
              <a:avLst/>
            </a:prstGeom>
          </p:spPr>
        </p:pic>
      </p:grpSp>
      <p:sp>
        <p:nvSpPr>
          <p:cNvPr id="6" name="文本框 5"/>
          <p:cNvSpPr txBox="1"/>
          <p:nvPr/>
        </p:nvSpPr>
        <p:spPr>
          <a:xfrm>
            <a:off x="1935479" y="2637140"/>
            <a:ext cx="8321040" cy="3907790"/>
          </a:xfrm>
          <a:prstGeom prst="rect">
            <a:avLst/>
          </a:prstGeom>
          <a:noFill/>
        </p:spPr>
        <p:txBody>
          <a:bodyPr wrap="none" rtlCol="0">
            <a:spAutoFit/>
          </a:bodyPr>
          <a:lstStyle/>
          <a:p>
            <a:pPr algn="ctr"/>
            <a:r>
              <a:rPr lang="zh-CN" altLang="en-US" sz="4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全面深化改革（开放）（根本动力）</a:t>
            </a:r>
            <a:endParaRPr lang="zh-CN" altLang="en-US" sz="4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a:p>
            <a:pPr algn="ctr"/>
            <a:endParaRPr lang="zh-CN" altLang="en-US" sz="40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sym typeface="+mn-ea"/>
            </a:endParaRPr>
          </a:p>
          <a:p>
            <a:pPr algn="ctr"/>
            <a:r>
              <a:rPr lang="zh-CN" altLang="en-US" sz="40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sym typeface="+mn-ea"/>
              </a:rPr>
              <a:t>全面依法治国（治理方式）</a:t>
            </a:r>
          </a:p>
          <a:p>
            <a:pPr algn="ctr"/>
            <a:endParaRPr lang="zh-CN" altLang="en-US" sz="40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sym typeface="+mn-ea"/>
            </a:endParaRPr>
          </a:p>
          <a:p>
            <a:pPr algn="ctr"/>
            <a:r>
              <a:rPr lang="zh-CN" altLang="en-US" sz="40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sym typeface="+mn-ea"/>
              </a:rPr>
              <a:t>全面从严治党（政治保证）</a:t>
            </a:r>
            <a:endParaRPr lang="zh-CN" altLang="en-US" sz="48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a:p>
            <a:pPr algn="ctr"/>
            <a:endParaRPr lang="zh-CN" altLang="en-US" sz="4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7" name="文本框 6"/>
          <p:cNvSpPr txBox="1"/>
          <p:nvPr/>
        </p:nvSpPr>
        <p:spPr>
          <a:xfrm>
            <a:off x="42544" y="182345"/>
            <a:ext cx="12515215" cy="2677656"/>
          </a:xfrm>
          <a:prstGeom prst="rect">
            <a:avLst/>
          </a:prstGeom>
          <a:noFill/>
        </p:spPr>
        <p:txBody>
          <a:bodyPr wrap="square" rtlCol="0">
            <a:spAutoFit/>
          </a:bodyPr>
          <a:lstStyle/>
          <a:p>
            <a:pPr algn="ctr"/>
            <a:r>
              <a:rPr lang="zh-CN" altLang="en-US" sz="48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“四个全面”战略布局（治国理政综合体系）</a:t>
            </a:r>
            <a:endParaRPr lang="zh-CN" altLang="en-US" sz="4800" u="sng"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a:p>
            <a:pPr algn="ctr"/>
            <a:endParaRPr lang="zh-CN" altLang="en-US" sz="40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a:p>
            <a:pPr algn="ctr"/>
            <a:r>
              <a:rPr lang="zh-CN" altLang="en-US" sz="40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全面建设社会主义现代化国家（战略目标）</a:t>
            </a:r>
          </a:p>
          <a:p>
            <a:pPr algn="ctr"/>
            <a:r>
              <a:rPr lang="en-US" altLang="zh-CN" sz="40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      </a:t>
            </a:r>
            <a:endParaRPr lang="zh-CN" altLang="en-US" sz="40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cxnSp>
        <p:nvCxnSpPr>
          <p:cNvPr id="8" name="直接连接符 7"/>
          <p:cNvCxnSpPr/>
          <p:nvPr/>
        </p:nvCxnSpPr>
        <p:spPr>
          <a:xfrm>
            <a:off x="1023570" y="1139125"/>
            <a:ext cx="9360000" cy="0"/>
          </a:xfrm>
          <a:prstGeom prst="line">
            <a:avLst/>
          </a:prstGeom>
          <a:ln w="12700">
            <a:gradFill>
              <a:gsLst>
                <a:gs pos="0">
                  <a:schemeClr val="accent4">
                    <a:lumMod val="20000"/>
                    <a:lumOff val="80000"/>
                    <a:alpha val="0"/>
                  </a:schemeClr>
                </a:gs>
                <a:gs pos="50000">
                  <a:schemeClr val="accent4">
                    <a:lumMod val="20000"/>
                    <a:lumOff val="80000"/>
                  </a:schemeClr>
                </a:gs>
                <a:gs pos="100000">
                  <a:schemeClr val="accent4">
                    <a:lumMod val="20000"/>
                    <a:lumOff val="80000"/>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9" name="组合 2"/>
          <p:cNvGrpSpPr/>
          <p:nvPr/>
        </p:nvGrpSpPr>
        <p:grpSpPr>
          <a:xfrm>
            <a:off x="3306241" y="1354835"/>
            <a:ext cx="1088558" cy="3912905"/>
            <a:chOff x="3306241" y="1354835"/>
            <a:chExt cx="1088558" cy="3912905"/>
          </a:xfrm>
        </p:grpSpPr>
        <p:cxnSp>
          <p:nvCxnSpPr>
            <p:cNvPr id="3145802" name="直接连接符 62"/>
            <p:cNvCxnSpPr/>
            <p:nvPr/>
          </p:nvCxnSpPr>
          <p:spPr>
            <a:xfrm>
              <a:off x="3306241" y="3306792"/>
              <a:ext cx="518542"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3" name="直接连接符 63"/>
            <p:cNvCxnSpPr/>
            <p:nvPr/>
          </p:nvCxnSpPr>
          <p:spPr>
            <a:xfrm>
              <a:off x="3824783" y="135483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4" name="直接连接符 65"/>
            <p:cNvCxnSpPr/>
            <p:nvPr/>
          </p:nvCxnSpPr>
          <p:spPr>
            <a:xfrm>
              <a:off x="3824783" y="265562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5" name="直接连接符 82"/>
            <p:cNvCxnSpPr/>
            <p:nvPr/>
          </p:nvCxnSpPr>
          <p:spPr>
            <a:xfrm flipV="1">
              <a:off x="3824783" y="1354836"/>
              <a:ext cx="0" cy="391290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6" name="直接连接符 83"/>
            <p:cNvCxnSpPr/>
            <p:nvPr/>
          </p:nvCxnSpPr>
          <p:spPr>
            <a:xfrm>
              <a:off x="3824783" y="4002174"/>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7" name="直接连接符 84"/>
            <p:cNvCxnSpPr/>
            <p:nvPr/>
          </p:nvCxnSpPr>
          <p:spPr>
            <a:xfrm>
              <a:off x="3824783" y="5267740"/>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11" name="组合 39"/>
          <p:cNvGrpSpPr/>
          <p:nvPr/>
        </p:nvGrpSpPr>
        <p:grpSpPr>
          <a:xfrm>
            <a:off x="6571356" y="1146183"/>
            <a:ext cx="5369537" cy="1148633"/>
            <a:chOff x="6881871" y="3548388"/>
            <a:chExt cx="5369537" cy="1148633"/>
          </a:xfrm>
        </p:grpSpPr>
        <p:cxnSp>
          <p:nvCxnSpPr>
            <p:cNvPr id="3145811" name="连接符: 肘形 12"/>
            <p:cNvCxnSpPr>
              <a:stCxn id="1049692" idx="3"/>
              <a:endCxn id="1049679" idx="5"/>
            </p:cNvCxnSpPr>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45812" name="连接符: 肘形 14"/>
            <p:cNvCxnSpPr>
              <a:stCxn id="1049692" idx="3"/>
              <a:endCxn id="1049681" idx="2"/>
            </p:cNvCxnSpPr>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45813" name="直接箭头连接符 16"/>
            <p:cNvCxnSpPr>
              <a:stCxn id="1049692" idx="3"/>
              <a:endCxn id="1049680" idx="2"/>
            </p:cNvCxnSpPr>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049676" name="文本框 87"/>
            <p:cNvSpPr txBox="1"/>
            <p:nvPr/>
          </p:nvSpPr>
          <p:spPr>
            <a:xfrm>
              <a:off x="7623528" y="3548388"/>
              <a:ext cx="3205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方向决定道路，道路决定命运（原因）</a:t>
              </a:r>
            </a:p>
          </p:txBody>
        </p:sp>
        <p:sp>
          <p:nvSpPr>
            <p:cNvPr id="1049677" name="文本框 88"/>
            <p:cNvSpPr txBox="1"/>
            <p:nvPr/>
          </p:nvSpPr>
          <p:spPr>
            <a:xfrm>
              <a:off x="7623528" y="3857237"/>
              <a:ext cx="3205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中国特色社会主义进入新时代（内涵）</a:t>
              </a:r>
            </a:p>
          </p:txBody>
        </p:sp>
        <p:sp>
          <p:nvSpPr>
            <p:cNvPr id="1049678" name="文本框 89"/>
            <p:cNvSpPr txBox="1"/>
            <p:nvPr/>
          </p:nvSpPr>
          <p:spPr>
            <a:xfrm>
              <a:off x="7623528" y="4175051"/>
              <a:ext cx="4627880" cy="521970"/>
            </a:xfrm>
            <a:prstGeom prst="rect">
              <a:avLst/>
            </a:prstGeom>
            <a:noFill/>
          </p:spPr>
          <p:txBody>
            <a:bodyPr wrap="none" rtlCol="0">
              <a:spAutoFit/>
            </a:bodyPr>
            <a:lstStyle/>
            <a:p>
              <a:pPr algn="l"/>
              <a:r>
                <a:rPr lang="zh-CN" altLang="en-US" sz="1400" dirty="0">
                  <a:solidFill>
                    <a:srgbClr val="FF0000"/>
                  </a:solidFill>
                  <a:latin typeface="微软雅黑" panose="020B0503020204020204" charset="-122"/>
                  <a:ea typeface="微软雅黑" panose="020B0503020204020204" charset="-122"/>
                </a:rPr>
                <a:t>新时代坚持和发展中国特色社会主义要一以贯之（举措）</a:t>
              </a:r>
            </a:p>
            <a:p>
              <a:pPr algn="l"/>
              <a:r>
                <a:rPr lang="zh-CN" altLang="en-US" sz="1400" dirty="0">
                  <a:solidFill>
                    <a:srgbClr val="FF0000"/>
                  </a:solidFill>
                  <a:latin typeface="微软雅黑" panose="020B0503020204020204" charset="-122"/>
                  <a:ea typeface="微软雅黑" panose="020B0503020204020204" charset="-122"/>
                </a:rPr>
                <a:t>（坚定“</a:t>
              </a:r>
              <a:r>
                <a:rPr lang="en-US" altLang="zh-CN" sz="1400" dirty="0">
                  <a:solidFill>
                    <a:srgbClr val="FF0000"/>
                  </a:solidFill>
                  <a:latin typeface="微软雅黑" panose="020B0503020204020204" charset="-122"/>
                  <a:ea typeface="微软雅黑" panose="020B0503020204020204" charset="-122"/>
                </a:rPr>
                <a:t>四个自信</a:t>
              </a:r>
              <a:r>
                <a:rPr lang="zh-CN" altLang="en-US" sz="1400" dirty="0">
                  <a:solidFill>
                    <a:srgbClr val="FF0000"/>
                  </a:solidFill>
                  <a:latin typeface="微软雅黑" panose="020B0503020204020204" charset="-122"/>
                  <a:ea typeface="微软雅黑" panose="020B0503020204020204" charset="-122"/>
                </a:rPr>
                <a:t>”</a:t>
              </a:r>
              <a:r>
                <a:rPr lang="en-US" altLang="zh-CN" sz="1400" dirty="0">
                  <a:solidFill>
                    <a:srgbClr val="FF0000"/>
                  </a:solidFill>
                  <a:latin typeface="微软雅黑" panose="020B0503020204020204" charset="-122"/>
                  <a:ea typeface="微软雅黑" panose="020B0503020204020204" charset="-122"/>
                </a:rPr>
                <a:t>P20</a:t>
              </a:r>
              <a:r>
                <a:rPr lang="zh-CN" altLang="en-US" sz="1400" dirty="0">
                  <a:solidFill>
                    <a:srgbClr val="FF0000"/>
                  </a:solidFill>
                  <a:latin typeface="微软雅黑" panose="020B0503020204020204" charset="-122"/>
                  <a:ea typeface="微软雅黑" panose="020B0503020204020204" charset="-122"/>
                </a:rPr>
                <a:t>）</a:t>
              </a:r>
            </a:p>
          </p:txBody>
        </p:sp>
        <p:sp>
          <p:nvSpPr>
            <p:cNvPr id="1049679" name="椭圆 95"/>
            <p:cNvSpPr/>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680" name="椭圆 96"/>
            <p:cNvSpPr/>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681" name="椭圆 97"/>
            <p:cNvSpPr/>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9690" name="平行四边形 64"/>
          <p:cNvSpPr/>
          <p:nvPr/>
        </p:nvSpPr>
        <p:spPr>
          <a:xfrm>
            <a:off x="4145280" y="1097280"/>
            <a:ext cx="2579370" cy="920115"/>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rPr>
              <a:t>新时代坚持和发展中国特色社会主义（第一章）</a:t>
            </a:r>
            <a:r>
              <a:rPr lang="en-US" altLang="zh-CN" sz="1600" b="1" dirty="0">
                <a:solidFill>
                  <a:schemeClr val="tx1"/>
                </a:solidFill>
                <a:latin typeface="微软雅黑" panose="020B0503020204020204" charset="-122"/>
                <a:ea typeface="微软雅黑" panose="020B0503020204020204" charset="-122"/>
              </a:rPr>
              <a:t>P14</a:t>
            </a:r>
          </a:p>
        </p:txBody>
      </p:sp>
      <p:sp>
        <p:nvSpPr>
          <p:cNvPr id="1049691" name="平行四边形 66"/>
          <p:cNvSpPr/>
          <p:nvPr/>
        </p:nvSpPr>
        <p:spPr>
          <a:xfrm>
            <a:off x="4079851" y="4033342"/>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以</a:t>
            </a:r>
            <a:r>
              <a:rPr lang="zh-CN" altLang="en-US" sz="1600" b="1" dirty="0">
                <a:solidFill>
                  <a:srgbClr val="FF0000"/>
                </a:solidFill>
                <a:latin typeface="微软雅黑" panose="020B0503020204020204" charset="-122"/>
                <a:ea typeface="微软雅黑" panose="020B0503020204020204" charset="-122"/>
              </a:rPr>
              <a:t>中国式现代化</a:t>
            </a:r>
            <a:r>
              <a:rPr lang="zh-CN" altLang="en-US" sz="1600" b="1" dirty="0">
                <a:solidFill>
                  <a:schemeClr val="tx1"/>
                </a:solidFill>
                <a:latin typeface="微软雅黑" panose="020B0503020204020204" charset="-122"/>
                <a:ea typeface="微软雅黑" panose="020B0503020204020204" charset="-122"/>
              </a:rPr>
              <a:t>全面推进中华民族伟大复兴</a:t>
            </a:r>
          </a:p>
          <a:p>
            <a:pPr algn="ctr">
              <a:lnSpc>
                <a:spcPct val="120000"/>
              </a:lnSpc>
            </a:pPr>
            <a:r>
              <a:rPr lang="zh-CN" altLang="en-US" sz="1600" b="1" dirty="0">
                <a:solidFill>
                  <a:schemeClr val="tx1"/>
                </a:solidFill>
                <a:latin typeface="微软雅黑" panose="020B0503020204020204" charset="-122"/>
                <a:ea typeface="微软雅黑" panose="020B0503020204020204" charset="-122"/>
              </a:rPr>
              <a:t>（第二章）</a:t>
            </a:r>
            <a:r>
              <a:rPr lang="en-US" altLang="zh-CN" sz="1600" b="1" dirty="0">
                <a:solidFill>
                  <a:schemeClr val="tx1"/>
                </a:solidFill>
                <a:latin typeface="微软雅黑" panose="020B0503020204020204" charset="-122"/>
                <a:ea typeface="微软雅黑" panose="020B0503020204020204" charset="-122"/>
              </a:rPr>
              <a:t>P35</a:t>
            </a:r>
          </a:p>
        </p:txBody>
      </p:sp>
      <p:grpSp>
        <p:nvGrpSpPr>
          <p:cNvPr id="514" name="组合 13"/>
          <p:cNvGrpSpPr/>
          <p:nvPr/>
        </p:nvGrpSpPr>
        <p:grpSpPr>
          <a:xfrm>
            <a:off x="2387223" y="686884"/>
            <a:ext cx="7311769" cy="0"/>
            <a:chOff x="2415798" y="1010793"/>
            <a:chExt cx="7311769" cy="0"/>
          </a:xfrm>
        </p:grpSpPr>
        <p:cxnSp>
          <p:nvCxnSpPr>
            <p:cNvPr id="3145818" name="直接箭头连接符 14"/>
            <p:cNvCxnSpPr/>
            <p:nvPr/>
          </p:nvCxnSpPr>
          <p:spPr>
            <a:xfrm>
              <a:off x="726013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cxnSp>
          <p:nvCxnSpPr>
            <p:cNvPr id="3145819" name="直接箭头连接符 15"/>
            <p:cNvCxnSpPr/>
            <p:nvPr/>
          </p:nvCxnSpPr>
          <p:spPr>
            <a:xfrm flipH="1">
              <a:off x="241579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grpSp>
      <p:sp>
        <p:nvSpPr>
          <p:cNvPr id="1049694" name="平行四边形 61"/>
          <p:cNvSpPr/>
          <p:nvPr/>
        </p:nvSpPr>
        <p:spPr>
          <a:xfrm>
            <a:off x="846551" y="2788343"/>
            <a:ext cx="2579062" cy="1008957"/>
          </a:xfrm>
          <a:prstGeom prst="roundRect">
            <a:avLst/>
          </a:prstGeom>
          <a:gradFill>
            <a:gsLst>
              <a:gs pos="52000">
                <a:srgbClr val="AF1E22"/>
              </a:gs>
              <a:gs pos="100000">
                <a:srgbClr val="E97C30"/>
              </a:gs>
            </a:gsLst>
            <a:lin ang="2400000" scaled="0"/>
          </a:gradFill>
          <a:ln>
            <a:noFill/>
          </a:ln>
          <a:effectLst>
            <a:outerShdw blurRad="584200" dist="292100" dir="2100000" algn="t" rotWithShape="0">
              <a:srgbClr val="AF1E22">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全面建设社会主义现代化国家</a:t>
            </a:r>
          </a:p>
        </p:txBody>
      </p:sp>
      <p:sp>
        <p:nvSpPr>
          <p:cNvPr id="2" name="文本框 1"/>
          <p:cNvSpPr txBox="1"/>
          <p:nvPr/>
        </p:nvSpPr>
        <p:spPr>
          <a:xfrm>
            <a:off x="598170" y="273050"/>
            <a:ext cx="10995025" cy="922020"/>
          </a:xfrm>
          <a:prstGeom prst="rect">
            <a:avLst/>
          </a:prstGeom>
          <a:noFill/>
        </p:spPr>
        <p:txBody>
          <a:bodyPr wrap="square" rtlCol="0">
            <a:spAutoFit/>
          </a:bodyPr>
          <a:lstStyle/>
          <a:p>
            <a:pPr algn="ctr"/>
            <a:r>
              <a:rPr lang="zh-CN" altLang="en-US" b="1" dirty="0">
                <a:solidFill>
                  <a:schemeClr val="accent5"/>
                </a:solidFill>
                <a:highlight>
                  <a:srgbClr val="FFFF00"/>
                </a:highlight>
              </a:rPr>
              <a:t>以下为习概教材的思维导图，请同学们按照导图内容标注对应页码，方便考试时查找。</a:t>
            </a:r>
            <a:endParaRPr lang="zh-CN" altLang="en-US" b="1" dirty="0">
              <a:solidFill>
                <a:schemeClr val="accent1">
                  <a:lumMod val="50000"/>
                </a:schemeClr>
              </a:solidFill>
              <a:highlight>
                <a:srgbClr val="FFFF00"/>
              </a:highlight>
            </a:endParaRPr>
          </a:p>
          <a:p>
            <a:pPr algn="ctr"/>
            <a:r>
              <a:rPr lang="zh-CN" altLang="en-US" b="1" dirty="0">
                <a:solidFill>
                  <a:srgbClr val="FF0000"/>
                </a:solidFill>
                <a:highlight>
                  <a:srgbClr val="FFFF00"/>
                </a:highlight>
              </a:rPr>
              <a:t>每章可按照“理论形成背景——思想或理论的主要内容及核心内容——思想或理论的实践路径”梳理总结</a:t>
            </a:r>
          </a:p>
          <a:p>
            <a:pPr algn="ctr"/>
            <a:endParaRPr lang="zh-CN" altLang="en-US" b="1" dirty="0">
              <a:solidFill>
                <a:srgbClr val="FF0000"/>
              </a:solidFill>
              <a:highlight>
                <a:srgbClr val="FFFF00"/>
              </a:highlight>
            </a:endParaRPr>
          </a:p>
        </p:txBody>
      </p:sp>
      <p:grpSp>
        <p:nvGrpSpPr>
          <p:cNvPr id="3" name="组合 39"/>
          <p:cNvGrpSpPr/>
          <p:nvPr/>
        </p:nvGrpSpPr>
        <p:grpSpPr>
          <a:xfrm>
            <a:off x="6362441" y="4120523"/>
            <a:ext cx="5725137" cy="933368"/>
            <a:chOff x="6881871" y="3548388"/>
            <a:chExt cx="5725137" cy="933368"/>
          </a:xfrm>
        </p:grpSpPr>
        <p:cxnSp>
          <p:nvCxnSpPr>
            <p:cNvPr id="4" name="连接符: 肘形 12"/>
            <p:cNvCxnSpPr>
              <a:endCxn id="10" idx="5"/>
            </p:cNvCxnSpPr>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 name="连接符: 肘形 14"/>
            <p:cNvCxnSpPr>
              <a:endCxn id="12" idx="2"/>
            </p:cNvCxnSpPr>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16"/>
            <p:cNvCxnSpPr>
              <a:endCxn id="11" idx="2"/>
            </p:cNvCxnSpPr>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7" name="文本框 87"/>
            <p:cNvSpPr txBox="1"/>
            <p:nvPr/>
          </p:nvSpPr>
          <p:spPr>
            <a:xfrm>
              <a:off x="7623528" y="3548388"/>
              <a:ext cx="37388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中华民族近代以来最伟大的梦想（历史演变）</a:t>
              </a:r>
            </a:p>
          </p:txBody>
        </p:sp>
        <p:sp>
          <p:nvSpPr>
            <p:cNvPr id="8" name="文本框 88"/>
            <p:cNvSpPr txBox="1"/>
            <p:nvPr/>
          </p:nvSpPr>
          <p:spPr>
            <a:xfrm>
              <a:off x="7623528" y="3857237"/>
              <a:ext cx="4983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中国式现代化是强国建设、民族复兴的唯一正确道路（内涵）</a:t>
              </a:r>
            </a:p>
          </p:txBody>
        </p:sp>
        <p:sp>
          <p:nvSpPr>
            <p:cNvPr id="9" name="文本框 89"/>
            <p:cNvSpPr txBox="1"/>
            <p:nvPr/>
          </p:nvSpPr>
          <p:spPr>
            <a:xfrm>
              <a:off x="7623528" y="4175051"/>
              <a:ext cx="30276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推进中国式现代化行稳致远（举措）</a:t>
              </a:r>
            </a:p>
          </p:txBody>
        </p:sp>
        <p:sp>
          <p:nvSpPr>
            <p:cNvPr id="10" name="椭圆 95"/>
            <p:cNvSpPr/>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96"/>
            <p:cNvSpPr/>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97"/>
            <p:cNvSpPr/>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9694"/>
                                        </p:tgtEl>
                                        <p:attrNameLst>
                                          <p:attrName>style.visibility</p:attrName>
                                        </p:attrNameLst>
                                      </p:cBhvr>
                                      <p:to>
                                        <p:strVal val="visible"/>
                                      </p:to>
                                    </p:set>
                                    <p:animEffect transition="in" filter="wipe(left)">
                                      <p:cBhvr>
                                        <p:cTn id="7" dur="500"/>
                                        <p:tgtEl>
                                          <p:spTgt spid="10496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9"/>
                                        </p:tgtEl>
                                        <p:attrNameLst>
                                          <p:attrName>style.visibility</p:attrName>
                                        </p:attrNameLst>
                                      </p:cBhvr>
                                      <p:to>
                                        <p:strVal val="visible"/>
                                      </p:to>
                                    </p:set>
                                    <p:animEffect transition="in" filter="wipe(left)">
                                      <p:cBhvr>
                                        <p:cTn id="11" dur="500"/>
                                        <p:tgtEl>
                                          <p:spTgt spid="50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49690"/>
                                        </p:tgtEl>
                                        <p:attrNameLst>
                                          <p:attrName>style.visibility</p:attrName>
                                        </p:attrNameLst>
                                      </p:cBhvr>
                                      <p:to>
                                        <p:strVal val="visible"/>
                                      </p:to>
                                    </p:set>
                                    <p:animEffect transition="in" filter="wipe(left)">
                                      <p:cBhvr>
                                        <p:cTn id="15" dur="500"/>
                                        <p:tgtEl>
                                          <p:spTgt spid="104969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49691"/>
                                        </p:tgtEl>
                                        <p:attrNameLst>
                                          <p:attrName>style.visibility</p:attrName>
                                        </p:attrNameLst>
                                      </p:cBhvr>
                                      <p:to>
                                        <p:strVal val="visible"/>
                                      </p:to>
                                    </p:set>
                                    <p:animEffect transition="in" filter="wipe(left)">
                                      <p:cBhvr>
                                        <p:cTn id="19" dur="500"/>
                                        <p:tgtEl>
                                          <p:spTgt spid="1049691"/>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511"/>
                                        </p:tgtEl>
                                        <p:attrNameLst>
                                          <p:attrName>style.visibility</p:attrName>
                                        </p:attrNameLst>
                                      </p:cBhvr>
                                      <p:to>
                                        <p:strVal val="visible"/>
                                      </p:to>
                                    </p:set>
                                    <p:animEffect transition="in" filter="wipe(left)">
                                      <p:cBhvr>
                                        <p:cTn id="23" dur="500"/>
                                        <p:tgtEl>
                                          <p:spTgt spid="51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90" grpId="0" bldLvl="0" animBg="1"/>
      <p:bldP spid="1049691" grpId="0" bldLvl="0" animBg="1"/>
      <p:bldP spid="1049694"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9" name="组合 2"/>
          <p:cNvGrpSpPr/>
          <p:nvPr/>
        </p:nvGrpSpPr>
        <p:grpSpPr>
          <a:xfrm>
            <a:off x="3306241" y="1354835"/>
            <a:ext cx="1088558" cy="3912905"/>
            <a:chOff x="3306241" y="1354835"/>
            <a:chExt cx="1088558" cy="3912905"/>
          </a:xfrm>
        </p:grpSpPr>
        <p:cxnSp>
          <p:nvCxnSpPr>
            <p:cNvPr id="3145802" name="直接连接符 62"/>
            <p:cNvCxnSpPr/>
            <p:nvPr/>
          </p:nvCxnSpPr>
          <p:spPr>
            <a:xfrm>
              <a:off x="3306241" y="3306792"/>
              <a:ext cx="518542"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3" name="直接连接符 63"/>
            <p:cNvCxnSpPr/>
            <p:nvPr/>
          </p:nvCxnSpPr>
          <p:spPr>
            <a:xfrm>
              <a:off x="3824783" y="135483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4" name="直接连接符 65"/>
            <p:cNvCxnSpPr/>
            <p:nvPr/>
          </p:nvCxnSpPr>
          <p:spPr>
            <a:xfrm>
              <a:off x="3824783" y="265562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5" name="直接连接符 82"/>
            <p:cNvCxnSpPr/>
            <p:nvPr/>
          </p:nvCxnSpPr>
          <p:spPr>
            <a:xfrm flipV="1">
              <a:off x="3824783" y="1354836"/>
              <a:ext cx="0" cy="391290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6" name="直接连接符 83"/>
            <p:cNvCxnSpPr/>
            <p:nvPr/>
          </p:nvCxnSpPr>
          <p:spPr>
            <a:xfrm>
              <a:off x="3824783" y="4002174"/>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7" name="直接连接符 84"/>
            <p:cNvCxnSpPr/>
            <p:nvPr/>
          </p:nvCxnSpPr>
          <p:spPr>
            <a:xfrm>
              <a:off x="3824783" y="5267740"/>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11" name="组合 39"/>
          <p:cNvGrpSpPr/>
          <p:nvPr/>
        </p:nvGrpSpPr>
        <p:grpSpPr>
          <a:xfrm>
            <a:off x="6362441" y="1083953"/>
            <a:ext cx="5725137" cy="933368"/>
            <a:chOff x="6881871" y="3548388"/>
            <a:chExt cx="5725137" cy="933368"/>
          </a:xfrm>
        </p:grpSpPr>
        <p:cxnSp>
          <p:nvCxnSpPr>
            <p:cNvPr id="3145811" name="连接符: 肘形 12"/>
            <p:cNvCxnSpPr>
              <a:stCxn id="1049692" idx="3"/>
              <a:endCxn id="1049679" idx="5"/>
            </p:cNvCxnSpPr>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45812" name="连接符: 肘形 14"/>
            <p:cNvCxnSpPr>
              <a:stCxn id="1049692" idx="3"/>
              <a:endCxn id="1049681" idx="2"/>
            </p:cNvCxnSpPr>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049676" name="文本框 87"/>
            <p:cNvSpPr txBox="1"/>
            <p:nvPr/>
          </p:nvSpPr>
          <p:spPr>
            <a:xfrm>
              <a:off x="7623528" y="3548388"/>
              <a:ext cx="4983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改革开放是我们前进的重要法宝（中国式现代化的根本动力）</a:t>
              </a:r>
            </a:p>
          </p:txBody>
        </p:sp>
        <p:sp>
          <p:nvSpPr>
            <p:cNvPr id="1049677" name="文本框 88"/>
            <p:cNvSpPr txBox="1"/>
            <p:nvPr/>
          </p:nvSpPr>
          <p:spPr>
            <a:xfrm>
              <a:off x="7623528" y="3857237"/>
              <a:ext cx="309880" cy="306705"/>
            </a:xfrm>
            <a:prstGeom prst="rect">
              <a:avLst/>
            </a:prstGeom>
            <a:noFill/>
          </p:spPr>
          <p:txBody>
            <a:bodyPr wrap="none" rtlCol="0">
              <a:spAutoFit/>
            </a:bodyPr>
            <a:lstStyle/>
            <a:p>
              <a:pPr algn="l"/>
              <a:endParaRPr lang="zh-CN" altLang="en-US" sz="1400" dirty="0">
                <a:latin typeface="微软雅黑" panose="020B0503020204020204" charset="-122"/>
                <a:ea typeface="微软雅黑" panose="020B0503020204020204" charset="-122"/>
              </a:endParaRPr>
            </a:p>
          </p:txBody>
        </p:sp>
        <p:sp>
          <p:nvSpPr>
            <p:cNvPr id="1049678" name="文本框 89"/>
            <p:cNvSpPr txBox="1"/>
            <p:nvPr/>
          </p:nvSpPr>
          <p:spPr>
            <a:xfrm>
              <a:off x="7623528" y="4175051"/>
              <a:ext cx="4094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新时代全面深化改革开放是一场深刻革命（特点）</a:t>
              </a:r>
            </a:p>
          </p:txBody>
        </p:sp>
        <p:sp>
          <p:nvSpPr>
            <p:cNvPr id="1049679" name="椭圆 95"/>
            <p:cNvSpPr/>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681" name="椭圆 97"/>
            <p:cNvSpPr/>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9690" name="平行四边形 64"/>
          <p:cNvSpPr/>
          <p:nvPr/>
        </p:nvSpPr>
        <p:spPr>
          <a:xfrm>
            <a:off x="3992222" y="1066269"/>
            <a:ext cx="2579062" cy="86183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rPr>
              <a:t>改革开放是决定当代中国命运的关键一招（为何）</a:t>
            </a:r>
          </a:p>
        </p:txBody>
      </p:sp>
      <p:sp>
        <p:nvSpPr>
          <p:cNvPr id="1049691" name="平行四边形 66"/>
          <p:cNvSpPr/>
          <p:nvPr/>
        </p:nvSpPr>
        <p:spPr>
          <a:xfrm>
            <a:off x="3992221" y="4316552"/>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改革开放永无止境（意义）</a:t>
            </a:r>
            <a:r>
              <a:rPr lang="en-US" altLang="zh-CN" sz="1600" b="1" dirty="0">
                <a:solidFill>
                  <a:schemeClr val="tx1"/>
                </a:solidFill>
                <a:latin typeface="微软雅黑" panose="020B0503020204020204" charset="-122"/>
                <a:ea typeface="微软雅黑" panose="020B0503020204020204" charset="-122"/>
              </a:rPr>
              <a:t>P105-P107</a:t>
            </a:r>
            <a:endParaRPr lang="zh-CN" altLang="en-US" sz="1600" b="1" dirty="0">
              <a:solidFill>
                <a:schemeClr val="tx1"/>
              </a:solidFill>
              <a:latin typeface="微软雅黑" panose="020B0503020204020204" charset="-122"/>
              <a:ea typeface="微软雅黑" panose="020B0503020204020204" charset="-122"/>
            </a:endParaRPr>
          </a:p>
        </p:txBody>
      </p:sp>
      <p:grpSp>
        <p:nvGrpSpPr>
          <p:cNvPr id="514" name="组合 13"/>
          <p:cNvGrpSpPr/>
          <p:nvPr/>
        </p:nvGrpSpPr>
        <p:grpSpPr>
          <a:xfrm>
            <a:off x="2387223" y="686884"/>
            <a:ext cx="7311769" cy="0"/>
            <a:chOff x="2415798" y="1010793"/>
            <a:chExt cx="7311769" cy="0"/>
          </a:xfrm>
        </p:grpSpPr>
        <p:cxnSp>
          <p:nvCxnSpPr>
            <p:cNvPr id="3145818" name="直接箭头连接符 14"/>
            <p:cNvCxnSpPr/>
            <p:nvPr/>
          </p:nvCxnSpPr>
          <p:spPr>
            <a:xfrm>
              <a:off x="726013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cxnSp>
          <p:nvCxnSpPr>
            <p:cNvPr id="3145819" name="直接箭头连接符 15"/>
            <p:cNvCxnSpPr/>
            <p:nvPr/>
          </p:nvCxnSpPr>
          <p:spPr>
            <a:xfrm flipH="1">
              <a:off x="241579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grpSp>
      <p:sp>
        <p:nvSpPr>
          <p:cNvPr id="1049694" name="平行四边形 61"/>
          <p:cNvSpPr/>
          <p:nvPr/>
        </p:nvSpPr>
        <p:spPr>
          <a:xfrm>
            <a:off x="589280" y="2788285"/>
            <a:ext cx="2836545" cy="1009015"/>
          </a:xfrm>
          <a:prstGeom prst="roundRect">
            <a:avLst/>
          </a:prstGeom>
          <a:gradFill>
            <a:gsLst>
              <a:gs pos="52000">
                <a:srgbClr val="AF1E22"/>
              </a:gs>
              <a:gs pos="100000">
                <a:srgbClr val="E97C30"/>
              </a:gs>
            </a:gsLst>
            <a:lin ang="2400000" scaled="0"/>
          </a:gradFill>
          <a:ln>
            <a:noFill/>
          </a:ln>
          <a:effectLst>
            <a:outerShdw blurRad="584200" dist="292100" dir="2100000" algn="t" rotWithShape="0">
              <a:srgbClr val="AF1E22">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全面深化改革开放</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（第五章）</a:t>
            </a:r>
            <a:r>
              <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P91</a:t>
            </a:r>
          </a:p>
        </p:txBody>
      </p:sp>
      <p:grpSp>
        <p:nvGrpSpPr>
          <p:cNvPr id="3" name="组合 39"/>
          <p:cNvGrpSpPr/>
          <p:nvPr/>
        </p:nvGrpSpPr>
        <p:grpSpPr>
          <a:xfrm>
            <a:off x="6356091" y="4120523"/>
            <a:ext cx="5467985" cy="1470660"/>
            <a:chOff x="6875521" y="3548388"/>
            <a:chExt cx="5467985" cy="1470660"/>
          </a:xfrm>
        </p:grpSpPr>
        <p:cxnSp>
          <p:nvCxnSpPr>
            <p:cNvPr id="4" name="连接符: 肘形 12"/>
            <p:cNvCxnSpPr>
              <a:endCxn id="10" idx="5"/>
            </p:cNvCxnSpPr>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 name="连接符: 肘形 14"/>
            <p:cNvCxnSpPr/>
            <p:nvPr/>
          </p:nvCxnSpPr>
          <p:spPr>
            <a:xfrm>
              <a:off x="6875521" y="4419357"/>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16"/>
            <p:cNvCxnSpPr/>
            <p:nvPr/>
          </p:nvCxnSpPr>
          <p:spPr>
            <a:xfrm>
              <a:off x="6875521" y="421425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7" name="文本框 87"/>
            <p:cNvSpPr txBox="1"/>
            <p:nvPr/>
          </p:nvSpPr>
          <p:spPr>
            <a:xfrm>
              <a:off x="7623551" y="3548388"/>
              <a:ext cx="4670425" cy="521970"/>
            </a:xfrm>
            <a:prstGeom prst="rect">
              <a:avLst/>
            </a:prstGeom>
            <a:noFill/>
          </p:spPr>
          <p:txBody>
            <a:bodyPr wrap="square" rtlCol="0">
              <a:spAutoFit/>
            </a:bodyPr>
            <a:lstStyle/>
            <a:p>
              <a:pPr algn="l"/>
              <a:r>
                <a:rPr lang="zh-CN" altLang="en-US" sz="1400" dirty="0">
                  <a:latin typeface="微软雅黑" panose="020B0503020204020204" charset="-122"/>
                  <a:ea typeface="微软雅黑" panose="020B0503020204020204" charset="-122"/>
                </a:rPr>
                <a:t>理论意义：改革开放永无止境意味着我们党深化了对社会主义建设规律和改革开放规律的认识</a:t>
              </a:r>
            </a:p>
          </p:txBody>
        </p:sp>
        <p:sp>
          <p:nvSpPr>
            <p:cNvPr id="8" name="文本框 88"/>
            <p:cNvSpPr txBox="1"/>
            <p:nvPr/>
          </p:nvSpPr>
          <p:spPr>
            <a:xfrm>
              <a:off x="7563861" y="4080518"/>
              <a:ext cx="4779645" cy="360045"/>
            </a:xfrm>
            <a:prstGeom prst="rect">
              <a:avLst/>
            </a:prstGeom>
            <a:noFill/>
          </p:spPr>
          <p:txBody>
            <a:bodyPr wrap="none" rtlCol="0">
              <a:noAutofit/>
            </a:bodyPr>
            <a:lstStyle/>
            <a:p>
              <a:pPr algn="l"/>
              <a:r>
                <a:rPr lang="zh-CN" altLang="en-US" sz="1400" dirty="0">
                  <a:latin typeface="微软雅黑" panose="020B0503020204020204" charset="-122"/>
                  <a:ea typeface="微软雅黑" panose="020B0503020204020204" charset="-122"/>
                </a:rPr>
                <a:t>现实意义：改革开放永无止境是推进党和人民事业发展的</a:t>
              </a:r>
            </a:p>
            <a:p>
              <a:pPr algn="l"/>
              <a:r>
                <a:rPr lang="zh-CN" altLang="en-US" sz="1400" dirty="0">
                  <a:latin typeface="微软雅黑" panose="020B0503020204020204" charset="-122"/>
                  <a:ea typeface="微软雅黑" panose="020B0503020204020204" charset="-122"/>
                </a:rPr>
                <a:t>必然要求</a:t>
              </a:r>
            </a:p>
          </p:txBody>
        </p:sp>
        <p:sp>
          <p:nvSpPr>
            <p:cNvPr id="9" name="文本框 89"/>
            <p:cNvSpPr txBox="1"/>
            <p:nvPr/>
          </p:nvSpPr>
          <p:spPr>
            <a:xfrm>
              <a:off x="7547351" y="4659003"/>
              <a:ext cx="4796155" cy="360045"/>
            </a:xfrm>
            <a:prstGeom prst="rect">
              <a:avLst/>
            </a:prstGeom>
            <a:noFill/>
          </p:spPr>
          <p:txBody>
            <a:bodyPr wrap="none" rtlCol="0">
              <a:noAutofit/>
            </a:bodyPr>
            <a:lstStyle/>
            <a:p>
              <a:pPr algn="l"/>
              <a:r>
                <a:rPr lang="zh-CN" altLang="en-US" sz="1400" dirty="0">
                  <a:latin typeface="微软雅黑" panose="020B0503020204020204" charset="-122"/>
                  <a:ea typeface="微软雅黑" panose="020B0503020204020204" charset="-122"/>
                </a:rPr>
                <a:t>世界意义：改革开放永无止境是总结世界社会主义实践经验</a:t>
              </a:r>
            </a:p>
            <a:p>
              <a:pPr algn="l"/>
              <a:r>
                <a:rPr lang="zh-CN" altLang="en-US" sz="1400" dirty="0">
                  <a:latin typeface="微软雅黑" panose="020B0503020204020204" charset="-122"/>
                  <a:ea typeface="微软雅黑" panose="020B0503020204020204" charset="-122"/>
                </a:rPr>
                <a:t>得出的重要结论</a:t>
              </a:r>
            </a:p>
          </p:txBody>
        </p:sp>
        <p:sp>
          <p:nvSpPr>
            <p:cNvPr id="10" name="椭圆 95"/>
            <p:cNvSpPr/>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96"/>
            <p:cNvSpPr/>
            <p:nvPr/>
          </p:nvSpPr>
          <p:spPr>
            <a:xfrm>
              <a:off x="7518304" y="416898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97"/>
            <p:cNvSpPr/>
            <p:nvPr/>
          </p:nvSpPr>
          <p:spPr>
            <a:xfrm>
              <a:off x="7547605" y="470123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平行四边形 66"/>
          <p:cNvSpPr/>
          <p:nvPr>
            <p:custDataLst>
              <p:tags r:id="rId1"/>
            </p:custDataLst>
          </p:nvPr>
        </p:nvSpPr>
        <p:spPr>
          <a:xfrm>
            <a:off x="4072866" y="2630627"/>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统筹推进各领域各方面改革开放、将改革开放进行到底（如何）</a:t>
            </a:r>
          </a:p>
        </p:txBody>
      </p:sp>
      <p:grpSp>
        <p:nvGrpSpPr>
          <p:cNvPr id="14" name="组合 39"/>
          <p:cNvGrpSpPr/>
          <p:nvPr/>
        </p:nvGrpSpPr>
        <p:grpSpPr>
          <a:xfrm>
            <a:off x="6362441" y="2576203"/>
            <a:ext cx="3769337" cy="1363898"/>
            <a:chOff x="6881871" y="3548388"/>
            <a:chExt cx="3769337" cy="1363898"/>
          </a:xfrm>
        </p:grpSpPr>
        <p:cxnSp>
          <p:nvCxnSpPr>
            <p:cNvPr id="15" name="连接符: 肘形 12"/>
            <p:cNvCxnSpPr>
              <a:endCxn id="21" idx="5"/>
            </p:cNvCxnSpPr>
            <p:nvPr>
              <p:custDataLst>
                <p:tags r:id="rId2"/>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 name="连接符: 肘形 14"/>
            <p:cNvCxnSpPr>
              <a:endCxn id="23" idx="2"/>
            </p:cNvCxnSpPr>
            <p:nvPr>
              <p:custDataLst>
                <p:tags r:id="rId3"/>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endCxn id="22" idx="2"/>
            </p:cNvCxnSpPr>
            <p:nvPr>
              <p:custDataLst>
                <p:tags r:id="rId4"/>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8" name="文本框 87"/>
            <p:cNvSpPr txBox="1"/>
            <p:nvPr>
              <p:custDataLst>
                <p:tags r:id="rId5"/>
              </p:custDataLst>
            </p:nvPr>
          </p:nvSpPr>
          <p:spPr>
            <a:xfrm>
              <a:off x="7623528" y="3548388"/>
              <a:ext cx="28498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坚持全面深化改革开放的正确方向</a:t>
              </a:r>
            </a:p>
          </p:txBody>
        </p:sp>
        <p:sp>
          <p:nvSpPr>
            <p:cNvPr id="19" name="文本框 88"/>
            <p:cNvSpPr txBox="1"/>
            <p:nvPr>
              <p:custDataLst>
                <p:tags r:id="rId6"/>
              </p:custDataLst>
            </p:nvPr>
          </p:nvSpPr>
          <p:spPr>
            <a:xfrm>
              <a:off x="7623528" y="3857237"/>
              <a:ext cx="21386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坚持</a:t>
              </a:r>
              <a:r>
                <a:rPr lang="zh-CN" altLang="en-US" sz="1400" dirty="0">
                  <a:solidFill>
                    <a:srgbClr val="FF0000"/>
                  </a:solidFill>
                  <a:latin typeface="微软雅黑" panose="020B0503020204020204" charset="-122"/>
                  <a:ea typeface="微软雅黑" panose="020B0503020204020204" charset="-122"/>
                </a:rPr>
                <a:t>全面深化改革总目标</a:t>
              </a:r>
            </a:p>
          </p:txBody>
        </p:sp>
        <p:sp>
          <p:nvSpPr>
            <p:cNvPr id="20" name="文本框 89"/>
            <p:cNvSpPr txBox="1"/>
            <p:nvPr>
              <p:custDataLst>
                <p:tags r:id="rId7"/>
              </p:custDataLst>
            </p:nvPr>
          </p:nvSpPr>
          <p:spPr>
            <a:xfrm>
              <a:off x="7623528" y="4175051"/>
              <a:ext cx="3027680" cy="73723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推进国家治理体系和治理能力现代化</a:t>
              </a:r>
            </a:p>
            <a:p>
              <a:pPr algn="l"/>
              <a:r>
                <a:rPr lang="zh-CN" altLang="en-US" sz="1400" dirty="0">
                  <a:latin typeface="微软雅黑" panose="020B0503020204020204" charset="-122"/>
                  <a:ea typeface="微软雅黑" panose="020B0503020204020204" charset="-122"/>
                </a:rPr>
                <a:t>全面深化改革开放要坚持正确方法论</a:t>
              </a:r>
            </a:p>
            <a:p>
              <a:pPr algn="l"/>
              <a:r>
                <a:rPr lang="zh-CN" altLang="en-US" sz="1400" dirty="0">
                  <a:latin typeface="微软雅黑" panose="020B0503020204020204" charset="-122"/>
                  <a:ea typeface="微软雅黑" panose="020B0503020204020204" charset="-122"/>
                </a:rPr>
                <a:t>坚持将改革开放进行到底</a:t>
              </a:r>
            </a:p>
          </p:txBody>
        </p:sp>
        <p:sp>
          <p:nvSpPr>
            <p:cNvPr id="21" name="椭圆 95"/>
            <p:cNvSpPr/>
            <p:nvPr>
              <p:custDataLst>
                <p:tags r:id="rId8"/>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96"/>
            <p:cNvSpPr/>
            <p:nvPr>
              <p:custDataLst>
                <p:tags r:id="rId9"/>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97"/>
            <p:cNvSpPr/>
            <p:nvPr>
              <p:custDataLst>
                <p:tags r:id="rId10"/>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9694"/>
                                        </p:tgtEl>
                                        <p:attrNameLst>
                                          <p:attrName>style.visibility</p:attrName>
                                        </p:attrNameLst>
                                      </p:cBhvr>
                                      <p:to>
                                        <p:strVal val="visible"/>
                                      </p:to>
                                    </p:set>
                                    <p:animEffect transition="in" filter="wipe(left)">
                                      <p:cBhvr>
                                        <p:cTn id="7" dur="500"/>
                                        <p:tgtEl>
                                          <p:spTgt spid="10496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9"/>
                                        </p:tgtEl>
                                        <p:attrNameLst>
                                          <p:attrName>style.visibility</p:attrName>
                                        </p:attrNameLst>
                                      </p:cBhvr>
                                      <p:to>
                                        <p:strVal val="visible"/>
                                      </p:to>
                                    </p:set>
                                    <p:animEffect transition="in" filter="wipe(left)">
                                      <p:cBhvr>
                                        <p:cTn id="11" dur="500"/>
                                        <p:tgtEl>
                                          <p:spTgt spid="50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49690"/>
                                        </p:tgtEl>
                                        <p:attrNameLst>
                                          <p:attrName>style.visibility</p:attrName>
                                        </p:attrNameLst>
                                      </p:cBhvr>
                                      <p:to>
                                        <p:strVal val="visible"/>
                                      </p:to>
                                    </p:set>
                                    <p:animEffect transition="in" filter="wipe(left)">
                                      <p:cBhvr>
                                        <p:cTn id="15" dur="500"/>
                                        <p:tgtEl>
                                          <p:spTgt spid="104969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49691"/>
                                        </p:tgtEl>
                                        <p:attrNameLst>
                                          <p:attrName>style.visibility</p:attrName>
                                        </p:attrNameLst>
                                      </p:cBhvr>
                                      <p:to>
                                        <p:strVal val="visible"/>
                                      </p:to>
                                    </p:set>
                                    <p:animEffect transition="in" filter="wipe(left)">
                                      <p:cBhvr>
                                        <p:cTn id="19" dur="500"/>
                                        <p:tgtEl>
                                          <p:spTgt spid="1049691"/>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511"/>
                                        </p:tgtEl>
                                        <p:attrNameLst>
                                          <p:attrName>style.visibility</p:attrName>
                                        </p:attrNameLst>
                                      </p:cBhvr>
                                      <p:to>
                                        <p:strVal val="visible"/>
                                      </p:to>
                                    </p:set>
                                    <p:animEffect transition="in" filter="wipe(left)">
                                      <p:cBhvr>
                                        <p:cTn id="23" dur="500"/>
                                        <p:tgtEl>
                                          <p:spTgt spid="51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90" grpId="0" bldLvl="0" animBg="1"/>
      <p:bldP spid="1049691" grpId="0" bldLvl="0" animBg="1"/>
      <p:bldP spid="1049694" grpId="0" bldLvl="0" animBg="1"/>
      <p:bldP spid="13"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9" name="组合 2"/>
          <p:cNvGrpSpPr/>
          <p:nvPr/>
        </p:nvGrpSpPr>
        <p:grpSpPr>
          <a:xfrm>
            <a:off x="3306241" y="1354835"/>
            <a:ext cx="1088558" cy="3912905"/>
            <a:chOff x="3306241" y="1354835"/>
            <a:chExt cx="1088558" cy="3912905"/>
          </a:xfrm>
        </p:grpSpPr>
        <p:cxnSp>
          <p:nvCxnSpPr>
            <p:cNvPr id="3145802" name="直接连接符 62"/>
            <p:cNvCxnSpPr/>
            <p:nvPr/>
          </p:nvCxnSpPr>
          <p:spPr>
            <a:xfrm>
              <a:off x="3306241" y="3306792"/>
              <a:ext cx="518542"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3" name="直接连接符 63"/>
            <p:cNvCxnSpPr/>
            <p:nvPr/>
          </p:nvCxnSpPr>
          <p:spPr>
            <a:xfrm>
              <a:off x="3824783" y="135483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4" name="直接连接符 65"/>
            <p:cNvCxnSpPr/>
            <p:nvPr/>
          </p:nvCxnSpPr>
          <p:spPr>
            <a:xfrm>
              <a:off x="3824783" y="265562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5" name="直接连接符 82"/>
            <p:cNvCxnSpPr/>
            <p:nvPr/>
          </p:nvCxnSpPr>
          <p:spPr>
            <a:xfrm flipV="1">
              <a:off x="3824783" y="1354836"/>
              <a:ext cx="0" cy="391290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6" name="直接连接符 83"/>
            <p:cNvCxnSpPr/>
            <p:nvPr/>
          </p:nvCxnSpPr>
          <p:spPr>
            <a:xfrm>
              <a:off x="3824783" y="4002174"/>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7" name="直接连接符 84"/>
            <p:cNvCxnSpPr/>
            <p:nvPr/>
          </p:nvCxnSpPr>
          <p:spPr>
            <a:xfrm>
              <a:off x="3824783" y="5267740"/>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049690" name="平行四边形 64"/>
          <p:cNvSpPr/>
          <p:nvPr/>
        </p:nvSpPr>
        <p:spPr>
          <a:xfrm>
            <a:off x="3992222" y="1066269"/>
            <a:ext cx="2579062" cy="86183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rPr>
              <a:t>全面依法治国的重要性（为什么）</a:t>
            </a:r>
          </a:p>
        </p:txBody>
      </p:sp>
      <p:sp>
        <p:nvSpPr>
          <p:cNvPr id="1049691" name="平行四边形 66"/>
          <p:cNvSpPr/>
          <p:nvPr/>
        </p:nvSpPr>
        <p:spPr>
          <a:xfrm>
            <a:off x="3992221" y="4316552"/>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全面依法治国的实践路径（怎么做）</a:t>
            </a:r>
          </a:p>
        </p:txBody>
      </p:sp>
      <p:grpSp>
        <p:nvGrpSpPr>
          <p:cNvPr id="514" name="组合 13"/>
          <p:cNvGrpSpPr/>
          <p:nvPr/>
        </p:nvGrpSpPr>
        <p:grpSpPr>
          <a:xfrm>
            <a:off x="2387223" y="686884"/>
            <a:ext cx="7311769" cy="0"/>
            <a:chOff x="2415798" y="1010793"/>
            <a:chExt cx="7311769" cy="0"/>
          </a:xfrm>
        </p:grpSpPr>
        <p:cxnSp>
          <p:nvCxnSpPr>
            <p:cNvPr id="3145818" name="直接箭头连接符 14"/>
            <p:cNvCxnSpPr/>
            <p:nvPr/>
          </p:nvCxnSpPr>
          <p:spPr>
            <a:xfrm>
              <a:off x="726013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cxnSp>
          <p:nvCxnSpPr>
            <p:cNvPr id="3145819" name="直接箭头连接符 15"/>
            <p:cNvCxnSpPr/>
            <p:nvPr/>
          </p:nvCxnSpPr>
          <p:spPr>
            <a:xfrm flipH="1">
              <a:off x="241579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grpSp>
      <p:sp>
        <p:nvSpPr>
          <p:cNvPr id="1049694" name="平行四边形 61"/>
          <p:cNvSpPr/>
          <p:nvPr/>
        </p:nvSpPr>
        <p:spPr>
          <a:xfrm>
            <a:off x="589280" y="2249170"/>
            <a:ext cx="2836545" cy="1976120"/>
          </a:xfrm>
          <a:prstGeom prst="roundRect">
            <a:avLst/>
          </a:prstGeom>
          <a:gradFill>
            <a:gsLst>
              <a:gs pos="52000">
                <a:srgbClr val="AF1E22"/>
              </a:gs>
              <a:gs pos="100000">
                <a:srgbClr val="E97C30"/>
              </a:gs>
            </a:gsLst>
            <a:lin ang="2400000" scaled="0"/>
          </a:gradFill>
          <a:ln>
            <a:noFill/>
          </a:ln>
          <a:effectLst>
            <a:outerShdw blurRad="584200" dist="292100" dir="2100000" algn="t" rotWithShape="0">
              <a:srgbClr val="AF1E22">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第九章</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全面依法治国</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习近平法治思想</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（十一个坚持）</a:t>
            </a:r>
            <a:r>
              <a:rPr lang="en-US" altLang="zh-CN" sz="1800" b="1" dirty="0">
                <a:effectLst>
                  <a:outerShdw blurRad="38100" dist="38100" dir="2700000" algn="tl">
                    <a:srgbClr val="000000">
                      <a:alpha val="43137"/>
                    </a:srgbClr>
                  </a:outerShdw>
                </a:effectLst>
                <a:latin typeface="微软雅黑" panose="020B0503020204020204" charset="-122"/>
                <a:ea typeface="微软雅黑" panose="020B0503020204020204" charset="-122"/>
              </a:rPr>
              <a:t>P182</a:t>
            </a:r>
          </a:p>
        </p:txBody>
      </p:sp>
      <p:sp>
        <p:nvSpPr>
          <p:cNvPr id="13" name="平行四边形 66"/>
          <p:cNvSpPr/>
          <p:nvPr>
            <p:custDataLst>
              <p:tags r:id="rId1"/>
            </p:custDataLst>
          </p:nvPr>
        </p:nvSpPr>
        <p:spPr>
          <a:xfrm>
            <a:off x="4072866" y="2630627"/>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全面依法治国的总目标</a:t>
            </a:r>
            <a:r>
              <a:rPr lang="zh-CN" altLang="en-US" sz="16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a:t>
            </a:r>
            <a:r>
              <a:rPr lang="en-US" altLang="zh-CN" sz="16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5+3</a:t>
            </a:r>
            <a:r>
              <a:rPr lang="zh-CN" altLang="en-US" sz="16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a:t>
            </a:r>
            <a:endParaRPr lang="zh-CN" altLang="en-US" sz="16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a:p>
            <a:pPr algn="ctr">
              <a:lnSpc>
                <a:spcPct val="120000"/>
              </a:lnSpc>
            </a:pPr>
            <a:r>
              <a:rPr lang="zh-CN" altLang="en-US" sz="1600" b="1" dirty="0">
                <a:solidFill>
                  <a:schemeClr val="tx1"/>
                </a:solidFill>
                <a:latin typeface="微软雅黑" panose="020B0503020204020204" charset="-122"/>
                <a:ea typeface="微软雅黑" panose="020B0503020204020204" charset="-122"/>
              </a:rPr>
              <a:t>（是什么）</a:t>
            </a:r>
          </a:p>
        </p:txBody>
      </p:sp>
      <p:grpSp>
        <p:nvGrpSpPr>
          <p:cNvPr id="14" name="组合 39"/>
          <p:cNvGrpSpPr/>
          <p:nvPr/>
        </p:nvGrpSpPr>
        <p:grpSpPr>
          <a:xfrm>
            <a:off x="6362441" y="2576203"/>
            <a:ext cx="5316220" cy="1148633"/>
            <a:chOff x="6881871" y="3548388"/>
            <a:chExt cx="5316220" cy="1148633"/>
          </a:xfrm>
        </p:grpSpPr>
        <p:cxnSp>
          <p:nvCxnSpPr>
            <p:cNvPr id="15" name="连接符: 肘形 12"/>
            <p:cNvCxnSpPr>
              <a:endCxn id="21" idx="5"/>
            </p:cNvCxnSpPr>
            <p:nvPr>
              <p:custDataLst>
                <p:tags r:id="rId17"/>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 name="连接符: 肘形 14"/>
            <p:cNvCxnSpPr>
              <a:endCxn id="23" idx="2"/>
            </p:cNvCxnSpPr>
            <p:nvPr>
              <p:custDataLst>
                <p:tags r:id="rId18"/>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8" name="文本框 87"/>
            <p:cNvSpPr txBox="1"/>
            <p:nvPr>
              <p:custDataLst>
                <p:tags r:id="rId19"/>
              </p:custDataLst>
            </p:nvPr>
          </p:nvSpPr>
          <p:spPr>
            <a:xfrm>
              <a:off x="7623551" y="3548388"/>
              <a:ext cx="4574540" cy="425450"/>
            </a:xfrm>
            <a:prstGeom prst="rect">
              <a:avLst/>
            </a:prstGeom>
            <a:noFill/>
          </p:spPr>
          <p:txBody>
            <a:bodyPr wrap="none" rtlCol="0">
              <a:noAutofit/>
            </a:bodyPr>
            <a:lstStyle/>
            <a:p>
              <a:pPr algn="l"/>
              <a:r>
                <a:rPr lang="zh-CN" altLang="en-US" sz="1400" dirty="0">
                  <a:latin typeface="微软雅黑" panose="020B0503020204020204" charset="-122"/>
                  <a:ea typeface="微软雅黑" panose="020B0503020204020204" charset="-122"/>
                </a:rPr>
                <a:t>全面依法治国的总抓手：建设中国特色社会主义法治体系</a:t>
              </a:r>
            </a:p>
            <a:p>
              <a:pPr algn="l"/>
              <a:r>
                <a:rPr lang="zh-CN" altLang="en-US" sz="1400" dirty="0">
                  <a:latin typeface="微软雅黑" panose="020B0503020204020204" charset="-122"/>
                  <a:ea typeface="微软雅黑" panose="020B0503020204020204" charset="-122"/>
                </a:rPr>
                <a:t>（“五位一体”</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a:t>
              </a:r>
            </a:p>
          </p:txBody>
        </p:sp>
        <p:sp>
          <p:nvSpPr>
            <p:cNvPr id="20" name="文本框 89"/>
            <p:cNvSpPr txBox="1"/>
            <p:nvPr>
              <p:custDataLst>
                <p:tags r:id="rId20"/>
              </p:custDataLst>
            </p:nvPr>
          </p:nvSpPr>
          <p:spPr>
            <a:xfrm>
              <a:off x="7623528" y="4175051"/>
              <a:ext cx="3916680" cy="521970"/>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建设社会主义法治国家</a:t>
              </a:r>
            </a:p>
            <a:p>
              <a:pPr algn="l"/>
              <a:r>
                <a:rPr lang="zh-CN" altLang="en-US" sz="1400" dirty="0">
                  <a:latin typeface="微软雅黑" panose="020B0503020204020204" charset="-122"/>
                  <a:ea typeface="微软雅黑" panose="020B0503020204020204" charset="-122"/>
                </a:rPr>
                <a:t>（三者互动：法治国家、法治政府、法治社会）</a:t>
              </a:r>
            </a:p>
          </p:txBody>
        </p:sp>
        <p:sp>
          <p:nvSpPr>
            <p:cNvPr id="21" name="椭圆 95"/>
            <p:cNvSpPr/>
            <p:nvPr>
              <p:custDataLst>
                <p:tags r:id="rId21"/>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97"/>
            <p:cNvSpPr/>
            <p:nvPr>
              <p:custDataLst>
                <p:tags r:id="rId22"/>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39"/>
          <p:cNvGrpSpPr/>
          <p:nvPr/>
        </p:nvGrpSpPr>
        <p:grpSpPr>
          <a:xfrm>
            <a:off x="6454516" y="1070618"/>
            <a:ext cx="4302737" cy="933368"/>
            <a:chOff x="6881871" y="3548388"/>
            <a:chExt cx="4302737" cy="933368"/>
          </a:xfrm>
        </p:grpSpPr>
        <p:cxnSp>
          <p:nvCxnSpPr>
            <p:cNvPr id="24" name="连接符: 肘形 12"/>
            <p:cNvCxnSpPr>
              <a:endCxn id="29" idx="5"/>
            </p:cNvCxnSpPr>
            <p:nvPr>
              <p:custDataLst>
                <p:tags r:id="rId8"/>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连接符: 肘形 14"/>
            <p:cNvCxnSpPr>
              <a:endCxn id="30" idx="2"/>
            </p:cNvCxnSpPr>
            <p:nvPr>
              <p:custDataLst>
                <p:tags r:id="rId9"/>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45813" name="直接箭头连接符 16"/>
            <p:cNvCxnSpPr>
              <a:endCxn id="1049680" idx="2"/>
            </p:cNvCxnSpPr>
            <p:nvPr>
              <p:custDataLst>
                <p:tags r:id="rId10"/>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26" name="文本框 87"/>
            <p:cNvSpPr txBox="1"/>
            <p:nvPr>
              <p:custDataLst>
                <p:tags r:id="rId11"/>
              </p:custDataLst>
            </p:nvPr>
          </p:nvSpPr>
          <p:spPr>
            <a:xfrm>
              <a:off x="7623528" y="3548388"/>
              <a:ext cx="26720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法治是社会文明进步的重要标志</a:t>
              </a:r>
            </a:p>
          </p:txBody>
        </p:sp>
        <p:sp>
          <p:nvSpPr>
            <p:cNvPr id="27" name="文本框 88"/>
            <p:cNvSpPr txBox="1"/>
            <p:nvPr>
              <p:custDataLst>
                <p:tags r:id="rId12"/>
              </p:custDataLst>
            </p:nvPr>
          </p:nvSpPr>
          <p:spPr>
            <a:xfrm>
              <a:off x="7623528" y="3857237"/>
              <a:ext cx="35610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全面依法治国是国家治理现代化的必然要求</a:t>
              </a:r>
            </a:p>
          </p:txBody>
        </p:sp>
        <p:sp>
          <p:nvSpPr>
            <p:cNvPr id="28" name="文本框 89"/>
            <p:cNvSpPr txBox="1"/>
            <p:nvPr>
              <p:custDataLst>
                <p:tags r:id="rId13"/>
              </p:custDataLst>
            </p:nvPr>
          </p:nvSpPr>
          <p:spPr>
            <a:xfrm>
              <a:off x="7623528" y="4175051"/>
              <a:ext cx="35610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在法治轨道上全面建设社会主义现代化国家</a:t>
              </a:r>
            </a:p>
          </p:txBody>
        </p:sp>
        <p:sp>
          <p:nvSpPr>
            <p:cNvPr id="29" name="椭圆 95"/>
            <p:cNvSpPr/>
            <p:nvPr>
              <p:custDataLst>
                <p:tags r:id="rId14"/>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680" name="椭圆 96"/>
            <p:cNvSpPr/>
            <p:nvPr>
              <p:custDataLst>
                <p:tags r:id="rId15"/>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97"/>
            <p:cNvSpPr/>
            <p:nvPr>
              <p:custDataLst>
                <p:tags r:id="rId16"/>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39"/>
          <p:cNvGrpSpPr/>
          <p:nvPr/>
        </p:nvGrpSpPr>
        <p:grpSpPr>
          <a:xfrm>
            <a:off x="6454516" y="4191643"/>
            <a:ext cx="5316220" cy="1946193"/>
            <a:chOff x="6881871" y="3397258"/>
            <a:chExt cx="5316220" cy="1946193"/>
          </a:xfrm>
        </p:grpSpPr>
        <p:cxnSp>
          <p:nvCxnSpPr>
            <p:cNvPr id="42" name="连接符: 肘形 12"/>
            <p:cNvCxnSpPr>
              <a:endCxn id="46" idx="5"/>
            </p:cNvCxnSpPr>
            <p:nvPr>
              <p:custDataLst>
                <p:tags r:id="rId2"/>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3" name="连接符: 肘形 14"/>
            <p:cNvCxnSpPr>
              <a:endCxn id="47" idx="2"/>
            </p:cNvCxnSpPr>
            <p:nvPr>
              <p:custDataLst>
                <p:tags r:id="rId3"/>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44" name="文本框 87"/>
            <p:cNvSpPr txBox="1"/>
            <p:nvPr>
              <p:custDataLst>
                <p:tags r:id="rId4"/>
              </p:custDataLst>
            </p:nvPr>
          </p:nvSpPr>
          <p:spPr>
            <a:xfrm>
              <a:off x="7623551" y="3397258"/>
              <a:ext cx="4574540" cy="425450"/>
            </a:xfrm>
            <a:prstGeom prst="rect">
              <a:avLst/>
            </a:prstGeom>
            <a:noFill/>
          </p:spPr>
          <p:txBody>
            <a:bodyPr wrap="none" rtlCol="0">
              <a:noAutofit/>
            </a:bodyPr>
            <a:lstStyle/>
            <a:p>
              <a:pPr algn="l"/>
              <a:r>
                <a:rPr lang="zh-CN" altLang="en-US" sz="1400" dirty="0">
                  <a:latin typeface="微软雅黑" panose="020B0503020204020204" charset="-122"/>
                  <a:ea typeface="微软雅黑" panose="020B0503020204020204" charset="-122"/>
                </a:rPr>
                <a:t>走好中国特色社会主义法治道路</a:t>
              </a:r>
            </a:p>
            <a:p>
              <a:pPr algn="l"/>
              <a:r>
                <a:rPr lang="zh-CN" altLang="en-US" sz="1400" dirty="0">
                  <a:latin typeface="微软雅黑" panose="020B0503020204020204" charset="-122"/>
                  <a:ea typeface="微软雅黑" panose="020B0503020204020204" charset="-122"/>
                </a:rPr>
                <a:t>（“两坚持</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一贯彻</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五个原则”</a:t>
              </a:r>
              <a:r>
                <a:rPr lang="en-US" altLang="zh-CN" sz="1400" dirty="0">
                  <a:latin typeface="微软雅黑" panose="020B0503020204020204" charset="-122"/>
                  <a:ea typeface="微软雅黑" panose="020B0503020204020204" charset="-122"/>
                </a:rPr>
                <a:t>P185-P186</a:t>
              </a:r>
              <a:r>
                <a:rPr lang="zh-CN" altLang="en-US" sz="1400" dirty="0">
                  <a:latin typeface="微软雅黑" panose="020B0503020204020204" charset="-122"/>
                  <a:ea typeface="微软雅黑" panose="020B0503020204020204" charset="-122"/>
                </a:rPr>
                <a:t>）</a:t>
              </a:r>
            </a:p>
            <a:p>
              <a:pPr algn="l"/>
              <a:r>
                <a:rPr lang="zh-CN" altLang="en-US" sz="1400" dirty="0">
                  <a:latin typeface="微软雅黑" panose="020B0503020204020204" charset="-122"/>
                  <a:ea typeface="微软雅黑" panose="020B0503020204020204" charset="-122"/>
                </a:rPr>
                <a:t>（</a:t>
              </a:r>
              <a:r>
                <a:rPr lang="zh-CN" altLang="en-US" sz="1400" dirty="0">
                  <a:solidFill>
                    <a:srgbClr val="FF0000"/>
                  </a:solidFill>
                  <a:latin typeface="微软雅黑" panose="020B0503020204020204" charset="-122"/>
                  <a:ea typeface="微软雅黑" panose="020B0503020204020204" charset="-122"/>
                </a:rPr>
                <a:t>全面依法治国的唯一正确道路</a:t>
              </a:r>
              <a:r>
                <a:rPr lang="zh-CN" altLang="en-US" sz="1400" dirty="0">
                  <a:latin typeface="微软雅黑" panose="020B0503020204020204" charset="-122"/>
                  <a:ea typeface="微软雅黑" panose="020B0503020204020204" charset="-122"/>
                </a:rPr>
                <a:t>）</a:t>
              </a:r>
            </a:p>
          </p:txBody>
        </p:sp>
        <p:sp>
          <p:nvSpPr>
            <p:cNvPr id="45" name="文本框 89"/>
            <p:cNvSpPr txBox="1"/>
            <p:nvPr>
              <p:custDataLst>
                <p:tags r:id="rId5"/>
              </p:custDataLst>
            </p:nvPr>
          </p:nvSpPr>
          <p:spPr>
            <a:xfrm>
              <a:off x="7623528" y="4175051"/>
              <a:ext cx="3916680" cy="1168400"/>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统筹处理全面依法治国的重大关系（四对关系）</a:t>
              </a:r>
            </a:p>
            <a:p>
              <a:pPr algn="l"/>
              <a:r>
                <a:rPr lang="zh-CN" altLang="en-US" sz="1400" dirty="0">
                  <a:latin typeface="微软雅黑" panose="020B0503020204020204" charset="-122"/>
                  <a:ea typeface="微软雅黑" panose="020B0503020204020204" charset="-122"/>
                </a:rPr>
                <a:t>正确处理政治与法治的关系</a:t>
              </a:r>
            </a:p>
            <a:p>
              <a:pPr algn="l"/>
              <a:r>
                <a:rPr lang="zh-CN" altLang="en-US" sz="1400" dirty="0">
                  <a:latin typeface="微软雅黑" panose="020B0503020204020204" charset="-122"/>
                  <a:ea typeface="微软雅黑" panose="020B0503020204020204" charset="-122"/>
                </a:rPr>
                <a:t>正确处理改革和法治的关系</a:t>
              </a:r>
            </a:p>
            <a:p>
              <a:pPr algn="l"/>
              <a:r>
                <a:rPr lang="zh-CN" altLang="en-US" sz="1400" dirty="0">
                  <a:latin typeface="微软雅黑" panose="020B0503020204020204" charset="-122"/>
                  <a:ea typeface="微软雅黑" panose="020B0503020204020204" charset="-122"/>
                </a:rPr>
                <a:t>正确处理依法治国和以德治国的关系</a:t>
              </a:r>
            </a:p>
            <a:p>
              <a:pPr algn="l"/>
              <a:r>
                <a:rPr lang="zh-CN" altLang="en-US" sz="1400" dirty="0">
                  <a:latin typeface="微软雅黑" panose="020B0503020204020204" charset="-122"/>
                  <a:ea typeface="微软雅黑" panose="020B0503020204020204" charset="-122"/>
                </a:rPr>
                <a:t>正确处理依法治国和依规治国的关系</a:t>
              </a:r>
            </a:p>
          </p:txBody>
        </p:sp>
        <p:sp>
          <p:nvSpPr>
            <p:cNvPr id="46" name="椭圆 95"/>
            <p:cNvSpPr/>
            <p:nvPr>
              <p:custDataLst>
                <p:tags r:id="rId6"/>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97"/>
            <p:cNvSpPr/>
            <p:nvPr>
              <p:custDataLst>
                <p:tags r:id="rId7"/>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9694"/>
                                        </p:tgtEl>
                                        <p:attrNameLst>
                                          <p:attrName>style.visibility</p:attrName>
                                        </p:attrNameLst>
                                      </p:cBhvr>
                                      <p:to>
                                        <p:strVal val="visible"/>
                                      </p:to>
                                    </p:set>
                                    <p:animEffect transition="in" filter="wipe(left)">
                                      <p:cBhvr>
                                        <p:cTn id="7" dur="500"/>
                                        <p:tgtEl>
                                          <p:spTgt spid="10496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9"/>
                                        </p:tgtEl>
                                        <p:attrNameLst>
                                          <p:attrName>style.visibility</p:attrName>
                                        </p:attrNameLst>
                                      </p:cBhvr>
                                      <p:to>
                                        <p:strVal val="visible"/>
                                      </p:to>
                                    </p:set>
                                    <p:animEffect transition="in" filter="wipe(left)">
                                      <p:cBhvr>
                                        <p:cTn id="11" dur="500"/>
                                        <p:tgtEl>
                                          <p:spTgt spid="50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49690"/>
                                        </p:tgtEl>
                                        <p:attrNameLst>
                                          <p:attrName>style.visibility</p:attrName>
                                        </p:attrNameLst>
                                      </p:cBhvr>
                                      <p:to>
                                        <p:strVal val="visible"/>
                                      </p:to>
                                    </p:set>
                                    <p:animEffect transition="in" filter="wipe(left)">
                                      <p:cBhvr>
                                        <p:cTn id="15" dur="500"/>
                                        <p:tgtEl>
                                          <p:spTgt spid="104969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49691"/>
                                        </p:tgtEl>
                                        <p:attrNameLst>
                                          <p:attrName>style.visibility</p:attrName>
                                        </p:attrNameLst>
                                      </p:cBhvr>
                                      <p:to>
                                        <p:strVal val="visible"/>
                                      </p:to>
                                    </p:set>
                                    <p:animEffect transition="in" filter="wipe(left)">
                                      <p:cBhvr>
                                        <p:cTn id="19" dur="500"/>
                                        <p:tgtEl>
                                          <p:spTgt spid="1049691"/>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wipe(left)">
                                      <p:cBhvr>
                                        <p:cTn id="3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90" grpId="0" bldLvl="0" animBg="1"/>
      <p:bldP spid="1049691" grpId="0" bldLvl="0" animBg="1"/>
      <p:bldP spid="1049694" grpId="0" bldLvl="0" animBg="1"/>
      <p:bldP spid="13"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rot="16200000">
            <a:off x="4925159" y="-1397432"/>
            <a:ext cx="2341684" cy="12204000"/>
          </a:xfrm>
          <a:prstGeom prst="rect">
            <a:avLst/>
          </a:prstGeom>
          <a:gradFill>
            <a:gsLst>
              <a:gs pos="0">
                <a:srgbClr val="AF0000"/>
              </a:gs>
              <a:gs pos="100000">
                <a:srgbClr val="DD1807"/>
              </a:gs>
            </a:gsLst>
            <a:lin ang="5400000" scaled="0"/>
          </a:gradFill>
          <a:ln w="19050">
            <a:gradFill>
              <a:gsLst>
                <a:gs pos="0">
                  <a:srgbClr val="FAE7D0"/>
                </a:gs>
                <a:gs pos="24000">
                  <a:srgbClr val="FAE7D0"/>
                </a:gs>
                <a:gs pos="83000">
                  <a:srgbClr val="D49A78"/>
                </a:gs>
                <a:gs pos="100000">
                  <a:srgbClr val="EFD0B6"/>
                </a:gs>
              </a:gsLst>
              <a:lin ang="5400000" scaled="1"/>
            </a:gradFill>
          </a:ln>
          <a:effectLst>
            <a:outerShdw dist="101600" dir="16200000" algn="tl" rotWithShape="0">
              <a:srgbClr val="EFD0B6"/>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endParaRPr>
          </a:p>
        </p:txBody>
      </p:sp>
      <p:sp>
        <p:nvSpPr>
          <p:cNvPr id="9" name="işlídê"/>
          <p:cNvSpPr/>
          <p:nvPr/>
        </p:nvSpPr>
        <p:spPr>
          <a:xfrm>
            <a:off x="786765" y="670560"/>
            <a:ext cx="10596245" cy="4987290"/>
          </a:xfrm>
          <a:prstGeom prst="rect">
            <a:avLst/>
          </a:prstGeom>
          <a:solidFill>
            <a:schemeClr val="bg1"/>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 name="组合 10"/>
          <p:cNvGrpSpPr/>
          <p:nvPr/>
        </p:nvGrpSpPr>
        <p:grpSpPr>
          <a:xfrm>
            <a:off x="910434" y="1350611"/>
            <a:ext cx="10471605" cy="4138295"/>
            <a:chOff x="764660" y="2559713"/>
            <a:chExt cx="10471605" cy="4138295"/>
          </a:xfrm>
        </p:grpSpPr>
        <p:sp>
          <p:nvSpPr>
            <p:cNvPr id="12" name="文本框 11"/>
            <p:cNvSpPr txBox="1"/>
            <p:nvPr/>
          </p:nvSpPr>
          <p:spPr>
            <a:xfrm>
              <a:off x="764660" y="2583208"/>
              <a:ext cx="5184775" cy="3384550"/>
            </a:xfrm>
            <a:prstGeom prst="rect">
              <a:avLst/>
            </a:prstGeom>
            <a:noFill/>
          </p:spPr>
          <p:txBody>
            <a:bodyPr wrap="square">
              <a:spAutoFit/>
            </a:bodyPr>
            <a:lstStyle/>
            <a:p>
              <a:pPr marL="285750" indent="-285750" algn="just">
                <a:lnSpc>
                  <a:spcPct val="150000"/>
                </a:lnSpc>
                <a:spcAft>
                  <a:spcPts val="600"/>
                </a:spcAft>
                <a:buClr>
                  <a:srgbClr val="B00000"/>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坚持党对全面依法治国的领导（根本保证）</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坚持以人民为中心（根本立场）</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坚持中国特色社会主义法治道路（正确道路）</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坚持依宪治国、依宪执政（首要任务）</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坚持在法治轨道上推进国家治理体系和治理能力现代化（时代使命）</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dirty="0">
                  <a:solidFill>
                    <a:srgbClr val="FF0000"/>
                  </a:solidFill>
                  <a:latin typeface="微软雅黑" panose="020B0503020204020204" charset="-122"/>
                  <a:ea typeface="微软雅黑" panose="020B0503020204020204" charset="-122"/>
                </a:rPr>
                <a:t>坚持建设中国特色社会主义法治体系（总抓手）</a:t>
              </a:r>
            </a:p>
          </p:txBody>
        </p:sp>
        <p:sp>
          <p:nvSpPr>
            <p:cNvPr id="14" name="文本框 13"/>
            <p:cNvSpPr txBox="1"/>
            <p:nvPr/>
          </p:nvSpPr>
          <p:spPr>
            <a:xfrm>
              <a:off x="5836265" y="2559713"/>
              <a:ext cx="5400000" cy="4138295"/>
            </a:xfrm>
            <a:prstGeom prst="rect">
              <a:avLst/>
            </a:prstGeom>
            <a:noFill/>
          </p:spPr>
          <p:txBody>
            <a:bodyPr wrap="square">
              <a:spAutoFit/>
            </a:bodyPr>
            <a:lstStyle/>
            <a:p>
              <a:pPr marL="285750" indent="-285750" algn="just">
                <a:lnSpc>
                  <a:spcPct val="150000"/>
                </a:lnSpc>
                <a:spcAft>
                  <a:spcPts val="600"/>
                </a:spcAft>
                <a:buClr>
                  <a:srgbClr val="B00000"/>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坚持依法治国、依法执政、依法行政共同推进，法治国家、法治政府、法治社会一体建设（工作布局）</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坚持全面推进科学立法、严格执法、公正司法、全民守法（重要环节）</a:t>
              </a: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坚持统筹推进国内法治和涉</a:t>
              </a:r>
              <a:r>
                <a:rPr lang="zh-CN" altLang="en-US" dirty="0">
                  <a:solidFill>
                    <a:srgbClr val="FF0000"/>
                  </a:solidFill>
                  <a:latin typeface="微软雅黑" panose="020B0503020204020204" charset="-122"/>
                  <a:ea typeface="微软雅黑" panose="020B0503020204020204" charset="-122"/>
                </a:rPr>
                <a:t>外</a:t>
              </a:r>
              <a:r>
                <a:rPr lang="zh-CN" altLang="en-US" dirty="0">
                  <a:solidFill>
                    <a:schemeClr val="tx1">
                      <a:lumMod val="85000"/>
                      <a:lumOff val="15000"/>
                    </a:schemeClr>
                  </a:solidFill>
                  <a:latin typeface="微软雅黑" panose="020B0503020204020204" charset="-122"/>
                  <a:ea typeface="微软雅黑" panose="020B0503020204020204" charset="-122"/>
                </a:rPr>
                <a:t>法治（迫切任务）</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坚持建设德才兼备的高素质法治工作队伍（基础性保障）</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坚持抓住领导干部这个“关键少数”（关键所在）</a:t>
              </a:r>
            </a:p>
          </p:txBody>
        </p:sp>
      </p:grpSp>
      <p:grpSp>
        <p:nvGrpSpPr>
          <p:cNvPr id="15" name="组合 14"/>
          <p:cNvGrpSpPr/>
          <p:nvPr/>
        </p:nvGrpSpPr>
        <p:grpSpPr>
          <a:xfrm>
            <a:off x="1319309" y="670580"/>
            <a:ext cx="10069489" cy="360000"/>
            <a:chOff x="1061840" y="2565646"/>
            <a:chExt cx="10069489" cy="360000"/>
          </a:xfrm>
        </p:grpSpPr>
        <p:sp>
          <p:nvSpPr>
            <p:cNvPr id="16" name="文本框 15"/>
            <p:cNvSpPr txBox="1">
              <a:spLocks noChangeAspect="1"/>
            </p:cNvSpPr>
            <p:nvPr/>
          </p:nvSpPr>
          <p:spPr>
            <a:xfrm>
              <a:off x="1061840" y="2565646"/>
              <a:ext cx="1944157" cy="360000"/>
            </a:xfrm>
            <a:custGeom>
              <a:avLst/>
              <a:gdLst/>
              <a:ahLst/>
              <a:cxnLst/>
              <a:rect l="l" t="t" r="r" b="b"/>
              <a:pathLst>
                <a:path w="2779978" h="514769">
                  <a:moveTo>
                    <a:pt x="2444592" y="309649"/>
                  </a:moveTo>
                  <a:cubicBezTo>
                    <a:pt x="2482431" y="313395"/>
                    <a:pt x="2510717" y="320326"/>
                    <a:pt x="2529450" y="330442"/>
                  </a:cubicBezTo>
                  <a:cubicBezTo>
                    <a:pt x="2545935" y="339433"/>
                    <a:pt x="2554177" y="350485"/>
                    <a:pt x="2554177" y="363598"/>
                  </a:cubicBezTo>
                  <a:cubicBezTo>
                    <a:pt x="2554177" y="379333"/>
                    <a:pt x="2549119" y="392821"/>
                    <a:pt x="2539003" y="404060"/>
                  </a:cubicBezTo>
                  <a:cubicBezTo>
                    <a:pt x="2528888" y="415300"/>
                    <a:pt x="2516712" y="420920"/>
                    <a:pt x="2502475" y="420920"/>
                  </a:cubicBezTo>
                  <a:cubicBezTo>
                    <a:pt x="2485241" y="420170"/>
                    <a:pt x="2474564" y="411366"/>
                    <a:pt x="2470442" y="394507"/>
                  </a:cubicBezTo>
                  <a:cubicBezTo>
                    <a:pt x="2463699" y="361912"/>
                    <a:pt x="2453958" y="335312"/>
                    <a:pt x="2441220" y="314706"/>
                  </a:cubicBezTo>
                  <a:close/>
                  <a:moveTo>
                    <a:pt x="1909592" y="306277"/>
                  </a:moveTo>
                  <a:lnTo>
                    <a:pt x="2004565" y="313582"/>
                  </a:lnTo>
                  <a:cubicBezTo>
                    <a:pt x="2012058" y="314332"/>
                    <a:pt x="2015805" y="316580"/>
                    <a:pt x="2015805" y="320326"/>
                  </a:cubicBezTo>
                  <a:cubicBezTo>
                    <a:pt x="2015805" y="329692"/>
                    <a:pt x="2007750" y="337373"/>
                    <a:pt x="1991640" y="343367"/>
                  </a:cubicBezTo>
                  <a:lnTo>
                    <a:pt x="1991640" y="369780"/>
                  </a:lnTo>
                  <a:lnTo>
                    <a:pt x="2056267" y="369780"/>
                  </a:lnTo>
                  <a:lnTo>
                    <a:pt x="2091109" y="320888"/>
                  </a:lnTo>
                  <a:lnTo>
                    <a:pt x="2159670" y="368094"/>
                  </a:lnTo>
                  <a:cubicBezTo>
                    <a:pt x="2165290" y="371840"/>
                    <a:pt x="2166976" y="375212"/>
                    <a:pt x="2164728" y="378210"/>
                  </a:cubicBezTo>
                  <a:cubicBezTo>
                    <a:pt x="2162480" y="381581"/>
                    <a:pt x="2157048" y="383267"/>
                    <a:pt x="2148431" y="383267"/>
                  </a:cubicBezTo>
                  <a:lnTo>
                    <a:pt x="1991640" y="383267"/>
                  </a:lnTo>
                  <a:lnTo>
                    <a:pt x="1991640" y="480489"/>
                  </a:lnTo>
                  <a:lnTo>
                    <a:pt x="2106845" y="480489"/>
                  </a:lnTo>
                  <a:lnTo>
                    <a:pt x="2143935" y="428225"/>
                  </a:lnTo>
                  <a:lnTo>
                    <a:pt x="2213620" y="478241"/>
                  </a:lnTo>
                  <a:cubicBezTo>
                    <a:pt x="2219240" y="481988"/>
                    <a:pt x="2220925" y="485547"/>
                    <a:pt x="2218678" y="488919"/>
                  </a:cubicBezTo>
                  <a:cubicBezTo>
                    <a:pt x="2216430" y="492290"/>
                    <a:pt x="2210997" y="493976"/>
                    <a:pt x="2202380" y="493976"/>
                  </a:cubicBezTo>
                  <a:lnTo>
                    <a:pt x="1685925" y="493976"/>
                  </a:lnTo>
                  <a:lnTo>
                    <a:pt x="1685925" y="480489"/>
                  </a:lnTo>
                  <a:lnTo>
                    <a:pt x="1909592" y="480489"/>
                  </a:lnTo>
                  <a:lnTo>
                    <a:pt x="1909592" y="383267"/>
                  </a:lnTo>
                  <a:lnTo>
                    <a:pt x="1733693" y="383267"/>
                  </a:lnTo>
                  <a:lnTo>
                    <a:pt x="1733693" y="369780"/>
                  </a:lnTo>
                  <a:lnTo>
                    <a:pt x="1909592" y="369780"/>
                  </a:lnTo>
                  <a:close/>
                  <a:moveTo>
                    <a:pt x="2608126" y="219171"/>
                  </a:moveTo>
                  <a:lnTo>
                    <a:pt x="2707596" y="225352"/>
                  </a:lnTo>
                  <a:cubicBezTo>
                    <a:pt x="2715838" y="225352"/>
                    <a:pt x="2719959" y="227600"/>
                    <a:pt x="2719959" y="232096"/>
                  </a:cubicBezTo>
                  <a:cubicBezTo>
                    <a:pt x="2719959" y="239214"/>
                    <a:pt x="2712092" y="246895"/>
                    <a:pt x="2696357" y="255137"/>
                  </a:cubicBezTo>
                  <a:lnTo>
                    <a:pt x="2696357" y="284922"/>
                  </a:lnTo>
                  <a:lnTo>
                    <a:pt x="2719959" y="251765"/>
                  </a:lnTo>
                  <a:lnTo>
                    <a:pt x="2768289" y="284360"/>
                  </a:lnTo>
                  <a:cubicBezTo>
                    <a:pt x="2773534" y="287732"/>
                    <a:pt x="2775220" y="290916"/>
                    <a:pt x="2773347" y="293913"/>
                  </a:cubicBezTo>
                  <a:cubicBezTo>
                    <a:pt x="2771474" y="296910"/>
                    <a:pt x="2766416" y="298409"/>
                    <a:pt x="2758174" y="298409"/>
                  </a:cubicBezTo>
                  <a:lnTo>
                    <a:pt x="2696357" y="298409"/>
                  </a:lnTo>
                  <a:lnTo>
                    <a:pt x="2696357" y="336061"/>
                  </a:lnTo>
                  <a:cubicBezTo>
                    <a:pt x="2696357" y="354045"/>
                    <a:pt x="2697106" y="388700"/>
                    <a:pt x="2698604" y="440027"/>
                  </a:cubicBezTo>
                  <a:cubicBezTo>
                    <a:pt x="2699354" y="460633"/>
                    <a:pt x="2691861" y="476742"/>
                    <a:pt x="2676125" y="488357"/>
                  </a:cubicBezTo>
                  <a:cubicBezTo>
                    <a:pt x="2658517" y="501469"/>
                    <a:pt x="2628545" y="510274"/>
                    <a:pt x="2586209" y="514769"/>
                  </a:cubicBezTo>
                  <a:cubicBezTo>
                    <a:pt x="2584336" y="493789"/>
                    <a:pt x="2579278" y="478428"/>
                    <a:pt x="2571036" y="468688"/>
                  </a:cubicBezTo>
                  <a:cubicBezTo>
                    <a:pt x="2562044" y="458572"/>
                    <a:pt x="2544623" y="448456"/>
                    <a:pt x="2518772" y="438341"/>
                  </a:cubicBezTo>
                  <a:lnTo>
                    <a:pt x="2520458" y="429349"/>
                  </a:lnTo>
                  <a:lnTo>
                    <a:pt x="2589019" y="431597"/>
                  </a:lnTo>
                  <a:cubicBezTo>
                    <a:pt x="2596512" y="431972"/>
                    <a:pt x="2601757" y="430661"/>
                    <a:pt x="2604755" y="427663"/>
                  </a:cubicBezTo>
                  <a:cubicBezTo>
                    <a:pt x="2608501" y="423917"/>
                    <a:pt x="2610374" y="416986"/>
                    <a:pt x="2610374" y="406870"/>
                  </a:cubicBezTo>
                  <a:lnTo>
                    <a:pt x="2610374" y="324260"/>
                  </a:lnTo>
                  <a:lnTo>
                    <a:pt x="2610374" y="298409"/>
                  </a:lnTo>
                  <a:lnTo>
                    <a:pt x="2435038" y="298409"/>
                  </a:lnTo>
                  <a:lnTo>
                    <a:pt x="2435038" y="284922"/>
                  </a:lnTo>
                  <a:lnTo>
                    <a:pt x="2609812" y="284922"/>
                  </a:lnTo>
                  <a:cubicBezTo>
                    <a:pt x="2609438" y="263192"/>
                    <a:pt x="2608876" y="241275"/>
                    <a:pt x="2608126" y="219171"/>
                  </a:cubicBezTo>
                  <a:close/>
                  <a:moveTo>
                    <a:pt x="991886" y="183766"/>
                  </a:moveTo>
                  <a:lnTo>
                    <a:pt x="1079554" y="250079"/>
                  </a:lnTo>
                  <a:cubicBezTo>
                    <a:pt x="1085174" y="254575"/>
                    <a:pt x="1086860" y="258509"/>
                    <a:pt x="1084612" y="261881"/>
                  </a:cubicBezTo>
                  <a:cubicBezTo>
                    <a:pt x="1081989" y="265627"/>
                    <a:pt x="1076182" y="267500"/>
                    <a:pt x="1067191" y="267500"/>
                  </a:cubicBezTo>
                  <a:lnTo>
                    <a:pt x="568157" y="267500"/>
                  </a:lnTo>
                  <a:lnTo>
                    <a:pt x="568157" y="252889"/>
                  </a:lnTo>
                  <a:lnTo>
                    <a:pt x="942432" y="252889"/>
                  </a:lnTo>
                  <a:close/>
                  <a:moveTo>
                    <a:pt x="1334129" y="160163"/>
                  </a:moveTo>
                  <a:lnTo>
                    <a:pt x="1443152" y="168593"/>
                  </a:lnTo>
                  <a:cubicBezTo>
                    <a:pt x="1451769" y="168967"/>
                    <a:pt x="1456078" y="171403"/>
                    <a:pt x="1456078" y="175899"/>
                  </a:cubicBezTo>
                  <a:cubicBezTo>
                    <a:pt x="1456078" y="185265"/>
                    <a:pt x="1446899" y="193320"/>
                    <a:pt x="1428541" y="200063"/>
                  </a:cubicBezTo>
                  <a:lnTo>
                    <a:pt x="1428541" y="323136"/>
                  </a:lnTo>
                  <a:cubicBezTo>
                    <a:pt x="1428541" y="375212"/>
                    <a:pt x="1429290" y="431597"/>
                    <a:pt x="1430789" y="492290"/>
                  </a:cubicBezTo>
                  <a:cubicBezTo>
                    <a:pt x="1430789" y="501282"/>
                    <a:pt x="1428354" y="506340"/>
                    <a:pt x="1423483" y="507464"/>
                  </a:cubicBezTo>
                  <a:cubicBezTo>
                    <a:pt x="1395384" y="511210"/>
                    <a:pt x="1365225" y="513084"/>
                    <a:pt x="1333005" y="513084"/>
                  </a:cubicBezTo>
                  <a:cubicBezTo>
                    <a:pt x="1335253" y="459883"/>
                    <a:pt x="1336377" y="396567"/>
                    <a:pt x="1336377" y="323136"/>
                  </a:cubicBezTo>
                  <a:lnTo>
                    <a:pt x="1336377" y="273120"/>
                  </a:lnTo>
                  <a:cubicBezTo>
                    <a:pt x="1336377" y="228162"/>
                    <a:pt x="1335628" y="190510"/>
                    <a:pt x="1334129" y="160163"/>
                  </a:cubicBezTo>
                  <a:close/>
                  <a:moveTo>
                    <a:pt x="1978714" y="72495"/>
                  </a:moveTo>
                  <a:cubicBezTo>
                    <a:pt x="2001942" y="108836"/>
                    <a:pt x="2024422" y="135998"/>
                    <a:pt x="2046151" y="153981"/>
                  </a:cubicBezTo>
                  <a:cubicBezTo>
                    <a:pt x="2060013" y="130004"/>
                    <a:pt x="2071627" y="102842"/>
                    <a:pt x="2080994" y="72495"/>
                  </a:cubicBezTo>
                  <a:close/>
                  <a:moveTo>
                    <a:pt x="1732007" y="44396"/>
                  </a:moveTo>
                  <a:lnTo>
                    <a:pt x="1823047" y="51140"/>
                  </a:lnTo>
                  <a:cubicBezTo>
                    <a:pt x="1833163" y="52264"/>
                    <a:pt x="1838408" y="55074"/>
                    <a:pt x="1838783" y="59570"/>
                  </a:cubicBezTo>
                  <a:cubicBezTo>
                    <a:pt x="1838783" y="68936"/>
                    <a:pt x="1830353" y="76804"/>
                    <a:pt x="1813494" y="83173"/>
                  </a:cubicBezTo>
                  <a:lnTo>
                    <a:pt x="1813494" y="265815"/>
                  </a:lnTo>
                  <a:cubicBezTo>
                    <a:pt x="1813494" y="275555"/>
                    <a:pt x="1807687" y="281550"/>
                    <a:pt x="1796073" y="283798"/>
                  </a:cubicBezTo>
                  <a:cubicBezTo>
                    <a:pt x="1781836" y="285671"/>
                    <a:pt x="1760481" y="288106"/>
                    <a:pt x="1732007" y="291103"/>
                  </a:cubicBezTo>
                  <a:cubicBezTo>
                    <a:pt x="1733506" y="235281"/>
                    <a:pt x="1734255" y="198939"/>
                    <a:pt x="1734255" y="182080"/>
                  </a:cubicBezTo>
                  <a:lnTo>
                    <a:pt x="1734255" y="135436"/>
                  </a:lnTo>
                  <a:cubicBezTo>
                    <a:pt x="1734255" y="101718"/>
                    <a:pt x="1733506" y="71371"/>
                    <a:pt x="1732007" y="44396"/>
                  </a:cubicBezTo>
                  <a:close/>
                  <a:moveTo>
                    <a:pt x="2102911" y="17422"/>
                  </a:moveTo>
                  <a:lnTo>
                    <a:pt x="2189455" y="62380"/>
                  </a:lnTo>
                  <a:cubicBezTo>
                    <a:pt x="2194700" y="65751"/>
                    <a:pt x="2197323" y="69685"/>
                    <a:pt x="2197323" y="74181"/>
                  </a:cubicBezTo>
                  <a:cubicBezTo>
                    <a:pt x="2196573" y="83173"/>
                    <a:pt x="2186270" y="90104"/>
                    <a:pt x="2166414" y="94974"/>
                  </a:cubicBezTo>
                  <a:cubicBezTo>
                    <a:pt x="2148805" y="132439"/>
                    <a:pt x="2129324" y="164284"/>
                    <a:pt x="2107969" y="190510"/>
                  </a:cubicBezTo>
                  <a:cubicBezTo>
                    <a:pt x="2132695" y="201000"/>
                    <a:pt x="2167725" y="210366"/>
                    <a:pt x="2213058" y="218609"/>
                  </a:cubicBezTo>
                  <a:lnTo>
                    <a:pt x="2211372" y="228724"/>
                  </a:lnTo>
                  <a:cubicBezTo>
                    <a:pt x="2194138" y="235468"/>
                    <a:pt x="2180276" y="244834"/>
                    <a:pt x="2169786" y="256823"/>
                  </a:cubicBezTo>
                  <a:cubicBezTo>
                    <a:pt x="2158921" y="269561"/>
                    <a:pt x="2148805" y="288106"/>
                    <a:pt x="2139439" y="312458"/>
                  </a:cubicBezTo>
                  <a:cubicBezTo>
                    <a:pt x="2099726" y="291478"/>
                    <a:pt x="2068443" y="270123"/>
                    <a:pt x="2045589" y="248393"/>
                  </a:cubicBezTo>
                  <a:cubicBezTo>
                    <a:pt x="2013369" y="271247"/>
                    <a:pt x="1973469" y="290354"/>
                    <a:pt x="1925889" y="305715"/>
                  </a:cubicBezTo>
                  <a:lnTo>
                    <a:pt x="1919707" y="297285"/>
                  </a:lnTo>
                  <a:cubicBezTo>
                    <a:pt x="1956048" y="268812"/>
                    <a:pt x="1986395" y="238652"/>
                    <a:pt x="2010747" y="206807"/>
                  </a:cubicBezTo>
                  <a:cubicBezTo>
                    <a:pt x="1990141" y="174587"/>
                    <a:pt x="1974968" y="129817"/>
                    <a:pt x="1965227" y="72495"/>
                  </a:cubicBezTo>
                  <a:lnTo>
                    <a:pt x="1935442" y="72495"/>
                  </a:lnTo>
                  <a:lnTo>
                    <a:pt x="1935442" y="59008"/>
                  </a:lnTo>
                  <a:lnTo>
                    <a:pt x="2073688" y="59008"/>
                  </a:lnTo>
                  <a:close/>
                  <a:moveTo>
                    <a:pt x="205121" y="7868"/>
                  </a:moveTo>
                  <a:lnTo>
                    <a:pt x="323698" y="14612"/>
                  </a:lnTo>
                  <a:cubicBezTo>
                    <a:pt x="331566" y="15736"/>
                    <a:pt x="335874" y="18920"/>
                    <a:pt x="336623" y="24165"/>
                  </a:cubicBezTo>
                  <a:cubicBezTo>
                    <a:pt x="336623" y="35030"/>
                    <a:pt x="326695" y="43834"/>
                    <a:pt x="306839" y="50578"/>
                  </a:cubicBezTo>
                  <a:lnTo>
                    <a:pt x="306839" y="217485"/>
                  </a:lnTo>
                  <a:lnTo>
                    <a:pt x="399003" y="217485"/>
                  </a:lnTo>
                  <a:lnTo>
                    <a:pt x="445085" y="152858"/>
                  </a:lnTo>
                  <a:lnTo>
                    <a:pt x="524323" y="214113"/>
                  </a:lnTo>
                  <a:cubicBezTo>
                    <a:pt x="529568" y="218234"/>
                    <a:pt x="531067" y="221980"/>
                    <a:pt x="528819" y="225352"/>
                  </a:cubicBezTo>
                  <a:cubicBezTo>
                    <a:pt x="526196" y="229099"/>
                    <a:pt x="520576" y="230972"/>
                    <a:pt x="511960" y="230972"/>
                  </a:cubicBezTo>
                  <a:lnTo>
                    <a:pt x="306839" y="230972"/>
                  </a:lnTo>
                  <a:lnTo>
                    <a:pt x="306839" y="323698"/>
                  </a:lnTo>
                  <a:cubicBezTo>
                    <a:pt x="306839" y="384391"/>
                    <a:pt x="307588" y="440776"/>
                    <a:pt x="309087" y="492852"/>
                  </a:cubicBezTo>
                  <a:cubicBezTo>
                    <a:pt x="309087" y="497723"/>
                    <a:pt x="307963" y="501657"/>
                    <a:pt x="305715" y="504654"/>
                  </a:cubicBezTo>
                  <a:cubicBezTo>
                    <a:pt x="304216" y="506902"/>
                    <a:pt x="302343" y="508213"/>
                    <a:pt x="300095" y="508588"/>
                  </a:cubicBezTo>
                  <a:cubicBezTo>
                    <a:pt x="271622" y="511960"/>
                    <a:pt x="239589" y="513646"/>
                    <a:pt x="203997" y="513646"/>
                  </a:cubicBezTo>
                  <a:cubicBezTo>
                    <a:pt x="206245" y="445459"/>
                    <a:pt x="207369" y="382143"/>
                    <a:pt x="207369" y="323698"/>
                  </a:cubicBezTo>
                  <a:lnTo>
                    <a:pt x="207369" y="230972"/>
                  </a:lnTo>
                  <a:lnTo>
                    <a:pt x="0" y="230972"/>
                  </a:lnTo>
                  <a:lnTo>
                    <a:pt x="0" y="217485"/>
                  </a:lnTo>
                  <a:lnTo>
                    <a:pt x="207369" y="217485"/>
                  </a:lnTo>
                  <a:lnTo>
                    <a:pt x="207369" y="127569"/>
                  </a:lnTo>
                  <a:cubicBezTo>
                    <a:pt x="207369" y="91228"/>
                    <a:pt x="206620" y="51327"/>
                    <a:pt x="205121" y="7868"/>
                  </a:cubicBezTo>
                  <a:close/>
                  <a:moveTo>
                    <a:pt x="1840469" y="7306"/>
                  </a:moveTo>
                  <a:lnTo>
                    <a:pt x="1932632" y="17422"/>
                  </a:lnTo>
                  <a:cubicBezTo>
                    <a:pt x="1943497" y="18546"/>
                    <a:pt x="1948930" y="21730"/>
                    <a:pt x="1948930" y="26975"/>
                  </a:cubicBezTo>
                  <a:cubicBezTo>
                    <a:pt x="1949304" y="34468"/>
                    <a:pt x="1940500" y="41774"/>
                    <a:pt x="1922517" y="48892"/>
                  </a:cubicBezTo>
                  <a:lnTo>
                    <a:pt x="1922517" y="276492"/>
                  </a:lnTo>
                  <a:cubicBezTo>
                    <a:pt x="1922517" y="289230"/>
                    <a:pt x="1913900" y="297660"/>
                    <a:pt x="1896666" y="301781"/>
                  </a:cubicBezTo>
                  <a:cubicBezTo>
                    <a:pt x="1872688" y="308150"/>
                    <a:pt x="1853581" y="311334"/>
                    <a:pt x="1839345" y="311334"/>
                  </a:cubicBezTo>
                  <a:cubicBezTo>
                    <a:pt x="1840843" y="251016"/>
                    <a:pt x="1841592" y="205309"/>
                    <a:pt x="1841592" y="174213"/>
                  </a:cubicBezTo>
                  <a:lnTo>
                    <a:pt x="1841592" y="114643"/>
                  </a:lnTo>
                  <a:cubicBezTo>
                    <a:pt x="1841592" y="66688"/>
                    <a:pt x="1841218" y="30909"/>
                    <a:pt x="1840469" y="7306"/>
                  </a:cubicBezTo>
                  <a:close/>
                  <a:moveTo>
                    <a:pt x="2537317" y="5620"/>
                  </a:moveTo>
                  <a:lnTo>
                    <a:pt x="2635663" y="14050"/>
                  </a:lnTo>
                  <a:cubicBezTo>
                    <a:pt x="2643156" y="14424"/>
                    <a:pt x="2646903" y="16672"/>
                    <a:pt x="2646903" y="20793"/>
                  </a:cubicBezTo>
                  <a:cubicBezTo>
                    <a:pt x="2646903" y="28661"/>
                    <a:pt x="2639035" y="36341"/>
                    <a:pt x="2623300" y="43834"/>
                  </a:cubicBezTo>
                  <a:lnTo>
                    <a:pt x="2623300" y="101156"/>
                  </a:lnTo>
                  <a:lnTo>
                    <a:pt x="2661514" y="101156"/>
                  </a:lnTo>
                  <a:lnTo>
                    <a:pt x="2689613" y="61818"/>
                  </a:lnTo>
                  <a:lnTo>
                    <a:pt x="2751430" y="102280"/>
                  </a:lnTo>
                  <a:cubicBezTo>
                    <a:pt x="2755926" y="105277"/>
                    <a:pt x="2757237" y="108087"/>
                    <a:pt x="2755364" y="110709"/>
                  </a:cubicBezTo>
                  <a:cubicBezTo>
                    <a:pt x="2753491" y="113332"/>
                    <a:pt x="2749182" y="114643"/>
                    <a:pt x="2742438" y="114643"/>
                  </a:cubicBezTo>
                  <a:lnTo>
                    <a:pt x="2623300" y="114643"/>
                  </a:lnTo>
                  <a:lnTo>
                    <a:pt x="2623300" y="200625"/>
                  </a:lnTo>
                  <a:lnTo>
                    <a:pt x="2673315" y="200625"/>
                  </a:lnTo>
                  <a:lnTo>
                    <a:pt x="2708158" y="151734"/>
                  </a:lnTo>
                  <a:lnTo>
                    <a:pt x="2774471" y="198939"/>
                  </a:lnTo>
                  <a:cubicBezTo>
                    <a:pt x="2779716" y="202686"/>
                    <a:pt x="2781215" y="206058"/>
                    <a:pt x="2778967" y="209055"/>
                  </a:cubicBezTo>
                  <a:cubicBezTo>
                    <a:pt x="2776719" y="212427"/>
                    <a:pt x="2771474" y="214113"/>
                    <a:pt x="2763231" y="214113"/>
                  </a:cubicBezTo>
                  <a:lnTo>
                    <a:pt x="2427170" y="214113"/>
                  </a:lnTo>
                  <a:lnTo>
                    <a:pt x="2427170" y="200625"/>
                  </a:lnTo>
                  <a:lnTo>
                    <a:pt x="2538441" y="200625"/>
                  </a:lnTo>
                  <a:lnTo>
                    <a:pt x="2538441" y="114643"/>
                  </a:lnTo>
                  <a:lnTo>
                    <a:pt x="2445715" y="114643"/>
                  </a:lnTo>
                  <a:lnTo>
                    <a:pt x="2445715" y="101156"/>
                  </a:lnTo>
                  <a:lnTo>
                    <a:pt x="2538441" y="101156"/>
                  </a:lnTo>
                  <a:lnTo>
                    <a:pt x="2538441" y="92164"/>
                  </a:lnTo>
                  <a:cubicBezTo>
                    <a:pt x="2538067" y="63316"/>
                    <a:pt x="2537692" y="34468"/>
                    <a:pt x="2537317" y="5620"/>
                  </a:cubicBezTo>
                  <a:close/>
                  <a:moveTo>
                    <a:pt x="2305222" y="4496"/>
                  </a:moveTo>
                  <a:lnTo>
                    <a:pt x="2404129" y="12926"/>
                  </a:lnTo>
                  <a:cubicBezTo>
                    <a:pt x="2411247" y="13300"/>
                    <a:pt x="2414807" y="15548"/>
                    <a:pt x="2414807" y="19669"/>
                  </a:cubicBezTo>
                  <a:cubicBezTo>
                    <a:pt x="2414807" y="27162"/>
                    <a:pt x="2406752" y="34843"/>
                    <a:pt x="2390642" y="42710"/>
                  </a:cubicBezTo>
                  <a:lnTo>
                    <a:pt x="2390642" y="138246"/>
                  </a:lnTo>
                  <a:lnTo>
                    <a:pt x="2413121" y="101156"/>
                  </a:lnTo>
                  <a:lnTo>
                    <a:pt x="2459765" y="136560"/>
                  </a:lnTo>
                  <a:cubicBezTo>
                    <a:pt x="2466509" y="141805"/>
                    <a:pt x="2468944" y="146488"/>
                    <a:pt x="2467070" y="150610"/>
                  </a:cubicBezTo>
                  <a:cubicBezTo>
                    <a:pt x="2465197" y="154356"/>
                    <a:pt x="2460140" y="156229"/>
                    <a:pt x="2451897" y="156229"/>
                  </a:cubicBezTo>
                  <a:lnTo>
                    <a:pt x="2390642" y="156229"/>
                  </a:lnTo>
                  <a:lnTo>
                    <a:pt x="2390642" y="228724"/>
                  </a:lnTo>
                  <a:cubicBezTo>
                    <a:pt x="2410498" y="225352"/>
                    <a:pt x="2431292" y="221418"/>
                    <a:pt x="2453021" y="216923"/>
                  </a:cubicBezTo>
                  <a:lnTo>
                    <a:pt x="2456393" y="226476"/>
                  </a:lnTo>
                  <a:cubicBezTo>
                    <a:pt x="2432790" y="242586"/>
                    <a:pt x="2410873" y="256448"/>
                    <a:pt x="2390642" y="268062"/>
                  </a:cubicBezTo>
                  <a:lnTo>
                    <a:pt x="2390642" y="442275"/>
                  </a:lnTo>
                  <a:cubicBezTo>
                    <a:pt x="2390642" y="462131"/>
                    <a:pt x="2382962" y="477492"/>
                    <a:pt x="2367601" y="488357"/>
                  </a:cubicBezTo>
                  <a:cubicBezTo>
                    <a:pt x="2351116" y="499971"/>
                    <a:pt x="2323954" y="507838"/>
                    <a:pt x="2286115" y="511960"/>
                  </a:cubicBezTo>
                  <a:cubicBezTo>
                    <a:pt x="2284241" y="488357"/>
                    <a:pt x="2280120" y="471685"/>
                    <a:pt x="2273751" y="461944"/>
                  </a:cubicBezTo>
                  <a:cubicBezTo>
                    <a:pt x="2267382" y="451828"/>
                    <a:pt x="2254269" y="441713"/>
                    <a:pt x="2234413" y="431597"/>
                  </a:cubicBezTo>
                  <a:lnTo>
                    <a:pt x="2236099" y="422606"/>
                  </a:lnTo>
                  <a:lnTo>
                    <a:pt x="2288925" y="424853"/>
                  </a:lnTo>
                  <a:cubicBezTo>
                    <a:pt x="2296043" y="425228"/>
                    <a:pt x="2300726" y="424292"/>
                    <a:pt x="2302974" y="422044"/>
                  </a:cubicBezTo>
                  <a:cubicBezTo>
                    <a:pt x="2305596" y="419796"/>
                    <a:pt x="2306908" y="414551"/>
                    <a:pt x="2306908" y="406308"/>
                  </a:cubicBezTo>
                  <a:lnTo>
                    <a:pt x="2306908" y="311896"/>
                  </a:lnTo>
                  <a:cubicBezTo>
                    <a:pt x="2297916" y="316392"/>
                    <a:pt x="2291172" y="319577"/>
                    <a:pt x="2286677" y="321450"/>
                  </a:cubicBezTo>
                  <a:cubicBezTo>
                    <a:pt x="2285553" y="338309"/>
                    <a:pt x="2280308" y="346739"/>
                    <a:pt x="2270941" y="346739"/>
                  </a:cubicBezTo>
                  <a:cubicBezTo>
                    <a:pt x="2265696" y="346739"/>
                    <a:pt x="2262137" y="341494"/>
                    <a:pt x="2260264" y="331004"/>
                  </a:cubicBezTo>
                  <a:lnTo>
                    <a:pt x="2239471" y="247831"/>
                  </a:lnTo>
                  <a:cubicBezTo>
                    <a:pt x="2254457" y="247457"/>
                    <a:pt x="2276936" y="245396"/>
                    <a:pt x="2306908" y="241650"/>
                  </a:cubicBezTo>
                  <a:lnTo>
                    <a:pt x="2306908" y="156229"/>
                  </a:lnTo>
                  <a:lnTo>
                    <a:pt x="2242843" y="156229"/>
                  </a:lnTo>
                  <a:lnTo>
                    <a:pt x="2242843" y="142742"/>
                  </a:lnTo>
                  <a:lnTo>
                    <a:pt x="2306908" y="142742"/>
                  </a:lnTo>
                  <a:lnTo>
                    <a:pt x="2306908" y="107900"/>
                  </a:lnTo>
                  <a:cubicBezTo>
                    <a:pt x="2306908" y="64440"/>
                    <a:pt x="2306346" y="29972"/>
                    <a:pt x="2305222" y="4496"/>
                  </a:cubicBezTo>
                  <a:close/>
                  <a:moveTo>
                    <a:pt x="1329633" y="0"/>
                  </a:moveTo>
                  <a:lnTo>
                    <a:pt x="1442028" y="24165"/>
                  </a:lnTo>
                  <a:cubicBezTo>
                    <a:pt x="1449147" y="25664"/>
                    <a:pt x="1452706" y="28661"/>
                    <a:pt x="1452706" y="33157"/>
                  </a:cubicBezTo>
                  <a:cubicBezTo>
                    <a:pt x="1452706" y="42898"/>
                    <a:pt x="1441279" y="50016"/>
                    <a:pt x="1418425" y="54512"/>
                  </a:cubicBezTo>
                  <a:cubicBezTo>
                    <a:pt x="1418051" y="55261"/>
                    <a:pt x="1417489" y="56011"/>
                    <a:pt x="1416739" y="56760"/>
                  </a:cubicBezTo>
                  <a:cubicBezTo>
                    <a:pt x="1453080" y="86732"/>
                    <a:pt x="1489047" y="110147"/>
                    <a:pt x="1524639" y="127007"/>
                  </a:cubicBezTo>
                  <a:cubicBezTo>
                    <a:pt x="1562853" y="144990"/>
                    <a:pt x="1609497" y="160163"/>
                    <a:pt x="1664570" y="172527"/>
                  </a:cubicBezTo>
                  <a:lnTo>
                    <a:pt x="1663446" y="182642"/>
                  </a:lnTo>
                  <a:cubicBezTo>
                    <a:pt x="1636472" y="194256"/>
                    <a:pt x="1614180" y="223666"/>
                    <a:pt x="1596571" y="270872"/>
                  </a:cubicBezTo>
                  <a:cubicBezTo>
                    <a:pt x="1548991" y="245021"/>
                    <a:pt x="1510776" y="217297"/>
                    <a:pt x="1481929" y="187700"/>
                  </a:cubicBezTo>
                  <a:cubicBezTo>
                    <a:pt x="1452706" y="157728"/>
                    <a:pt x="1427230" y="119514"/>
                    <a:pt x="1405500" y="73057"/>
                  </a:cubicBezTo>
                  <a:cubicBezTo>
                    <a:pt x="1342559" y="162598"/>
                    <a:pt x="1249084" y="230785"/>
                    <a:pt x="1125074" y="277616"/>
                  </a:cubicBezTo>
                  <a:lnTo>
                    <a:pt x="1119455" y="270872"/>
                  </a:lnTo>
                  <a:cubicBezTo>
                    <a:pt x="1197382" y="207182"/>
                    <a:pt x="1258075" y="137684"/>
                    <a:pt x="1301534" y="62380"/>
                  </a:cubicBezTo>
                  <a:cubicBezTo>
                    <a:pt x="1315022" y="39151"/>
                    <a:pt x="1324388" y="18358"/>
                    <a:pt x="1329633" y="0"/>
                  </a:cubicBezTo>
                  <a:close/>
                </a:path>
              </a:pathLst>
            </a:custGeom>
            <a:solidFill>
              <a:srgbClr val="B00000"/>
            </a:solidFill>
            <a:ln>
              <a:noFill/>
            </a:ln>
            <a:effectLst>
              <a:outerShdw blurRad="76200" dir="18900000" sy="23000" kx="-1200000" algn="b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just"/>
              <a:endParaRPr lang="zh-CN" altLang="en-US" sz="4400" kern="100" dirty="0">
                <a:solidFill>
                  <a:schemeClr val="tx1">
                    <a:lumMod val="85000"/>
                    <a:lumOff val="15000"/>
                  </a:schemeClr>
                </a:solidFill>
                <a:latin typeface="方正特雅宋简体" panose="02000500000000000000" pitchFamily="2" charset="-122"/>
                <a:ea typeface="方正特雅宋简体" panose="02000500000000000000" pitchFamily="2" charset="-122"/>
                <a:cs typeface="方正粗楷简体" panose="02000000000000000000" pitchFamily="2" charset="-122"/>
              </a:endParaRPr>
            </a:p>
          </p:txBody>
        </p:sp>
        <p:cxnSp>
          <p:nvCxnSpPr>
            <p:cNvPr id="17" name="直接连接符 16"/>
            <p:cNvCxnSpPr/>
            <p:nvPr/>
          </p:nvCxnSpPr>
          <p:spPr>
            <a:xfrm>
              <a:off x="3211329" y="2725234"/>
              <a:ext cx="7920000" cy="0"/>
            </a:xfrm>
            <a:prstGeom prst="line">
              <a:avLst/>
            </a:prstGeom>
            <a:ln>
              <a:solidFill>
                <a:srgbClr val="B00000"/>
              </a:solidFill>
            </a:ln>
          </p:spPr>
          <p:style>
            <a:lnRef idx="1">
              <a:schemeClr val="accent1"/>
            </a:lnRef>
            <a:fillRef idx="0">
              <a:schemeClr val="accent1"/>
            </a:fillRef>
            <a:effectRef idx="0">
              <a:schemeClr val="accent1"/>
            </a:effectRef>
            <a:fontRef idx="minor">
              <a:schemeClr val="tx1"/>
            </a:fontRef>
          </p:style>
        </p:cxnSp>
      </p:grpSp>
      <p:sp>
        <p:nvSpPr>
          <p:cNvPr id="2" name="文本框 1"/>
          <p:cNvSpPr txBox="1"/>
          <p:nvPr/>
        </p:nvSpPr>
        <p:spPr>
          <a:xfrm>
            <a:off x="4702175" y="6010275"/>
            <a:ext cx="6686550" cy="521970"/>
          </a:xfrm>
          <a:prstGeom prst="rect">
            <a:avLst/>
          </a:prstGeom>
          <a:noFill/>
        </p:spPr>
        <p:txBody>
          <a:bodyPr wrap="square" rtlCol="0">
            <a:spAutoFit/>
          </a:bodyPr>
          <a:lstStyle/>
          <a:p>
            <a:pPr algn="l"/>
            <a:r>
              <a:rPr lang="zh-CN" altLang="en-US" sz="2800"/>
              <a:t>——《习近平法治学习纲要》（</a:t>
            </a:r>
            <a:r>
              <a:rPr lang="en-US" altLang="zh-CN" sz="2800">
                <a:solidFill>
                  <a:srgbClr val="FF0000"/>
                </a:solidFill>
              </a:rPr>
              <a:t>2023</a:t>
            </a:r>
            <a:r>
              <a:rPr lang="zh-CN" altLang="en-US" sz="2800"/>
              <a:t>）</a:t>
            </a:r>
            <a:endParaRPr lang="en-US" altLang="zh-CN" sz="28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9" name="组合 2"/>
          <p:cNvGrpSpPr/>
          <p:nvPr/>
        </p:nvGrpSpPr>
        <p:grpSpPr>
          <a:xfrm>
            <a:off x="3306241" y="1354835"/>
            <a:ext cx="1088558" cy="3912905"/>
            <a:chOff x="3306241" y="1354835"/>
            <a:chExt cx="1088558" cy="3912905"/>
          </a:xfrm>
        </p:grpSpPr>
        <p:cxnSp>
          <p:nvCxnSpPr>
            <p:cNvPr id="3145802" name="直接连接符 62"/>
            <p:cNvCxnSpPr/>
            <p:nvPr/>
          </p:nvCxnSpPr>
          <p:spPr>
            <a:xfrm>
              <a:off x="3306241" y="3306792"/>
              <a:ext cx="518542"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3" name="直接连接符 63"/>
            <p:cNvCxnSpPr/>
            <p:nvPr/>
          </p:nvCxnSpPr>
          <p:spPr>
            <a:xfrm>
              <a:off x="3824783" y="135483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4" name="直接连接符 65"/>
            <p:cNvCxnSpPr/>
            <p:nvPr/>
          </p:nvCxnSpPr>
          <p:spPr>
            <a:xfrm>
              <a:off x="3824783" y="265562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5" name="直接连接符 82"/>
            <p:cNvCxnSpPr/>
            <p:nvPr/>
          </p:nvCxnSpPr>
          <p:spPr>
            <a:xfrm flipV="1">
              <a:off x="3824783" y="1354836"/>
              <a:ext cx="0" cy="391290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6" name="直接连接符 83"/>
            <p:cNvCxnSpPr/>
            <p:nvPr/>
          </p:nvCxnSpPr>
          <p:spPr>
            <a:xfrm>
              <a:off x="3824783" y="4002174"/>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7" name="直接连接符 84"/>
            <p:cNvCxnSpPr/>
            <p:nvPr/>
          </p:nvCxnSpPr>
          <p:spPr>
            <a:xfrm>
              <a:off x="3824783" y="5267740"/>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049690" name="平行四边形 64"/>
          <p:cNvSpPr/>
          <p:nvPr/>
        </p:nvSpPr>
        <p:spPr>
          <a:xfrm>
            <a:off x="3992222" y="1066269"/>
            <a:ext cx="2579062" cy="86183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buClrTx/>
              <a:buSzTx/>
              <a:buFontTx/>
            </a:pPr>
            <a:r>
              <a:rPr lang="zh-CN" altLang="en-US" sz="1600" b="1" dirty="0">
                <a:solidFill>
                  <a:srgbClr val="FF0000"/>
                </a:solidFill>
                <a:latin typeface="微软雅黑" panose="020B0503020204020204" charset="-122"/>
                <a:ea typeface="微软雅黑" panose="020B0503020204020204" charset="-122"/>
              </a:rPr>
              <a:t>坚持党的全面领导</a:t>
            </a:r>
          </a:p>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rPr>
              <a:t>（第三章）</a:t>
            </a:r>
            <a:r>
              <a:rPr lang="en-US" altLang="zh-CN" sz="1600" b="1" dirty="0">
                <a:solidFill>
                  <a:schemeClr val="tx1"/>
                </a:solidFill>
                <a:latin typeface="微软雅黑" panose="020B0503020204020204" charset="-122"/>
                <a:ea typeface="微软雅黑" panose="020B0503020204020204" charset="-122"/>
              </a:rPr>
              <a:t>P56</a:t>
            </a:r>
          </a:p>
        </p:txBody>
      </p:sp>
      <p:grpSp>
        <p:nvGrpSpPr>
          <p:cNvPr id="514" name="组合 13"/>
          <p:cNvGrpSpPr/>
          <p:nvPr/>
        </p:nvGrpSpPr>
        <p:grpSpPr>
          <a:xfrm>
            <a:off x="2387223" y="686884"/>
            <a:ext cx="7311769" cy="0"/>
            <a:chOff x="2415798" y="1010793"/>
            <a:chExt cx="7311769" cy="0"/>
          </a:xfrm>
        </p:grpSpPr>
        <p:cxnSp>
          <p:nvCxnSpPr>
            <p:cNvPr id="3145818" name="直接箭头连接符 14"/>
            <p:cNvCxnSpPr/>
            <p:nvPr/>
          </p:nvCxnSpPr>
          <p:spPr>
            <a:xfrm>
              <a:off x="726013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cxnSp>
          <p:nvCxnSpPr>
            <p:cNvPr id="3145819" name="直接箭头连接符 15"/>
            <p:cNvCxnSpPr/>
            <p:nvPr/>
          </p:nvCxnSpPr>
          <p:spPr>
            <a:xfrm flipH="1">
              <a:off x="241579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grpSp>
      <p:sp>
        <p:nvSpPr>
          <p:cNvPr id="1049694" name="平行四边形 61"/>
          <p:cNvSpPr/>
          <p:nvPr/>
        </p:nvSpPr>
        <p:spPr>
          <a:xfrm>
            <a:off x="589280" y="2129790"/>
            <a:ext cx="2836545" cy="1991360"/>
          </a:xfrm>
          <a:prstGeom prst="roundRect">
            <a:avLst/>
          </a:prstGeom>
          <a:gradFill>
            <a:gsLst>
              <a:gs pos="52000">
                <a:srgbClr val="AF1E22"/>
              </a:gs>
              <a:gs pos="100000">
                <a:srgbClr val="E97C30"/>
              </a:gs>
            </a:gsLst>
            <a:lin ang="2400000" scaled="0"/>
          </a:gradFill>
          <a:ln>
            <a:noFill/>
          </a:ln>
          <a:effectLst>
            <a:outerShdw blurRad="584200" dist="292100" dir="2100000" algn="t" rotWithShape="0">
              <a:srgbClr val="AF1E22">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全面从严治党</a:t>
            </a:r>
            <a:endPar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习近平关于党的建设的重要思想</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（十三个坚持）</a:t>
            </a:r>
            <a:r>
              <a:rPr lang="en-US" altLang="zh-CN" sz="1800" b="1" dirty="0">
                <a:effectLst>
                  <a:outerShdw blurRad="38100" dist="38100" dir="2700000" algn="tl">
                    <a:srgbClr val="000000">
                      <a:alpha val="43137"/>
                    </a:srgbClr>
                  </a:outerShdw>
                </a:effectLst>
                <a:latin typeface="微软雅黑" panose="020B0503020204020204" charset="-122"/>
                <a:ea typeface="微软雅黑" panose="020B0503020204020204" charset="-122"/>
              </a:rPr>
              <a:t>P337-P338</a:t>
            </a:r>
          </a:p>
        </p:txBody>
      </p:sp>
      <p:sp>
        <p:nvSpPr>
          <p:cNvPr id="13" name="平行四边形 66"/>
          <p:cNvSpPr/>
          <p:nvPr>
            <p:custDataLst>
              <p:tags r:id="rId1"/>
            </p:custDataLst>
          </p:nvPr>
        </p:nvSpPr>
        <p:spPr>
          <a:xfrm>
            <a:off x="3992221" y="4237812"/>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全面从严治党</a:t>
            </a:r>
          </a:p>
          <a:p>
            <a:pPr algn="ctr">
              <a:lnSpc>
                <a:spcPct val="120000"/>
              </a:lnSpc>
            </a:pPr>
            <a:r>
              <a:rPr lang="zh-CN" altLang="en-US" sz="16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（第十七章）</a:t>
            </a:r>
            <a:r>
              <a:rPr lang="en-US" altLang="zh-CN" sz="16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P337</a:t>
            </a:r>
          </a:p>
        </p:txBody>
      </p:sp>
      <p:grpSp>
        <p:nvGrpSpPr>
          <p:cNvPr id="2" name="组合 39"/>
          <p:cNvGrpSpPr/>
          <p:nvPr/>
        </p:nvGrpSpPr>
        <p:grpSpPr>
          <a:xfrm>
            <a:off x="6454516" y="1070618"/>
            <a:ext cx="5404462" cy="1775378"/>
            <a:chOff x="6881871" y="3548388"/>
            <a:chExt cx="5404462" cy="1775378"/>
          </a:xfrm>
        </p:grpSpPr>
        <p:cxnSp>
          <p:nvCxnSpPr>
            <p:cNvPr id="24" name="连接符: 肘形 12"/>
            <p:cNvCxnSpPr>
              <a:endCxn id="29" idx="5"/>
            </p:cNvCxnSpPr>
            <p:nvPr>
              <p:custDataLst>
                <p:tags r:id="rId11"/>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连接符: 肘形 14"/>
            <p:cNvCxnSpPr/>
            <p:nvPr>
              <p:custDataLst>
                <p:tags r:id="rId12"/>
              </p:custDataLst>
            </p:nvPr>
          </p:nvCxnSpPr>
          <p:spPr>
            <a:xfrm>
              <a:off x="6881871" y="4122177"/>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45813" name="直接箭头连接符 16"/>
            <p:cNvCxnSpPr/>
            <p:nvPr>
              <p:custDataLst>
                <p:tags r:id="rId13"/>
              </p:custDataLst>
            </p:nvPr>
          </p:nvCxnSpPr>
          <p:spPr>
            <a:xfrm>
              <a:off x="6881871" y="412535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26" name="文本框 87"/>
            <p:cNvSpPr txBox="1"/>
            <p:nvPr>
              <p:custDataLst>
                <p:tags r:id="rId14"/>
              </p:custDataLst>
            </p:nvPr>
          </p:nvSpPr>
          <p:spPr>
            <a:xfrm>
              <a:off x="7623528" y="3548388"/>
              <a:ext cx="4094480" cy="521970"/>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中国共产党领导是中国特色社会主义最本质的特征</a:t>
              </a:r>
            </a:p>
            <a:p>
              <a:pPr algn="l"/>
              <a:r>
                <a:rPr lang="zh-CN" altLang="en-US" sz="1400" dirty="0">
                  <a:latin typeface="微软雅黑" panose="020B0503020204020204" charset="-122"/>
                  <a:ea typeface="微软雅黑" panose="020B0503020204020204" charset="-122"/>
                </a:rPr>
                <a:t>（为什么要坚持党的领导？）</a:t>
              </a:r>
            </a:p>
          </p:txBody>
        </p:sp>
        <p:sp>
          <p:nvSpPr>
            <p:cNvPr id="27" name="文本框 88"/>
            <p:cNvSpPr txBox="1"/>
            <p:nvPr>
              <p:custDataLst>
                <p:tags r:id="rId15"/>
              </p:custDataLst>
            </p:nvPr>
          </p:nvSpPr>
          <p:spPr>
            <a:xfrm>
              <a:off x="7631148" y="4037577"/>
              <a:ext cx="4272280" cy="521970"/>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坚持党对一切工作的领导</a:t>
              </a:r>
            </a:p>
            <a:p>
              <a:pPr algn="l"/>
              <a:r>
                <a:rPr lang="zh-CN" altLang="en-US" sz="1400" dirty="0">
                  <a:latin typeface="微软雅黑" panose="020B0503020204020204" charset="-122"/>
                  <a:ea typeface="微软雅黑" panose="020B0503020204020204" charset="-122"/>
                </a:rPr>
                <a:t>（怎样理解党的领导是全面的、系统的、整体的？）</a:t>
              </a:r>
            </a:p>
          </p:txBody>
        </p:sp>
        <p:sp>
          <p:nvSpPr>
            <p:cNvPr id="28" name="文本框 89"/>
            <p:cNvSpPr txBox="1"/>
            <p:nvPr>
              <p:custDataLst>
                <p:tags r:id="rId16"/>
              </p:custDataLst>
            </p:nvPr>
          </p:nvSpPr>
          <p:spPr>
            <a:xfrm>
              <a:off x="7658453" y="4586531"/>
              <a:ext cx="4627880" cy="73723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健全和完善党的领导制度体系</a:t>
              </a:r>
            </a:p>
            <a:p>
              <a:pPr algn="l"/>
              <a:r>
                <a:rPr lang="zh-CN" altLang="en-US" sz="1400" dirty="0">
                  <a:latin typeface="微软雅黑" panose="020B0503020204020204" charset="-122"/>
                  <a:ea typeface="微软雅黑" panose="020B0503020204020204" charset="-122"/>
                </a:rPr>
                <a:t>（怎样才能做到自觉在思想上政治上行动上同党中央保持</a:t>
              </a:r>
            </a:p>
            <a:p>
              <a:pPr algn="l"/>
              <a:r>
                <a:rPr lang="zh-CN" altLang="en-US" sz="1400" dirty="0">
                  <a:latin typeface="微软雅黑" panose="020B0503020204020204" charset="-122"/>
                  <a:ea typeface="微软雅黑" panose="020B0503020204020204" charset="-122"/>
                </a:rPr>
                <a:t>高度一致？）</a:t>
              </a:r>
            </a:p>
          </p:txBody>
        </p:sp>
        <p:sp>
          <p:nvSpPr>
            <p:cNvPr id="29" name="椭圆 95"/>
            <p:cNvSpPr/>
            <p:nvPr>
              <p:custDataLst>
                <p:tags r:id="rId17"/>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680" name="椭圆 96"/>
            <p:cNvSpPr/>
            <p:nvPr>
              <p:custDataLst>
                <p:tags r:id="rId18"/>
              </p:custDataLst>
            </p:nvPr>
          </p:nvSpPr>
          <p:spPr>
            <a:xfrm>
              <a:off x="7539894" y="410357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97"/>
            <p:cNvSpPr/>
            <p:nvPr>
              <p:custDataLst>
                <p:tags r:id="rId19"/>
              </p:custDataLst>
            </p:nvPr>
          </p:nvSpPr>
          <p:spPr>
            <a:xfrm>
              <a:off x="7541255" y="449041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39"/>
          <p:cNvGrpSpPr/>
          <p:nvPr/>
        </p:nvGrpSpPr>
        <p:grpSpPr>
          <a:xfrm>
            <a:off x="6446896" y="4244983"/>
            <a:ext cx="4310357" cy="1487723"/>
            <a:chOff x="6874251" y="3548388"/>
            <a:chExt cx="4310357" cy="1487723"/>
          </a:xfrm>
        </p:grpSpPr>
        <p:cxnSp>
          <p:nvCxnSpPr>
            <p:cNvPr id="4" name="连接符: 肘形 12"/>
            <p:cNvCxnSpPr>
              <a:endCxn id="10" idx="5"/>
            </p:cNvCxnSpPr>
            <p:nvPr>
              <p:custDataLst>
                <p:tags r:id="rId2"/>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 name="连接符: 肘形 14"/>
            <p:cNvCxnSpPr/>
            <p:nvPr>
              <p:custDataLst>
                <p:tags r:id="rId3"/>
              </p:custDataLst>
            </p:nvPr>
          </p:nvCxnSpPr>
          <p:spPr>
            <a:xfrm>
              <a:off x="6874251" y="413805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16"/>
            <p:cNvCxnSpPr/>
            <p:nvPr>
              <p:custDataLst>
                <p:tags r:id="rId4"/>
              </p:custDataLst>
            </p:nvPr>
          </p:nvCxnSpPr>
          <p:spPr>
            <a:xfrm>
              <a:off x="6874251" y="4120907"/>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7" name="文本框 87"/>
            <p:cNvSpPr txBox="1"/>
            <p:nvPr>
              <p:custDataLst>
                <p:tags r:id="rId5"/>
              </p:custDataLst>
            </p:nvPr>
          </p:nvSpPr>
          <p:spPr>
            <a:xfrm>
              <a:off x="7623528" y="3548388"/>
              <a:ext cx="3561080" cy="521970"/>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全面从严治党是新时代党的建设的鲜明主题</a:t>
              </a:r>
            </a:p>
            <a:p>
              <a:pPr algn="l"/>
              <a:r>
                <a:rPr lang="zh-CN" altLang="en-US" sz="1400" dirty="0">
                  <a:latin typeface="微软雅黑" panose="020B0503020204020204" charset="-122"/>
                  <a:ea typeface="微软雅黑" panose="020B0503020204020204" charset="-122"/>
                </a:rPr>
                <a:t>（</a:t>
              </a:r>
              <a:r>
                <a:rPr lang="zh-CN" altLang="en-US" sz="1400" dirty="0">
                  <a:solidFill>
                    <a:srgbClr val="FF0000"/>
                  </a:solidFill>
                  <a:latin typeface="微软雅黑" panose="020B0503020204020204" charset="-122"/>
                  <a:ea typeface="微软雅黑" panose="020B0503020204020204" charset="-122"/>
                </a:rPr>
                <a:t>全面从严治党的原因</a:t>
              </a:r>
              <a:r>
                <a:rPr lang="en-US" altLang="zh-CN" sz="1400" dirty="0">
                  <a:solidFill>
                    <a:srgbClr val="FF0000"/>
                  </a:solidFill>
                  <a:latin typeface="微软雅黑" panose="020B0503020204020204" charset="-122"/>
                  <a:ea typeface="微软雅黑" panose="020B0503020204020204" charset="-122"/>
                </a:rPr>
                <a:t>P27</a:t>
              </a:r>
              <a:r>
                <a:rPr lang="zh-CN" altLang="en-US" sz="1400" dirty="0">
                  <a:latin typeface="微软雅黑" panose="020B0503020204020204" charset="-122"/>
                  <a:ea typeface="微软雅黑" panose="020B0503020204020204" charset="-122"/>
                </a:rPr>
                <a:t>）</a:t>
              </a:r>
            </a:p>
          </p:txBody>
        </p:sp>
        <p:sp>
          <p:nvSpPr>
            <p:cNvPr id="8" name="文本框 88"/>
            <p:cNvSpPr txBox="1"/>
            <p:nvPr>
              <p:custDataLst>
                <p:tags r:id="rId6"/>
              </p:custDataLst>
            </p:nvPr>
          </p:nvSpPr>
          <p:spPr>
            <a:xfrm>
              <a:off x="7623528" y="4024877"/>
              <a:ext cx="3027680" cy="521970"/>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以政治建设为统领深入推进党的建设</a:t>
              </a:r>
            </a:p>
            <a:p>
              <a:pPr algn="l"/>
              <a:r>
                <a:rPr lang="zh-CN" altLang="en-US" sz="1400" dirty="0">
                  <a:latin typeface="微软雅黑" panose="020B0503020204020204" charset="-122"/>
                  <a:ea typeface="微软雅黑" panose="020B0503020204020204" charset="-122"/>
                </a:rPr>
                <a:t>（全面从严治党的内容）</a:t>
              </a:r>
            </a:p>
          </p:txBody>
        </p:sp>
        <p:sp>
          <p:nvSpPr>
            <p:cNvPr id="9" name="文本框 89"/>
            <p:cNvSpPr txBox="1"/>
            <p:nvPr>
              <p:custDataLst>
                <p:tags r:id="rId7"/>
              </p:custDataLst>
            </p:nvPr>
          </p:nvSpPr>
          <p:spPr>
            <a:xfrm>
              <a:off x="7658453" y="4514141"/>
              <a:ext cx="2672080" cy="521970"/>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建设长期执政的马克思主义政党</a:t>
              </a:r>
            </a:p>
            <a:p>
              <a:pPr algn="l"/>
              <a:r>
                <a:rPr lang="zh-CN" altLang="en-US" sz="1400" dirty="0">
                  <a:latin typeface="微软雅黑" panose="020B0503020204020204" charset="-122"/>
                  <a:ea typeface="微软雅黑" panose="020B0503020204020204" charset="-122"/>
                </a:rPr>
                <a:t>（全面从严治党的目标）</a:t>
              </a:r>
            </a:p>
          </p:txBody>
        </p:sp>
        <p:sp>
          <p:nvSpPr>
            <p:cNvPr id="10" name="椭圆 95"/>
            <p:cNvSpPr/>
            <p:nvPr>
              <p:custDataLst>
                <p:tags r:id="rId8"/>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96"/>
            <p:cNvSpPr/>
            <p:nvPr>
              <p:custDataLst>
                <p:tags r:id="rId9"/>
              </p:custDataLst>
            </p:nvPr>
          </p:nvSpPr>
          <p:spPr>
            <a:xfrm>
              <a:off x="7547514" y="406420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97"/>
            <p:cNvSpPr/>
            <p:nvPr>
              <p:custDataLst>
                <p:tags r:id="rId10"/>
              </p:custDataLst>
            </p:nvPr>
          </p:nvSpPr>
          <p:spPr>
            <a:xfrm>
              <a:off x="7547605" y="449739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9694"/>
                                        </p:tgtEl>
                                        <p:attrNameLst>
                                          <p:attrName>style.visibility</p:attrName>
                                        </p:attrNameLst>
                                      </p:cBhvr>
                                      <p:to>
                                        <p:strVal val="visible"/>
                                      </p:to>
                                    </p:set>
                                    <p:animEffect transition="in" filter="wipe(left)">
                                      <p:cBhvr>
                                        <p:cTn id="7" dur="500"/>
                                        <p:tgtEl>
                                          <p:spTgt spid="10496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9"/>
                                        </p:tgtEl>
                                        <p:attrNameLst>
                                          <p:attrName>style.visibility</p:attrName>
                                        </p:attrNameLst>
                                      </p:cBhvr>
                                      <p:to>
                                        <p:strVal val="visible"/>
                                      </p:to>
                                    </p:set>
                                    <p:animEffect transition="in" filter="wipe(left)">
                                      <p:cBhvr>
                                        <p:cTn id="11" dur="500"/>
                                        <p:tgtEl>
                                          <p:spTgt spid="50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49690"/>
                                        </p:tgtEl>
                                        <p:attrNameLst>
                                          <p:attrName>style.visibility</p:attrName>
                                        </p:attrNameLst>
                                      </p:cBhvr>
                                      <p:to>
                                        <p:strVal val="visible"/>
                                      </p:to>
                                    </p:set>
                                    <p:animEffect transition="in" filter="wipe(left)">
                                      <p:cBhvr>
                                        <p:cTn id="15" dur="500"/>
                                        <p:tgtEl>
                                          <p:spTgt spid="104969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90" grpId="0" bldLvl="0" animBg="1"/>
      <p:bldP spid="1049694" grpId="0" bldLvl="0" animBg="1"/>
      <p:bldP spid="13"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0" y="0"/>
            <a:ext cx="12192001" cy="6858000"/>
            <a:chOff x="0" y="0"/>
            <a:chExt cx="12192001" cy="6858000"/>
          </a:xfrm>
        </p:grpSpPr>
        <p:pic>
          <p:nvPicPr>
            <p:cNvPr id="6" name="图片 5"/>
            <p:cNvPicPr>
              <a:picLocks noChangeAspect="1"/>
            </p:cNvPicPr>
            <p:nvPr/>
          </p:nvPicPr>
          <p:blipFill>
            <a:blip r:embed="rId2"/>
            <a:stretch>
              <a:fillRect/>
            </a:stretch>
          </p:blipFill>
          <p:spPr>
            <a:xfrm>
              <a:off x="1" y="0"/>
              <a:ext cx="12192000" cy="6858000"/>
            </a:xfrm>
            <a:prstGeom prst="rect">
              <a:avLst/>
            </a:prstGeom>
            <a:noFill/>
          </p:spPr>
        </p:pic>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56000" y="0"/>
              <a:ext cx="6480000" cy="3240000"/>
            </a:xfrm>
            <a:prstGeom prst="rect">
              <a:avLst/>
            </a:prstGeom>
          </p:spPr>
        </p:pic>
        <p:pic>
          <p:nvPicPr>
            <p:cNvPr id="7" name="图片 6"/>
            <p:cNvPicPr>
              <a:picLocks noChangeAspect="1"/>
            </p:cNvPicPr>
            <p:nvPr/>
          </p:nvPicPr>
          <p:blipFill rotWithShape="1">
            <a:blip r:embed="rId4"/>
            <a:srcRect b="37589"/>
            <a:stretch>
              <a:fillRect/>
            </a:stretch>
          </p:blipFill>
          <p:spPr>
            <a:xfrm>
              <a:off x="0" y="4694174"/>
              <a:ext cx="12192000" cy="2163826"/>
            </a:xfrm>
            <a:prstGeom prst="rect">
              <a:avLst/>
            </a:prstGeom>
          </p:spPr>
        </p:pic>
      </p:grpSp>
      <p:sp>
        <p:nvSpPr>
          <p:cNvPr id="3" name="文本框 2"/>
          <p:cNvSpPr txBox="1"/>
          <p:nvPr/>
        </p:nvSpPr>
        <p:spPr>
          <a:xfrm>
            <a:off x="742315" y="1884680"/>
            <a:ext cx="10403840" cy="4246245"/>
          </a:xfrm>
          <a:prstGeom prst="rect">
            <a:avLst/>
          </a:prstGeom>
          <a:noFill/>
        </p:spPr>
        <p:txBody>
          <a:bodyPr wrap="square" rtlCol="0">
            <a:spAutoFit/>
          </a:bodyPr>
          <a:lstStyle/>
          <a:p>
            <a:pPr indent="0" algn="l" fontAlgn="auto">
              <a:lnSpc>
                <a:spcPct val="150000"/>
              </a:lnSpc>
            </a:pPr>
            <a:r>
              <a:rPr lang="zh-CN" altLang="en-US" sz="36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一、新时代中国特色社会主义</a:t>
            </a:r>
            <a:r>
              <a:rPr lang="zh-CN" altLang="en-US" sz="36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sym typeface="+mn-ea"/>
              </a:rPr>
              <a:t>经济建设</a:t>
            </a:r>
            <a:endParaRPr lang="zh-CN" altLang="en-US" sz="36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a:p>
            <a:pPr indent="0" algn="l" fontAlgn="auto">
              <a:lnSpc>
                <a:spcPct val="150000"/>
              </a:lnSpc>
            </a:pPr>
            <a:r>
              <a:rPr lang="zh-CN" altLang="en-US" sz="3600" b="1" u="sng"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二、</a:t>
            </a:r>
            <a:r>
              <a:rPr lang="zh-CN" altLang="en-US" sz="3600" b="1" u="sng"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新时代中国特色社会主义</a:t>
            </a:r>
            <a:r>
              <a:rPr lang="zh-CN" altLang="en-US" sz="3600" u="sng"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sym typeface="+mn-ea"/>
              </a:rPr>
              <a:t>政治建设</a:t>
            </a:r>
            <a:endParaRPr lang="zh-CN" altLang="en-US" sz="3600" b="1" u="sng"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a:p>
            <a:pPr indent="0" algn="l" fontAlgn="auto">
              <a:lnSpc>
                <a:spcPct val="150000"/>
              </a:lnSpc>
            </a:pPr>
            <a:r>
              <a:rPr lang="zh-CN" altLang="en-US" sz="3600" b="1" u="sng"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三、</a:t>
            </a:r>
            <a:r>
              <a:rPr lang="zh-CN" altLang="en-US" sz="3600" b="1" u="sng"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新时代中国特色社会主义</a:t>
            </a:r>
            <a:r>
              <a:rPr lang="zh-CN" altLang="en-US" sz="3600" u="sng"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sym typeface="+mn-ea"/>
              </a:rPr>
              <a:t>文化建设</a:t>
            </a:r>
            <a:endParaRPr lang="zh-CN" altLang="en-US" sz="36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sym typeface="+mn-ea"/>
            </a:endParaRPr>
          </a:p>
          <a:p>
            <a:pPr indent="0" algn="l" fontAlgn="auto">
              <a:lnSpc>
                <a:spcPct val="150000"/>
              </a:lnSpc>
            </a:pPr>
            <a:r>
              <a:rPr lang="zh-CN" altLang="en-US" sz="36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四、</a:t>
            </a:r>
            <a:r>
              <a:rPr lang="zh-CN" altLang="en-US" sz="36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新时代中国特色社会主义</a:t>
            </a:r>
            <a:r>
              <a:rPr lang="zh-CN" altLang="en-US" sz="36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sym typeface="+mn-ea"/>
              </a:rPr>
              <a:t>社会建设</a:t>
            </a:r>
            <a:endParaRPr lang="zh-CN" altLang="en-US" sz="36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a:p>
            <a:pPr indent="0" algn="l" fontAlgn="auto">
              <a:lnSpc>
                <a:spcPct val="150000"/>
              </a:lnSpc>
            </a:pPr>
            <a:r>
              <a:rPr lang="zh-CN" altLang="en-US" sz="36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五、</a:t>
            </a:r>
            <a:r>
              <a:rPr lang="zh-CN" altLang="en-US" sz="36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新时代中国特色社会主义</a:t>
            </a:r>
            <a:r>
              <a:rPr lang="zh-CN" altLang="en-US" sz="36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sym typeface="+mn-ea"/>
              </a:rPr>
              <a:t>生态文明建设</a:t>
            </a:r>
            <a:endParaRPr lang="zh-CN" altLang="en-US" sz="36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4" name="文本框 3"/>
          <p:cNvSpPr txBox="1"/>
          <p:nvPr/>
        </p:nvSpPr>
        <p:spPr>
          <a:xfrm>
            <a:off x="1899285" y="645160"/>
            <a:ext cx="7338695" cy="829945"/>
          </a:xfrm>
          <a:prstGeom prst="rect">
            <a:avLst/>
          </a:prstGeom>
          <a:noFill/>
        </p:spPr>
        <p:txBody>
          <a:bodyPr wrap="square" rtlCol="0">
            <a:spAutoFit/>
          </a:bodyPr>
          <a:lstStyle/>
          <a:p>
            <a:pPr algn="ctr"/>
            <a:r>
              <a:rPr lang="zh-CN" altLang="en-US" sz="48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“五位一体”总体布局</a:t>
            </a:r>
            <a:r>
              <a:rPr lang="en-US" altLang="zh-CN" sz="4800" dirty="0">
                <a:solidFill>
                  <a:schemeClr val="bg1"/>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  </a:t>
            </a:r>
          </a:p>
        </p:txBody>
      </p:sp>
      <p:cxnSp>
        <p:nvCxnSpPr>
          <p:cNvPr id="5" name="直接连接符 4"/>
          <p:cNvCxnSpPr/>
          <p:nvPr/>
        </p:nvCxnSpPr>
        <p:spPr>
          <a:xfrm>
            <a:off x="1139140" y="1619820"/>
            <a:ext cx="9360000" cy="0"/>
          </a:xfrm>
          <a:prstGeom prst="line">
            <a:avLst/>
          </a:prstGeom>
          <a:ln w="12700">
            <a:gradFill>
              <a:gsLst>
                <a:gs pos="0">
                  <a:schemeClr val="accent4">
                    <a:lumMod val="20000"/>
                    <a:lumOff val="80000"/>
                    <a:alpha val="0"/>
                  </a:schemeClr>
                </a:gs>
                <a:gs pos="50000">
                  <a:schemeClr val="accent4">
                    <a:lumMod val="20000"/>
                    <a:lumOff val="80000"/>
                  </a:schemeClr>
                </a:gs>
                <a:gs pos="100000">
                  <a:schemeClr val="accent4">
                    <a:lumMod val="20000"/>
                    <a:lumOff val="80000"/>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9" name="组合 2"/>
          <p:cNvGrpSpPr/>
          <p:nvPr/>
        </p:nvGrpSpPr>
        <p:grpSpPr>
          <a:xfrm>
            <a:off x="3306241" y="1354835"/>
            <a:ext cx="1088558" cy="3912905"/>
            <a:chOff x="3306241" y="1354835"/>
            <a:chExt cx="1088558" cy="3912905"/>
          </a:xfrm>
        </p:grpSpPr>
        <p:cxnSp>
          <p:nvCxnSpPr>
            <p:cNvPr id="3145802" name="直接连接符 62"/>
            <p:cNvCxnSpPr/>
            <p:nvPr/>
          </p:nvCxnSpPr>
          <p:spPr>
            <a:xfrm>
              <a:off x="3306241" y="3306792"/>
              <a:ext cx="518542"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3" name="直接连接符 63"/>
            <p:cNvCxnSpPr/>
            <p:nvPr/>
          </p:nvCxnSpPr>
          <p:spPr>
            <a:xfrm>
              <a:off x="3824783" y="135483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4" name="直接连接符 65"/>
            <p:cNvCxnSpPr/>
            <p:nvPr/>
          </p:nvCxnSpPr>
          <p:spPr>
            <a:xfrm>
              <a:off x="3824783" y="265562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5" name="直接连接符 82"/>
            <p:cNvCxnSpPr/>
            <p:nvPr/>
          </p:nvCxnSpPr>
          <p:spPr>
            <a:xfrm flipV="1">
              <a:off x="3824783" y="1354836"/>
              <a:ext cx="0" cy="391290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6" name="直接连接符 83"/>
            <p:cNvCxnSpPr/>
            <p:nvPr/>
          </p:nvCxnSpPr>
          <p:spPr>
            <a:xfrm>
              <a:off x="3824783" y="4002174"/>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7" name="直接连接符 84"/>
            <p:cNvCxnSpPr/>
            <p:nvPr/>
          </p:nvCxnSpPr>
          <p:spPr>
            <a:xfrm>
              <a:off x="3824783" y="5267740"/>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049690" name="平行四边形 64"/>
          <p:cNvSpPr/>
          <p:nvPr/>
        </p:nvSpPr>
        <p:spPr>
          <a:xfrm>
            <a:off x="3992222" y="1066269"/>
            <a:ext cx="2579062" cy="86183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rPr>
              <a:t>高质量发展的背景</a:t>
            </a:r>
          </a:p>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rPr>
              <a:t>（五个“新”）</a:t>
            </a:r>
          </a:p>
        </p:txBody>
      </p:sp>
      <p:sp>
        <p:nvSpPr>
          <p:cNvPr id="1049691" name="平行四边形 66"/>
          <p:cNvSpPr/>
          <p:nvPr/>
        </p:nvSpPr>
        <p:spPr>
          <a:xfrm>
            <a:off x="3992221" y="4316552"/>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高质量发展的必然要求：建设现代化经济体系</a:t>
            </a:r>
          </a:p>
        </p:txBody>
      </p:sp>
      <p:grpSp>
        <p:nvGrpSpPr>
          <p:cNvPr id="514" name="组合 13"/>
          <p:cNvGrpSpPr/>
          <p:nvPr/>
        </p:nvGrpSpPr>
        <p:grpSpPr>
          <a:xfrm>
            <a:off x="2387223" y="686884"/>
            <a:ext cx="7311769" cy="0"/>
            <a:chOff x="2415798" y="1010793"/>
            <a:chExt cx="7311769" cy="0"/>
          </a:xfrm>
        </p:grpSpPr>
        <p:cxnSp>
          <p:nvCxnSpPr>
            <p:cNvPr id="3145818" name="直接箭头连接符 14"/>
            <p:cNvCxnSpPr/>
            <p:nvPr/>
          </p:nvCxnSpPr>
          <p:spPr>
            <a:xfrm>
              <a:off x="726013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cxnSp>
          <p:nvCxnSpPr>
            <p:cNvPr id="3145819" name="直接箭头连接符 15"/>
            <p:cNvCxnSpPr/>
            <p:nvPr/>
          </p:nvCxnSpPr>
          <p:spPr>
            <a:xfrm flipH="1">
              <a:off x="241579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grpSp>
      <p:sp>
        <p:nvSpPr>
          <p:cNvPr id="1049694" name="平行四边形 61"/>
          <p:cNvSpPr/>
          <p:nvPr/>
        </p:nvSpPr>
        <p:spPr>
          <a:xfrm>
            <a:off x="473710" y="1604010"/>
            <a:ext cx="2985770" cy="2083435"/>
          </a:xfrm>
          <a:prstGeom prst="roundRect">
            <a:avLst/>
          </a:prstGeom>
          <a:gradFill>
            <a:gsLst>
              <a:gs pos="52000">
                <a:srgbClr val="AF1E22"/>
              </a:gs>
              <a:gs pos="100000">
                <a:srgbClr val="E97C30"/>
              </a:gs>
            </a:gsLst>
            <a:lin ang="2400000" scaled="0"/>
          </a:gradFill>
          <a:ln>
            <a:noFill/>
          </a:ln>
          <a:effectLst>
            <a:outerShdw blurRad="584200" dist="292100" dir="2100000" algn="t" rotWithShape="0">
              <a:srgbClr val="AF1E22">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经济建设</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第六章</a:t>
            </a:r>
            <a:endPar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推动高质量发展</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习近平经济思想</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（“十三个方面”）</a:t>
            </a:r>
          </a:p>
          <a:p>
            <a:pPr algn="ctr">
              <a:lnSpc>
                <a:spcPct val="120000"/>
              </a:lnSpc>
            </a:pPr>
            <a:endPar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3" name="平行四边形 66"/>
          <p:cNvSpPr/>
          <p:nvPr>
            <p:custDataLst>
              <p:tags r:id="rId1"/>
            </p:custDataLst>
          </p:nvPr>
        </p:nvSpPr>
        <p:spPr>
          <a:xfrm>
            <a:off x="4072866" y="2630627"/>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高质量发展的制度基础：社会主义基本经济制度</a:t>
            </a:r>
          </a:p>
        </p:txBody>
      </p:sp>
      <p:grpSp>
        <p:nvGrpSpPr>
          <p:cNvPr id="14" name="组合 39"/>
          <p:cNvGrpSpPr/>
          <p:nvPr/>
        </p:nvGrpSpPr>
        <p:grpSpPr>
          <a:xfrm>
            <a:off x="6362441" y="977273"/>
            <a:ext cx="3235937" cy="1363898"/>
            <a:chOff x="6881871" y="3548388"/>
            <a:chExt cx="3235937" cy="1363898"/>
          </a:xfrm>
        </p:grpSpPr>
        <p:cxnSp>
          <p:nvCxnSpPr>
            <p:cNvPr id="15" name="连接符: 肘形 12"/>
            <p:cNvCxnSpPr>
              <a:endCxn id="21" idx="5"/>
            </p:cNvCxnSpPr>
            <p:nvPr>
              <p:custDataLst>
                <p:tags r:id="rId20"/>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 name="连接符: 肘形 14"/>
            <p:cNvCxnSpPr>
              <a:endCxn id="23" idx="2"/>
            </p:cNvCxnSpPr>
            <p:nvPr>
              <p:custDataLst>
                <p:tags r:id="rId21"/>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endCxn id="22" idx="2"/>
            </p:cNvCxnSpPr>
            <p:nvPr>
              <p:custDataLst>
                <p:tags r:id="rId22"/>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8" name="文本框 87"/>
            <p:cNvSpPr txBox="1"/>
            <p:nvPr>
              <p:custDataLst>
                <p:tags r:id="rId23"/>
              </p:custDataLst>
            </p:nvPr>
          </p:nvSpPr>
          <p:spPr>
            <a:xfrm>
              <a:off x="7623528" y="3548388"/>
              <a:ext cx="24942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适应把握引领经济发展新常态</a:t>
              </a:r>
              <a:endParaRPr lang="zh-CN" altLang="en-US" sz="1400" dirty="0">
                <a:latin typeface="微软雅黑" panose="020B0503020204020204" charset="-122"/>
                <a:ea typeface="微软雅黑" panose="020B0503020204020204" charset="-122"/>
              </a:endParaRPr>
            </a:p>
          </p:txBody>
        </p:sp>
        <p:sp>
          <p:nvSpPr>
            <p:cNvPr id="19" name="文本框 88"/>
            <p:cNvSpPr txBox="1"/>
            <p:nvPr>
              <p:custDataLst>
                <p:tags r:id="rId24"/>
              </p:custDataLst>
            </p:nvPr>
          </p:nvSpPr>
          <p:spPr>
            <a:xfrm>
              <a:off x="7623528" y="3857237"/>
              <a:ext cx="1427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立足新发展阶段</a:t>
              </a:r>
            </a:p>
          </p:txBody>
        </p:sp>
        <p:sp>
          <p:nvSpPr>
            <p:cNvPr id="20" name="文本框 89"/>
            <p:cNvSpPr txBox="1"/>
            <p:nvPr>
              <p:custDataLst>
                <p:tags r:id="rId25"/>
              </p:custDataLst>
            </p:nvPr>
          </p:nvSpPr>
          <p:spPr>
            <a:xfrm>
              <a:off x="7623528" y="4175051"/>
              <a:ext cx="1427480" cy="73723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贯彻新发展理念</a:t>
              </a:r>
            </a:p>
            <a:p>
              <a:pPr algn="l"/>
              <a:r>
                <a:rPr lang="zh-CN" altLang="en-US" sz="1400" dirty="0">
                  <a:latin typeface="微软雅黑" panose="020B0503020204020204" charset="-122"/>
                  <a:ea typeface="微软雅黑" panose="020B0503020204020204" charset="-122"/>
                </a:rPr>
                <a:t>构建新发展格局</a:t>
              </a:r>
            </a:p>
            <a:p>
              <a:pPr algn="l"/>
              <a:r>
                <a:rPr lang="zh-CN" altLang="en-US" sz="1400" dirty="0">
                  <a:solidFill>
                    <a:srgbClr val="FF0000"/>
                  </a:solidFill>
                  <a:latin typeface="微软雅黑" panose="020B0503020204020204" charset="-122"/>
                  <a:ea typeface="微软雅黑" panose="020B0503020204020204" charset="-122"/>
                </a:rPr>
                <a:t>发展新质生产力</a:t>
              </a:r>
            </a:p>
          </p:txBody>
        </p:sp>
        <p:sp>
          <p:nvSpPr>
            <p:cNvPr id="21" name="椭圆 95"/>
            <p:cNvSpPr/>
            <p:nvPr>
              <p:custDataLst>
                <p:tags r:id="rId26"/>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96"/>
            <p:cNvSpPr/>
            <p:nvPr>
              <p:custDataLst>
                <p:tags r:id="rId27"/>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97"/>
            <p:cNvSpPr/>
            <p:nvPr>
              <p:custDataLst>
                <p:tags r:id="rId28"/>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9"/>
          <p:cNvGrpSpPr/>
          <p:nvPr/>
        </p:nvGrpSpPr>
        <p:grpSpPr>
          <a:xfrm>
            <a:off x="6462771" y="2586998"/>
            <a:ext cx="5454627" cy="1373423"/>
            <a:chOff x="6881871" y="3538863"/>
            <a:chExt cx="5454627" cy="1373423"/>
          </a:xfrm>
        </p:grpSpPr>
        <p:cxnSp>
          <p:nvCxnSpPr>
            <p:cNvPr id="34" name="连接符: 肘形 12"/>
            <p:cNvCxnSpPr>
              <a:endCxn id="40" idx="5"/>
            </p:cNvCxnSpPr>
            <p:nvPr>
              <p:custDataLst>
                <p:tags r:id="rId11"/>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5" name="连接符: 肘形 14"/>
            <p:cNvCxnSpPr>
              <a:endCxn id="42" idx="2"/>
            </p:cNvCxnSpPr>
            <p:nvPr>
              <p:custDataLst>
                <p:tags r:id="rId12"/>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endCxn id="41" idx="2"/>
            </p:cNvCxnSpPr>
            <p:nvPr>
              <p:custDataLst>
                <p:tags r:id="rId13"/>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7" name="文本框 87"/>
            <p:cNvSpPr txBox="1"/>
            <p:nvPr>
              <p:custDataLst>
                <p:tags r:id="rId14"/>
              </p:custDataLst>
            </p:nvPr>
          </p:nvSpPr>
          <p:spPr>
            <a:xfrm>
              <a:off x="7530818" y="3538863"/>
              <a:ext cx="48056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坚持和完善社会主义基本经济制度是实现高质量发展的保障</a:t>
              </a:r>
            </a:p>
          </p:txBody>
        </p:sp>
        <p:sp>
          <p:nvSpPr>
            <p:cNvPr id="38" name="文本框 88"/>
            <p:cNvSpPr txBox="1"/>
            <p:nvPr>
              <p:custDataLst>
                <p:tags r:id="rId15"/>
              </p:custDataLst>
            </p:nvPr>
          </p:nvSpPr>
          <p:spPr>
            <a:xfrm>
              <a:off x="7623528" y="3857237"/>
              <a:ext cx="3205480" cy="306705"/>
            </a:xfrm>
            <a:prstGeom prst="rect">
              <a:avLst/>
            </a:prstGeom>
            <a:noFill/>
          </p:spPr>
          <p:txBody>
            <a:bodyPr wrap="none" rtlCol="0">
              <a:spAutoFit/>
            </a:bodyPr>
            <a:lstStyle/>
            <a:p>
              <a:pPr algn="l"/>
              <a:r>
                <a:rPr lang="zh-CN" altLang="en-US" sz="1400" dirty="0">
                  <a:solidFill>
                    <a:srgbClr val="FF0000"/>
                  </a:solidFill>
                  <a:latin typeface="微软雅黑" panose="020B0503020204020204" charset="-122"/>
                  <a:ea typeface="微软雅黑" panose="020B0503020204020204" charset="-122"/>
                </a:rPr>
                <a:t>坚持“两个毫不动摇”（所有制结构）</a:t>
              </a:r>
            </a:p>
          </p:txBody>
        </p:sp>
        <p:sp>
          <p:nvSpPr>
            <p:cNvPr id="39" name="文本框 89"/>
            <p:cNvSpPr txBox="1"/>
            <p:nvPr>
              <p:custDataLst>
                <p:tags r:id="rId16"/>
              </p:custDataLst>
            </p:nvPr>
          </p:nvSpPr>
          <p:spPr>
            <a:xfrm>
              <a:off x="7623528" y="4175051"/>
              <a:ext cx="4450080" cy="73723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坚持按劳分配为主体、多种分配方式并存（分配方式）</a:t>
              </a:r>
            </a:p>
            <a:p>
              <a:pPr algn="l"/>
              <a:endParaRPr lang="zh-CN" altLang="en-US" sz="1400" dirty="0">
                <a:latin typeface="微软雅黑" panose="020B0503020204020204" charset="-122"/>
                <a:ea typeface="微软雅黑" panose="020B0503020204020204" charset="-122"/>
              </a:endParaRPr>
            </a:p>
            <a:p>
              <a:pPr algn="l"/>
              <a:r>
                <a:rPr lang="zh-CN" altLang="en-US" sz="1400" dirty="0">
                  <a:latin typeface="微软雅黑" panose="020B0503020204020204" charset="-122"/>
                  <a:ea typeface="微软雅黑" panose="020B0503020204020204" charset="-122"/>
                </a:rPr>
                <a:t>构建高水平社会主义市场经济体制（资源配置方式）</a:t>
              </a:r>
            </a:p>
          </p:txBody>
        </p:sp>
        <p:sp>
          <p:nvSpPr>
            <p:cNvPr id="40" name="椭圆 95"/>
            <p:cNvSpPr/>
            <p:nvPr>
              <p:custDataLst>
                <p:tags r:id="rId17"/>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96"/>
            <p:cNvSpPr/>
            <p:nvPr>
              <p:custDataLst>
                <p:tags r:id="rId18"/>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97"/>
            <p:cNvSpPr/>
            <p:nvPr>
              <p:custDataLst>
                <p:tags r:id="rId19"/>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39"/>
          <p:cNvGrpSpPr/>
          <p:nvPr/>
        </p:nvGrpSpPr>
        <p:grpSpPr>
          <a:xfrm>
            <a:off x="6362441" y="4321183"/>
            <a:ext cx="4836137" cy="1795063"/>
            <a:chOff x="6881871" y="3548388"/>
            <a:chExt cx="4836137" cy="1795063"/>
          </a:xfrm>
        </p:grpSpPr>
        <p:cxnSp>
          <p:nvCxnSpPr>
            <p:cNvPr id="44" name="连接符: 肘形 12"/>
            <p:cNvCxnSpPr>
              <a:endCxn id="50" idx="5"/>
            </p:cNvCxnSpPr>
            <p:nvPr>
              <p:custDataLst>
                <p:tags r:id="rId2"/>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 name="连接符: 肘形 14"/>
            <p:cNvCxnSpPr>
              <a:endCxn id="52" idx="2"/>
            </p:cNvCxnSpPr>
            <p:nvPr>
              <p:custDataLst>
                <p:tags r:id="rId3"/>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endCxn id="51" idx="2"/>
            </p:cNvCxnSpPr>
            <p:nvPr>
              <p:custDataLst>
                <p:tags r:id="rId4"/>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47" name="文本框 87"/>
            <p:cNvSpPr txBox="1"/>
            <p:nvPr>
              <p:custDataLst>
                <p:tags r:id="rId5"/>
              </p:custDataLst>
            </p:nvPr>
          </p:nvSpPr>
          <p:spPr>
            <a:xfrm>
              <a:off x="7623528" y="3548388"/>
              <a:ext cx="3205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创新引领、协同发展的现代化产业体系</a:t>
              </a:r>
            </a:p>
          </p:txBody>
        </p:sp>
        <p:sp>
          <p:nvSpPr>
            <p:cNvPr id="48" name="文本框 88"/>
            <p:cNvSpPr txBox="1"/>
            <p:nvPr>
              <p:custDataLst>
                <p:tags r:id="rId6"/>
              </p:custDataLst>
            </p:nvPr>
          </p:nvSpPr>
          <p:spPr>
            <a:xfrm>
              <a:off x="7623528" y="3857237"/>
              <a:ext cx="26720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统一开放、竞争有序的市场体系</a:t>
              </a:r>
            </a:p>
          </p:txBody>
        </p:sp>
        <p:sp>
          <p:nvSpPr>
            <p:cNvPr id="49" name="文本框 89"/>
            <p:cNvSpPr txBox="1"/>
            <p:nvPr>
              <p:custDataLst>
                <p:tags r:id="rId7"/>
              </p:custDataLst>
            </p:nvPr>
          </p:nvSpPr>
          <p:spPr>
            <a:xfrm>
              <a:off x="7623528" y="4175051"/>
              <a:ext cx="4094480" cy="1168400"/>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体现效率、促进公平的收入分配体系</a:t>
              </a:r>
            </a:p>
            <a:p>
              <a:pPr algn="l"/>
              <a:r>
                <a:rPr lang="zh-CN" altLang="en-US" sz="1400" dirty="0">
                  <a:latin typeface="微软雅黑" panose="020B0503020204020204" charset="-122"/>
                  <a:ea typeface="微软雅黑" panose="020B0503020204020204" charset="-122"/>
                </a:rPr>
                <a:t>彰显优势、协调联动的城乡区域发展体系</a:t>
              </a:r>
            </a:p>
            <a:p>
              <a:pPr algn="l"/>
              <a:r>
                <a:rPr lang="zh-CN" altLang="en-US" sz="1400" dirty="0">
                  <a:latin typeface="微软雅黑" panose="020B0503020204020204" charset="-122"/>
                  <a:ea typeface="微软雅黑" panose="020B0503020204020204" charset="-122"/>
                </a:rPr>
                <a:t>资源节约、环境友好的绿色发展体系</a:t>
              </a:r>
            </a:p>
            <a:p>
              <a:pPr algn="l"/>
              <a:r>
                <a:rPr lang="zh-CN" altLang="en-US" sz="1400" dirty="0">
                  <a:latin typeface="微软雅黑" panose="020B0503020204020204" charset="-122"/>
                  <a:ea typeface="微软雅黑" panose="020B0503020204020204" charset="-122"/>
                </a:rPr>
                <a:t>多元平衡、安全高效的全面开放体系</a:t>
              </a:r>
            </a:p>
            <a:p>
              <a:pPr algn="l"/>
              <a:r>
                <a:rPr lang="zh-CN" altLang="en-US" sz="1400" dirty="0">
                  <a:latin typeface="微软雅黑" panose="020B0503020204020204" charset="-122"/>
                  <a:ea typeface="微软雅黑" panose="020B0503020204020204" charset="-122"/>
                </a:rPr>
                <a:t>充分发挥市场作用、更好发挥政府作用的经济体制</a:t>
              </a:r>
            </a:p>
          </p:txBody>
        </p:sp>
        <p:sp>
          <p:nvSpPr>
            <p:cNvPr id="50" name="椭圆 95"/>
            <p:cNvSpPr/>
            <p:nvPr>
              <p:custDataLst>
                <p:tags r:id="rId8"/>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96"/>
            <p:cNvSpPr/>
            <p:nvPr>
              <p:custDataLst>
                <p:tags r:id="rId9"/>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97"/>
            <p:cNvSpPr/>
            <p:nvPr>
              <p:custDataLst>
                <p:tags r:id="rId10"/>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9694"/>
                                        </p:tgtEl>
                                        <p:attrNameLst>
                                          <p:attrName>style.visibility</p:attrName>
                                        </p:attrNameLst>
                                      </p:cBhvr>
                                      <p:to>
                                        <p:strVal val="visible"/>
                                      </p:to>
                                    </p:set>
                                    <p:animEffect transition="in" filter="wipe(left)">
                                      <p:cBhvr>
                                        <p:cTn id="7" dur="500"/>
                                        <p:tgtEl>
                                          <p:spTgt spid="10496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9"/>
                                        </p:tgtEl>
                                        <p:attrNameLst>
                                          <p:attrName>style.visibility</p:attrName>
                                        </p:attrNameLst>
                                      </p:cBhvr>
                                      <p:to>
                                        <p:strVal val="visible"/>
                                      </p:to>
                                    </p:set>
                                    <p:animEffect transition="in" filter="wipe(left)">
                                      <p:cBhvr>
                                        <p:cTn id="11" dur="500"/>
                                        <p:tgtEl>
                                          <p:spTgt spid="50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49690"/>
                                        </p:tgtEl>
                                        <p:attrNameLst>
                                          <p:attrName>style.visibility</p:attrName>
                                        </p:attrNameLst>
                                      </p:cBhvr>
                                      <p:to>
                                        <p:strVal val="visible"/>
                                      </p:to>
                                    </p:set>
                                    <p:animEffect transition="in" filter="wipe(left)">
                                      <p:cBhvr>
                                        <p:cTn id="15" dur="500"/>
                                        <p:tgtEl>
                                          <p:spTgt spid="104969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49691"/>
                                        </p:tgtEl>
                                        <p:attrNameLst>
                                          <p:attrName>style.visibility</p:attrName>
                                        </p:attrNameLst>
                                      </p:cBhvr>
                                      <p:to>
                                        <p:strVal val="visible"/>
                                      </p:to>
                                    </p:set>
                                    <p:animEffect transition="in" filter="wipe(left)">
                                      <p:cBhvr>
                                        <p:cTn id="19" dur="500"/>
                                        <p:tgtEl>
                                          <p:spTgt spid="1049691"/>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left)">
                                      <p:cBhvr>
                                        <p:cTn id="31" dur="500"/>
                                        <p:tgtEl>
                                          <p:spTgt spid="33"/>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wipe(left)">
                                      <p:cBhvr>
                                        <p:cTn id="3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90" grpId="0" bldLvl="0" animBg="1"/>
      <p:bldP spid="1049691" grpId="0" bldLvl="0" animBg="1"/>
      <p:bldP spid="1049694" grpId="0" bldLvl="0" animBg="1"/>
      <p:bldP spid="13"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rot="16200000">
            <a:off x="4786446" y="-1048865"/>
            <a:ext cx="2625108" cy="12198001"/>
          </a:xfrm>
          <a:prstGeom prst="rect">
            <a:avLst/>
          </a:prstGeom>
          <a:gradFill>
            <a:gsLst>
              <a:gs pos="0">
                <a:srgbClr val="AF0000"/>
              </a:gs>
              <a:gs pos="100000">
                <a:srgbClr val="DD1807"/>
              </a:gs>
            </a:gsLst>
            <a:lin ang="5400000" scaled="0"/>
          </a:gradFill>
          <a:ln w="19050">
            <a:gradFill>
              <a:gsLst>
                <a:gs pos="0">
                  <a:srgbClr val="FAE7D0"/>
                </a:gs>
                <a:gs pos="24000">
                  <a:srgbClr val="FAE7D0"/>
                </a:gs>
                <a:gs pos="83000">
                  <a:srgbClr val="D49A78"/>
                </a:gs>
                <a:gs pos="100000">
                  <a:srgbClr val="EFD0B6"/>
                </a:gs>
              </a:gsLst>
              <a:lin ang="5400000" scaled="1"/>
            </a:gradFill>
          </a:ln>
          <a:effectLst>
            <a:outerShdw dist="101600" dir="16200000" algn="tl" rotWithShape="0">
              <a:srgbClr val="EFD0B6"/>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endParaRPr>
          </a:p>
        </p:txBody>
      </p:sp>
      <p:sp>
        <p:nvSpPr>
          <p:cNvPr id="3" name="işlídê"/>
          <p:cNvSpPr/>
          <p:nvPr/>
        </p:nvSpPr>
        <p:spPr>
          <a:xfrm>
            <a:off x="850875" y="914396"/>
            <a:ext cx="10693426" cy="4869712"/>
          </a:xfrm>
          <a:prstGeom prst="rect">
            <a:avLst/>
          </a:prstGeom>
          <a:solidFill>
            <a:schemeClr val="bg1"/>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1294084" y="1760247"/>
            <a:ext cx="10047042" cy="3731278"/>
          </a:xfrm>
          <a:prstGeom prst="rect">
            <a:avLst/>
          </a:prstGeom>
          <a:noFill/>
        </p:spPr>
        <p:txBody>
          <a:bodyPr wrap="square" rtlCol="0">
            <a:spAutoFit/>
          </a:bodyPr>
          <a:lstStyle/>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明确加强党对经济工作的全面领导是我国经济发展的根本保证</a:t>
            </a:r>
            <a:endParaRPr lang="en-US" altLang="zh-CN" sz="2000"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明确坚持以人民为中心的发展思想是我国经济发展的根本立场</a:t>
            </a: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明确进入新发展阶段是我国经济发展的历史方位</a:t>
            </a:r>
            <a:endParaRPr lang="en-US" altLang="zh-CN" sz="2000"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明确坚持新发展理念是我国经济发展的指导原则</a:t>
            </a:r>
            <a:endParaRPr lang="en-US" altLang="zh-CN" sz="2000"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明确构建新发展格局是我国经济发展的路径选择</a:t>
            </a: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明确推动高质量发展是我国经济发展的鲜明主题</a:t>
            </a:r>
            <a:endParaRPr lang="en-US" altLang="zh-CN" sz="2000"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明确坚持和完善社会主义基本经济制度是我国经济发展的制度基础</a:t>
            </a:r>
          </a:p>
        </p:txBody>
      </p:sp>
      <p:grpSp>
        <p:nvGrpSpPr>
          <p:cNvPr id="13" name="组合 12"/>
          <p:cNvGrpSpPr/>
          <p:nvPr/>
        </p:nvGrpSpPr>
        <p:grpSpPr>
          <a:xfrm>
            <a:off x="1294084" y="1251265"/>
            <a:ext cx="10047042" cy="351282"/>
            <a:chOff x="1294084" y="1410757"/>
            <a:chExt cx="10047042" cy="351282"/>
          </a:xfrm>
        </p:grpSpPr>
        <p:sp>
          <p:nvSpPr>
            <p:cNvPr id="14" name="文本框 13"/>
            <p:cNvSpPr txBox="1"/>
            <p:nvPr/>
          </p:nvSpPr>
          <p:spPr>
            <a:xfrm>
              <a:off x="1294084" y="1410757"/>
              <a:ext cx="1881145" cy="351282"/>
            </a:xfrm>
            <a:custGeom>
              <a:avLst/>
              <a:gdLst/>
              <a:ahLst/>
              <a:cxnLst/>
              <a:rect l="l" t="t" r="r" b="b"/>
              <a:pathLst>
                <a:path w="1881145" h="351282">
                  <a:moveTo>
                    <a:pt x="681990" y="264795"/>
                  </a:moveTo>
                  <a:lnTo>
                    <a:pt x="736092" y="305181"/>
                  </a:lnTo>
                  <a:cubicBezTo>
                    <a:pt x="739902" y="307975"/>
                    <a:pt x="741045" y="310515"/>
                    <a:pt x="739521" y="312801"/>
                  </a:cubicBezTo>
                  <a:cubicBezTo>
                    <a:pt x="737743" y="315341"/>
                    <a:pt x="733806" y="316611"/>
                    <a:pt x="727710" y="316611"/>
                  </a:cubicBezTo>
                  <a:lnTo>
                    <a:pt x="382524" y="316611"/>
                  </a:lnTo>
                  <a:lnTo>
                    <a:pt x="382524" y="305943"/>
                  </a:lnTo>
                  <a:lnTo>
                    <a:pt x="652653" y="305943"/>
                  </a:lnTo>
                  <a:close/>
                  <a:moveTo>
                    <a:pt x="1683639" y="249174"/>
                  </a:moveTo>
                  <a:lnTo>
                    <a:pt x="1683639" y="310134"/>
                  </a:lnTo>
                  <a:lnTo>
                    <a:pt x="1718310" y="310134"/>
                  </a:lnTo>
                  <a:lnTo>
                    <a:pt x="1718310" y="249174"/>
                  </a:lnTo>
                  <a:close/>
                  <a:moveTo>
                    <a:pt x="1683639" y="182880"/>
                  </a:moveTo>
                  <a:lnTo>
                    <a:pt x="1683639" y="240030"/>
                  </a:lnTo>
                  <a:lnTo>
                    <a:pt x="1718310" y="240030"/>
                  </a:lnTo>
                  <a:lnTo>
                    <a:pt x="1718310" y="182880"/>
                  </a:lnTo>
                  <a:close/>
                  <a:moveTo>
                    <a:pt x="645414" y="132969"/>
                  </a:moveTo>
                  <a:lnTo>
                    <a:pt x="695325" y="169164"/>
                  </a:lnTo>
                  <a:cubicBezTo>
                    <a:pt x="699389" y="171958"/>
                    <a:pt x="700659" y="174625"/>
                    <a:pt x="699135" y="177165"/>
                  </a:cubicBezTo>
                  <a:cubicBezTo>
                    <a:pt x="697611" y="179451"/>
                    <a:pt x="693928" y="180594"/>
                    <a:pt x="688086" y="180594"/>
                  </a:cubicBezTo>
                  <a:lnTo>
                    <a:pt x="423672" y="180594"/>
                  </a:lnTo>
                  <a:lnTo>
                    <a:pt x="423672" y="169926"/>
                  </a:lnTo>
                  <a:lnTo>
                    <a:pt x="619125" y="169926"/>
                  </a:lnTo>
                  <a:close/>
                  <a:moveTo>
                    <a:pt x="1772793" y="116586"/>
                  </a:moveTo>
                  <a:lnTo>
                    <a:pt x="1772793" y="310134"/>
                  </a:lnTo>
                  <a:lnTo>
                    <a:pt x="1797177" y="310134"/>
                  </a:lnTo>
                  <a:lnTo>
                    <a:pt x="1797177" y="116586"/>
                  </a:lnTo>
                  <a:close/>
                  <a:moveTo>
                    <a:pt x="1683639" y="116586"/>
                  </a:moveTo>
                  <a:lnTo>
                    <a:pt x="1683639" y="173736"/>
                  </a:lnTo>
                  <a:lnTo>
                    <a:pt x="1718310" y="173736"/>
                  </a:lnTo>
                  <a:lnTo>
                    <a:pt x="1718310" y="116586"/>
                  </a:lnTo>
                  <a:close/>
                  <a:moveTo>
                    <a:pt x="1602105" y="116586"/>
                  </a:moveTo>
                  <a:lnTo>
                    <a:pt x="1602105" y="310134"/>
                  </a:lnTo>
                  <a:lnTo>
                    <a:pt x="1629156" y="310134"/>
                  </a:lnTo>
                  <a:lnTo>
                    <a:pt x="1629156" y="116586"/>
                  </a:lnTo>
                  <a:close/>
                  <a:moveTo>
                    <a:pt x="904494" y="108966"/>
                  </a:moveTo>
                  <a:lnTo>
                    <a:pt x="978408" y="114681"/>
                  </a:lnTo>
                  <a:cubicBezTo>
                    <a:pt x="984250" y="114935"/>
                    <a:pt x="987171" y="116586"/>
                    <a:pt x="987171" y="119634"/>
                  </a:cubicBezTo>
                  <a:cubicBezTo>
                    <a:pt x="987171" y="125984"/>
                    <a:pt x="980948" y="131445"/>
                    <a:pt x="968502" y="136017"/>
                  </a:cubicBezTo>
                  <a:lnTo>
                    <a:pt x="968502" y="219456"/>
                  </a:lnTo>
                  <a:cubicBezTo>
                    <a:pt x="968502" y="254762"/>
                    <a:pt x="969010" y="292989"/>
                    <a:pt x="970026" y="334137"/>
                  </a:cubicBezTo>
                  <a:cubicBezTo>
                    <a:pt x="970026" y="340233"/>
                    <a:pt x="968375" y="343662"/>
                    <a:pt x="965073" y="344424"/>
                  </a:cubicBezTo>
                  <a:cubicBezTo>
                    <a:pt x="946023" y="346964"/>
                    <a:pt x="925576" y="348234"/>
                    <a:pt x="903732" y="348234"/>
                  </a:cubicBezTo>
                  <a:cubicBezTo>
                    <a:pt x="905256" y="312166"/>
                    <a:pt x="906018" y="269240"/>
                    <a:pt x="906018" y="219456"/>
                  </a:cubicBezTo>
                  <a:lnTo>
                    <a:pt x="906018" y="185547"/>
                  </a:lnTo>
                  <a:cubicBezTo>
                    <a:pt x="906018" y="155067"/>
                    <a:pt x="905510" y="129540"/>
                    <a:pt x="904494" y="108966"/>
                  </a:cubicBezTo>
                  <a:close/>
                  <a:moveTo>
                    <a:pt x="1443990" y="39243"/>
                  </a:moveTo>
                  <a:lnTo>
                    <a:pt x="1493901" y="73152"/>
                  </a:lnTo>
                  <a:cubicBezTo>
                    <a:pt x="1499489" y="76962"/>
                    <a:pt x="1501521" y="80264"/>
                    <a:pt x="1499997" y="83058"/>
                  </a:cubicBezTo>
                  <a:cubicBezTo>
                    <a:pt x="1498473" y="85598"/>
                    <a:pt x="1494155" y="86868"/>
                    <a:pt x="1487043" y="86868"/>
                  </a:cubicBezTo>
                  <a:lnTo>
                    <a:pt x="1309497" y="86868"/>
                  </a:lnTo>
                  <a:lnTo>
                    <a:pt x="1309497" y="103632"/>
                  </a:lnTo>
                  <a:cubicBezTo>
                    <a:pt x="1309497" y="123190"/>
                    <a:pt x="1308608" y="140462"/>
                    <a:pt x="1306830" y="155448"/>
                  </a:cubicBezTo>
                  <a:lnTo>
                    <a:pt x="1379220" y="155448"/>
                  </a:lnTo>
                  <a:lnTo>
                    <a:pt x="1397508" y="122682"/>
                  </a:lnTo>
                  <a:lnTo>
                    <a:pt x="1461516" y="149352"/>
                  </a:lnTo>
                  <a:cubicBezTo>
                    <a:pt x="1468374" y="152146"/>
                    <a:pt x="1471803" y="155194"/>
                    <a:pt x="1471803" y="158496"/>
                  </a:cubicBezTo>
                  <a:cubicBezTo>
                    <a:pt x="1471803" y="165354"/>
                    <a:pt x="1464818" y="172466"/>
                    <a:pt x="1450848" y="179832"/>
                  </a:cubicBezTo>
                  <a:cubicBezTo>
                    <a:pt x="1449832" y="215138"/>
                    <a:pt x="1448054" y="246507"/>
                    <a:pt x="1445514" y="273939"/>
                  </a:cubicBezTo>
                  <a:cubicBezTo>
                    <a:pt x="1442974" y="299593"/>
                    <a:pt x="1434465" y="317627"/>
                    <a:pt x="1419987" y="328041"/>
                  </a:cubicBezTo>
                  <a:cubicBezTo>
                    <a:pt x="1405509" y="338455"/>
                    <a:pt x="1380236" y="344551"/>
                    <a:pt x="1344168" y="346329"/>
                  </a:cubicBezTo>
                  <a:cubicBezTo>
                    <a:pt x="1342644" y="330327"/>
                    <a:pt x="1338326" y="318643"/>
                    <a:pt x="1331214" y="311277"/>
                  </a:cubicBezTo>
                  <a:cubicBezTo>
                    <a:pt x="1323848" y="303657"/>
                    <a:pt x="1309370" y="296291"/>
                    <a:pt x="1287780" y="289179"/>
                  </a:cubicBezTo>
                  <a:lnTo>
                    <a:pt x="1289304" y="281559"/>
                  </a:lnTo>
                  <a:lnTo>
                    <a:pt x="1349121" y="285369"/>
                  </a:lnTo>
                  <a:cubicBezTo>
                    <a:pt x="1368425" y="286639"/>
                    <a:pt x="1379093" y="277876"/>
                    <a:pt x="1381125" y="259080"/>
                  </a:cubicBezTo>
                  <a:cubicBezTo>
                    <a:pt x="1384173" y="234442"/>
                    <a:pt x="1386332" y="202946"/>
                    <a:pt x="1387602" y="164592"/>
                  </a:cubicBezTo>
                  <a:lnTo>
                    <a:pt x="1306068" y="164592"/>
                  </a:lnTo>
                  <a:cubicBezTo>
                    <a:pt x="1300226" y="209550"/>
                    <a:pt x="1285621" y="245999"/>
                    <a:pt x="1262253" y="273939"/>
                  </a:cubicBezTo>
                  <a:cubicBezTo>
                    <a:pt x="1239647" y="301117"/>
                    <a:pt x="1203071" y="326898"/>
                    <a:pt x="1152525" y="351282"/>
                  </a:cubicBezTo>
                  <a:lnTo>
                    <a:pt x="1147572" y="345567"/>
                  </a:lnTo>
                  <a:cubicBezTo>
                    <a:pt x="1184910" y="306197"/>
                    <a:pt x="1210437" y="269494"/>
                    <a:pt x="1224153" y="235458"/>
                  </a:cubicBezTo>
                  <a:cubicBezTo>
                    <a:pt x="1237869" y="201168"/>
                    <a:pt x="1244727" y="157099"/>
                    <a:pt x="1244727" y="103251"/>
                  </a:cubicBezTo>
                  <a:lnTo>
                    <a:pt x="1244727" y="86868"/>
                  </a:lnTo>
                  <a:lnTo>
                    <a:pt x="1150620" y="86868"/>
                  </a:lnTo>
                  <a:lnTo>
                    <a:pt x="1150620" y="77724"/>
                  </a:lnTo>
                  <a:lnTo>
                    <a:pt x="1416558" y="77724"/>
                  </a:lnTo>
                  <a:close/>
                  <a:moveTo>
                    <a:pt x="667893" y="10287"/>
                  </a:moveTo>
                  <a:lnTo>
                    <a:pt x="719328" y="47244"/>
                  </a:lnTo>
                  <a:cubicBezTo>
                    <a:pt x="723392" y="50038"/>
                    <a:pt x="724535" y="52705"/>
                    <a:pt x="722757" y="55245"/>
                  </a:cubicBezTo>
                  <a:cubicBezTo>
                    <a:pt x="721233" y="57531"/>
                    <a:pt x="717296" y="58674"/>
                    <a:pt x="710946" y="58674"/>
                  </a:cubicBezTo>
                  <a:lnTo>
                    <a:pt x="400812" y="58674"/>
                  </a:lnTo>
                  <a:lnTo>
                    <a:pt x="400812" y="48006"/>
                  </a:lnTo>
                  <a:lnTo>
                    <a:pt x="640842" y="48006"/>
                  </a:lnTo>
                  <a:close/>
                  <a:moveTo>
                    <a:pt x="139065" y="5715"/>
                  </a:moveTo>
                  <a:lnTo>
                    <a:pt x="219456" y="10287"/>
                  </a:lnTo>
                  <a:cubicBezTo>
                    <a:pt x="224790" y="11049"/>
                    <a:pt x="227711" y="13208"/>
                    <a:pt x="228219" y="16764"/>
                  </a:cubicBezTo>
                  <a:cubicBezTo>
                    <a:pt x="228219" y="24130"/>
                    <a:pt x="221488" y="30099"/>
                    <a:pt x="208026" y="34671"/>
                  </a:cubicBezTo>
                  <a:lnTo>
                    <a:pt x="208026" y="147828"/>
                  </a:lnTo>
                  <a:lnTo>
                    <a:pt x="270510" y="147828"/>
                  </a:lnTo>
                  <a:lnTo>
                    <a:pt x="301752" y="104013"/>
                  </a:lnTo>
                  <a:lnTo>
                    <a:pt x="355473" y="145542"/>
                  </a:lnTo>
                  <a:cubicBezTo>
                    <a:pt x="359029" y="148336"/>
                    <a:pt x="360045" y="150876"/>
                    <a:pt x="358521" y="153162"/>
                  </a:cubicBezTo>
                  <a:cubicBezTo>
                    <a:pt x="356743" y="155702"/>
                    <a:pt x="352933" y="156972"/>
                    <a:pt x="347091" y="156972"/>
                  </a:cubicBezTo>
                  <a:lnTo>
                    <a:pt x="208026" y="156972"/>
                  </a:lnTo>
                  <a:lnTo>
                    <a:pt x="208026" y="219837"/>
                  </a:lnTo>
                  <a:cubicBezTo>
                    <a:pt x="208026" y="260985"/>
                    <a:pt x="208534" y="299212"/>
                    <a:pt x="209550" y="334518"/>
                  </a:cubicBezTo>
                  <a:cubicBezTo>
                    <a:pt x="209550" y="337820"/>
                    <a:pt x="208788" y="340487"/>
                    <a:pt x="207264" y="342519"/>
                  </a:cubicBezTo>
                  <a:cubicBezTo>
                    <a:pt x="206248" y="344043"/>
                    <a:pt x="204978" y="344932"/>
                    <a:pt x="203454" y="345186"/>
                  </a:cubicBezTo>
                  <a:cubicBezTo>
                    <a:pt x="184150" y="347472"/>
                    <a:pt x="162433" y="348615"/>
                    <a:pt x="138303" y="348615"/>
                  </a:cubicBezTo>
                  <a:cubicBezTo>
                    <a:pt x="139827" y="302387"/>
                    <a:pt x="140589" y="259461"/>
                    <a:pt x="140589" y="219837"/>
                  </a:cubicBezTo>
                  <a:lnTo>
                    <a:pt x="140589" y="156972"/>
                  </a:lnTo>
                  <a:lnTo>
                    <a:pt x="0" y="156972"/>
                  </a:lnTo>
                  <a:lnTo>
                    <a:pt x="0" y="147828"/>
                  </a:lnTo>
                  <a:lnTo>
                    <a:pt x="140589" y="147828"/>
                  </a:lnTo>
                  <a:lnTo>
                    <a:pt x="140589" y="86868"/>
                  </a:lnTo>
                  <a:cubicBezTo>
                    <a:pt x="140589" y="62230"/>
                    <a:pt x="140081" y="35179"/>
                    <a:pt x="139065" y="5715"/>
                  </a:cubicBezTo>
                  <a:close/>
                  <a:moveTo>
                    <a:pt x="1831086" y="1143"/>
                  </a:moveTo>
                  <a:lnTo>
                    <a:pt x="1877568" y="32766"/>
                  </a:lnTo>
                  <a:cubicBezTo>
                    <a:pt x="1880870" y="35052"/>
                    <a:pt x="1881886" y="37211"/>
                    <a:pt x="1880616" y="39243"/>
                  </a:cubicBezTo>
                  <a:cubicBezTo>
                    <a:pt x="1879346" y="41275"/>
                    <a:pt x="1876044" y="42291"/>
                    <a:pt x="1870710" y="42291"/>
                  </a:cubicBezTo>
                  <a:lnTo>
                    <a:pt x="1724025" y="42291"/>
                  </a:lnTo>
                  <a:cubicBezTo>
                    <a:pt x="1706245" y="67183"/>
                    <a:pt x="1685798" y="88900"/>
                    <a:pt x="1662684" y="107442"/>
                  </a:cubicBezTo>
                  <a:lnTo>
                    <a:pt x="1790700" y="107442"/>
                  </a:lnTo>
                  <a:lnTo>
                    <a:pt x="1808607" y="75819"/>
                  </a:lnTo>
                  <a:lnTo>
                    <a:pt x="1865757" y="99441"/>
                  </a:lnTo>
                  <a:cubicBezTo>
                    <a:pt x="1869313" y="100965"/>
                    <a:pt x="1871091" y="103124"/>
                    <a:pt x="1871091" y="105918"/>
                  </a:cubicBezTo>
                  <a:cubicBezTo>
                    <a:pt x="1871091" y="111252"/>
                    <a:pt x="1865884" y="118364"/>
                    <a:pt x="1855470" y="127254"/>
                  </a:cubicBezTo>
                  <a:lnTo>
                    <a:pt x="1855470" y="242697"/>
                  </a:lnTo>
                  <a:cubicBezTo>
                    <a:pt x="1855978" y="272669"/>
                    <a:pt x="1856486" y="302641"/>
                    <a:pt x="1856994" y="332613"/>
                  </a:cubicBezTo>
                  <a:cubicBezTo>
                    <a:pt x="1856994" y="334645"/>
                    <a:pt x="1856867" y="336550"/>
                    <a:pt x="1856613" y="338328"/>
                  </a:cubicBezTo>
                  <a:cubicBezTo>
                    <a:pt x="1836547" y="342392"/>
                    <a:pt x="1816735" y="345059"/>
                    <a:pt x="1797177" y="346329"/>
                  </a:cubicBezTo>
                  <a:lnTo>
                    <a:pt x="1797177" y="319278"/>
                  </a:lnTo>
                  <a:lnTo>
                    <a:pt x="1602105" y="319278"/>
                  </a:lnTo>
                  <a:lnTo>
                    <a:pt x="1602105" y="336042"/>
                  </a:lnTo>
                  <a:cubicBezTo>
                    <a:pt x="1602105" y="339344"/>
                    <a:pt x="1599946" y="341630"/>
                    <a:pt x="1595628" y="342900"/>
                  </a:cubicBezTo>
                  <a:cubicBezTo>
                    <a:pt x="1578102" y="345694"/>
                    <a:pt x="1560449" y="347726"/>
                    <a:pt x="1542669" y="348996"/>
                  </a:cubicBezTo>
                  <a:cubicBezTo>
                    <a:pt x="1544701" y="313944"/>
                    <a:pt x="1545717" y="279654"/>
                    <a:pt x="1545717" y="246126"/>
                  </a:cubicBezTo>
                  <a:lnTo>
                    <a:pt x="1545717" y="165735"/>
                  </a:lnTo>
                  <a:cubicBezTo>
                    <a:pt x="1545717" y="139065"/>
                    <a:pt x="1545209" y="113538"/>
                    <a:pt x="1544193" y="89154"/>
                  </a:cubicBezTo>
                  <a:lnTo>
                    <a:pt x="1604772" y="107442"/>
                  </a:lnTo>
                  <a:lnTo>
                    <a:pt x="1645920" y="107442"/>
                  </a:lnTo>
                  <a:cubicBezTo>
                    <a:pt x="1645158" y="80264"/>
                    <a:pt x="1644904" y="58547"/>
                    <a:pt x="1645158" y="42291"/>
                  </a:cubicBezTo>
                  <a:lnTo>
                    <a:pt x="1525143" y="42291"/>
                  </a:lnTo>
                  <a:lnTo>
                    <a:pt x="1525143" y="33147"/>
                  </a:lnTo>
                  <a:lnTo>
                    <a:pt x="1808226" y="33147"/>
                  </a:lnTo>
                  <a:close/>
                  <a:moveTo>
                    <a:pt x="901446" y="381"/>
                  </a:moveTo>
                  <a:lnTo>
                    <a:pt x="977646" y="16764"/>
                  </a:lnTo>
                  <a:cubicBezTo>
                    <a:pt x="982472" y="17780"/>
                    <a:pt x="984885" y="19812"/>
                    <a:pt x="984885" y="22860"/>
                  </a:cubicBezTo>
                  <a:cubicBezTo>
                    <a:pt x="984885" y="29464"/>
                    <a:pt x="977138" y="34290"/>
                    <a:pt x="961644" y="37338"/>
                  </a:cubicBezTo>
                  <a:cubicBezTo>
                    <a:pt x="961390" y="37846"/>
                    <a:pt x="961009" y="38354"/>
                    <a:pt x="960501" y="38862"/>
                  </a:cubicBezTo>
                  <a:cubicBezTo>
                    <a:pt x="985139" y="59182"/>
                    <a:pt x="1009523" y="75057"/>
                    <a:pt x="1033653" y="86487"/>
                  </a:cubicBezTo>
                  <a:cubicBezTo>
                    <a:pt x="1059561" y="98679"/>
                    <a:pt x="1091184" y="108966"/>
                    <a:pt x="1128522" y="117348"/>
                  </a:cubicBezTo>
                  <a:lnTo>
                    <a:pt x="1127760" y="124206"/>
                  </a:lnTo>
                  <a:cubicBezTo>
                    <a:pt x="1109472" y="132080"/>
                    <a:pt x="1094359" y="152019"/>
                    <a:pt x="1082421" y="184023"/>
                  </a:cubicBezTo>
                  <a:cubicBezTo>
                    <a:pt x="1050163" y="166497"/>
                    <a:pt x="1024255" y="147701"/>
                    <a:pt x="1004697" y="127635"/>
                  </a:cubicBezTo>
                  <a:cubicBezTo>
                    <a:pt x="984885" y="107315"/>
                    <a:pt x="967613" y="81407"/>
                    <a:pt x="952881" y="49911"/>
                  </a:cubicBezTo>
                  <a:cubicBezTo>
                    <a:pt x="910209" y="110617"/>
                    <a:pt x="846836" y="156845"/>
                    <a:pt x="762762" y="188595"/>
                  </a:cubicBezTo>
                  <a:lnTo>
                    <a:pt x="758952" y="184023"/>
                  </a:lnTo>
                  <a:cubicBezTo>
                    <a:pt x="811784" y="140843"/>
                    <a:pt x="852932" y="93726"/>
                    <a:pt x="882396" y="42672"/>
                  </a:cubicBezTo>
                  <a:cubicBezTo>
                    <a:pt x="891540" y="26924"/>
                    <a:pt x="897890" y="12827"/>
                    <a:pt x="901446" y="381"/>
                  </a:cubicBezTo>
                  <a:close/>
                  <a:moveTo>
                    <a:pt x="1277493" y="0"/>
                  </a:moveTo>
                  <a:cubicBezTo>
                    <a:pt x="1305687" y="2032"/>
                    <a:pt x="1327023" y="6985"/>
                    <a:pt x="1341501" y="14859"/>
                  </a:cubicBezTo>
                  <a:cubicBezTo>
                    <a:pt x="1353947" y="21463"/>
                    <a:pt x="1360170" y="29845"/>
                    <a:pt x="1360170" y="40005"/>
                  </a:cubicBezTo>
                  <a:cubicBezTo>
                    <a:pt x="1360170" y="50419"/>
                    <a:pt x="1355979" y="59182"/>
                    <a:pt x="1347597" y="66294"/>
                  </a:cubicBezTo>
                  <a:cubicBezTo>
                    <a:pt x="1339469" y="73152"/>
                    <a:pt x="1329182" y="76581"/>
                    <a:pt x="1316736" y="76581"/>
                  </a:cubicBezTo>
                  <a:cubicBezTo>
                    <a:pt x="1301750" y="76581"/>
                    <a:pt x="1293495" y="70231"/>
                    <a:pt x="1291971" y="57531"/>
                  </a:cubicBezTo>
                  <a:cubicBezTo>
                    <a:pt x="1289685" y="39243"/>
                    <a:pt x="1283843" y="21209"/>
                    <a:pt x="1274445" y="3429"/>
                  </a:cubicBezTo>
                  <a:close/>
                </a:path>
              </a:pathLst>
            </a:custGeom>
            <a:solidFill>
              <a:srgbClr val="B00000"/>
            </a:solidFill>
            <a:ln>
              <a:noFill/>
            </a:ln>
            <a:effectLst>
              <a:outerShdw blurRad="76200" dir="18900000" sy="23000" kx="-1200000" algn="b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defPPr>
                <a:defRPr lang="zh-CN"/>
              </a:defPPr>
              <a:lvl1pPr algn="just">
                <a:defRPr sz="4400" kern="100">
                  <a:solidFill>
                    <a:schemeClr val="tx1">
                      <a:lumMod val="85000"/>
                      <a:lumOff val="15000"/>
                    </a:schemeClr>
                  </a:solidFill>
                  <a:latin typeface="方正特雅宋简体" panose="02000500000000000000" pitchFamily="2" charset="-122"/>
                  <a:ea typeface="方正特雅宋简体" panose="02000500000000000000" pitchFamily="2" charset="-122"/>
                  <a:cs typeface="方正粗楷简体" panose="02000000000000000000" pitchFamily="2" charset="-122"/>
                </a:defRPr>
              </a:lvl1pPr>
            </a:lstStyle>
            <a:p>
              <a:endParaRPr lang="zh-CN" altLang="en-US" dirty="0"/>
            </a:p>
          </p:txBody>
        </p:sp>
        <p:cxnSp>
          <p:nvCxnSpPr>
            <p:cNvPr id="15" name="直接连接符 14"/>
            <p:cNvCxnSpPr/>
            <p:nvPr/>
          </p:nvCxnSpPr>
          <p:spPr>
            <a:xfrm>
              <a:off x="3346450" y="1599745"/>
              <a:ext cx="7994676" cy="0"/>
            </a:xfrm>
            <a:prstGeom prst="line">
              <a:avLst/>
            </a:prstGeom>
            <a:ln>
              <a:solidFill>
                <a:srgbClr val="B00000"/>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52495" t="48554" r="11781" b="13501"/>
          <a:stretch>
            <a:fillRect/>
          </a:stretch>
        </p:blipFill>
        <p:spPr>
          <a:xfrm>
            <a:off x="9090991" y="5240896"/>
            <a:ext cx="3101010" cy="1576062"/>
          </a:xfrm>
          <a:prstGeom prst="rect">
            <a:avLst/>
          </a:prstGeom>
          <a:effectLst/>
        </p:spPr>
      </p:pic>
      <p:sp>
        <p:nvSpPr>
          <p:cNvPr id="9" name="矩形 8"/>
          <p:cNvSpPr/>
          <p:nvPr/>
        </p:nvSpPr>
        <p:spPr>
          <a:xfrm>
            <a:off x="-2" y="6784118"/>
            <a:ext cx="12192000" cy="72000"/>
          </a:xfrm>
          <a:prstGeom prst="rect">
            <a:avLst/>
          </a:prstGeom>
          <a:gradFill>
            <a:gsLst>
              <a:gs pos="0">
                <a:schemeClr val="bg1"/>
              </a:gs>
              <a:gs pos="100000">
                <a:srgbClr val="FF9000"/>
              </a:gs>
            </a:gsLst>
            <a:lin ang="0" scaled="0"/>
          </a:gradFill>
          <a:ln>
            <a:noFill/>
          </a:ln>
          <a:effectLst>
            <a:outerShdw blurRad="127000" dist="63500" dir="18900000" algn="b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1180213" y="2841564"/>
            <a:ext cx="8289487" cy="2664000"/>
          </a:xfrm>
          <a:prstGeom prst="roundRect">
            <a:avLst>
              <a:gd name="adj" fmla="val 7321"/>
            </a:avLst>
          </a:prstGeom>
          <a:noFill/>
          <a:ln w="25400" cmpd="sng">
            <a:solidFill>
              <a:srgbClr val="C00000"/>
            </a:solidFill>
            <a:prstDash val="dash"/>
          </a:ln>
          <a:effectLst>
            <a:outerShdw blurRad="381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p:cNvSpPr txBox="1"/>
          <p:nvPr/>
        </p:nvSpPr>
        <p:spPr>
          <a:xfrm>
            <a:off x="9646084" y="3296401"/>
            <a:ext cx="571906" cy="1753235"/>
          </a:xfrm>
          <a:prstGeom prst="rect">
            <a:avLst/>
          </a:prstGeom>
          <a:noFill/>
        </p:spPr>
        <p:txBody>
          <a:bodyPr wrap="square" rtlCol="0">
            <a:spAutoFit/>
          </a:bodyPr>
          <a:lstStyle/>
          <a:p>
            <a:r>
              <a:rPr kumimoji="1" lang="zh-CN" altLang="en-US" b="1" dirty="0">
                <a:solidFill>
                  <a:srgbClr val="C00000"/>
                </a:solidFill>
                <a:latin typeface="楷体" panose="02010609060101010101" pitchFamily="49" charset="-122"/>
                <a:ea typeface="楷体" panose="02010609060101010101" pitchFamily="49" charset="-122"/>
              </a:rPr>
              <a:t>本章重点内容</a:t>
            </a:r>
          </a:p>
        </p:txBody>
      </p:sp>
      <p:sp>
        <p:nvSpPr>
          <p:cNvPr id="4" name="文本框 3"/>
          <p:cNvSpPr txBox="1"/>
          <p:nvPr/>
        </p:nvSpPr>
        <p:spPr>
          <a:xfrm>
            <a:off x="2413416" y="194872"/>
            <a:ext cx="6895476" cy="523220"/>
          </a:xfrm>
          <a:prstGeom prst="rect">
            <a:avLst/>
          </a:prstGeom>
          <a:noFill/>
        </p:spPr>
        <p:txBody>
          <a:bodyPr wrap="square" rtlCol="0">
            <a:spAutoFit/>
          </a:bodyPr>
          <a:lstStyle/>
          <a:p>
            <a:pPr algn="ctr"/>
            <a:r>
              <a:rPr lang="zh-CN" altLang="en-US" sz="2800" dirty="0"/>
              <a:t>习近平经济思想科学体系</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rot="16200000">
            <a:off x="4786446" y="-1048865"/>
            <a:ext cx="2625108" cy="12198001"/>
          </a:xfrm>
          <a:prstGeom prst="rect">
            <a:avLst/>
          </a:prstGeom>
          <a:gradFill>
            <a:gsLst>
              <a:gs pos="0">
                <a:srgbClr val="AF0000"/>
              </a:gs>
              <a:gs pos="100000">
                <a:srgbClr val="DD1807"/>
              </a:gs>
            </a:gsLst>
            <a:lin ang="5400000" scaled="0"/>
          </a:gradFill>
          <a:ln w="19050">
            <a:gradFill>
              <a:gsLst>
                <a:gs pos="0">
                  <a:srgbClr val="FAE7D0"/>
                </a:gs>
                <a:gs pos="24000">
                  <a:srgbClr val="FAE7D0"/>
                </a:gs>
                <a:gs pos="83000">
                  <a:srgbClr val="D49A78"/>
                </a:gs>
                <a:gs pos="100000">
                  <a:srgbClr val="EFD0B6"/>
                </a:gs>
              </a:gsLst>
              <a:lin ang="5400000" scaled="1"/>
            </a:gradFill>
          </a:ln>
          <a:effectLst>
            <a:outerShdw dist="101600" dir="16200000" algn="tl" rotWithShape="0">
              <a:srgbClr val="EFD0B6"/>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endParaRPr>
          </a:p>
        </p:txBody>
      </p:sp>
      <p:sp>
        <p:nvSpPr>
          <p:cNvPr id="2" name="işlídê"/>
          <p:cNvSpPr/>
          <p:nvPr/>
        </p:nvSpPr>
        <p:spPr>
          <a:xfrm>
            <a:off x="850875" y="914396"/>
            <a:ext cx="10693426" cy="4869712"/>
          </a:xfrm>
          <a:prstGeom prst="rect">
            <a:avLst/>
          </a:prstGeom>
          <a:solidFill>
            <a:schemeClr val="bg1"/>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294084" y="1251265"/>
            <a:ext cx="10047042" cy="351282"/>
            <a:chOff x="1294084" y="1410757"/>
            <a:chExt cx="10047042" cy="351282"/>
          </a:xfrm>
        </p:grpSpPr>
        <p:sp>
          <p:nvSpPr>
            <p:cNvPr id="4" name="文本框 3"/>
            <p:cNvSpPr txBox="1"/>
            <p:nvPr/>
          </p:nvSpPr>
          <p:spPr>
            <a:xfrm>
              <a:off x="1294084" y="1410757"/>
              <a:ext cx="1881145" cy="351282"/>
            </a:xfrm>
            <a:custGeom>
              <a:avLst/>
              <a:gdLst/>
              <a:ahLst/>
              <a:cxnLst/>
              <a:rect l="l" t="t" r="r" b="b"/>
              <a:pathLst>
                <a:path w="1881145" h="351282">
                  <a:moveTo>
                    <a:pt x="681990" y="264795"/>
                  </a:moveTo>
                  <a:lnTo>
                    <a:pt x="736092" y="305181"/>
                  </a:lnTo>
                  <a:cubicBezTo>
                    <a:pt x="739902" y="307975"/>
                    <a:pt x="741045" y="310515"/>
                    <a:pt x="739521" y="312801"/>
                  </a:cubicBezTo>
                  <a:cubicBezTo>
                    <a:pt x="737743" y="315341"/>
                    <a:pt x="733806" y="316611"/>
                    <a:pt x="727710" y="316611"/>
                  </a:cubicBezTo>
                  <a:lnTo>
                    <a:pt x="382524" y="316611"/>
                  </a:lnTo>
                  <a:lnTo>
                    <a:pt x="382524" y="305943"/>
                  </a:lnTo>
                  <a:lnTo>
                    <a:pt x="652653" y="305943"/>
                  </a:lnTo>
                  <a:close/>
                  <a:moveTo>
                    <a:pt x="1683639" y="249174"/>
                  </a:moveTo>
                  <a:lnTo>
                    <a:pt x="1683639" y="310134"/>
                  </a:lnTo>
                  <a:lnTo>
                    <a:pt x="1718310" y="310134"/>
                  </a:lnTo>
                  <a:lnTo>
                    <a:pt x="1718310" y="249174"/>
                  </a:lnTo>
                  <a:close/>
                  <a:moveTo>
                    <a:pt x="1683639" y="182880"/>
                  </a:moveTo>
                  <a:lnTo>
                    <a:pt x="1683639" y="240030"/>
                  </a:lnTo>
                  <a:lnTo>
                    <a:pt x="1718310" y="240030"/>
                  </a:lnTo>
                  <a:lnTo>
                    <a:pt x="1718310" y="182880"/>
                  </a:lnTo>
                  <a:close/>
                  <a:moveTo>
                    <a:pt x="645414" y="132969"/>
                  </a:moveTo>
                  <a:lnTo>
                    <a:pt x="695325" y="169164"/>
                  </a:lnTo>
                  <a:cubicBezTo>
                    <a:pt x="699389" y="171958"/>
                    <a:pt x="700659" y="174625"/>
                    <a:pt x="699135" y="177165"/>
                  </a:cubicBezTo>
                  <a:cubicBezTo>
                    <a:pt x="697611" y="179451"/>
                    <a:pt x="693928" y="180594"/>
                    <a:pt x="688086" y="180594"/>
                  </a:cubicBezTo>
                  <a:lnTo>
                    <a:pt x="423672" y="180594"/>
                  </a:lnTo>
                  <a:lnTo>
                    <a:pt x="423672" y="169926"/>
                  </a:lnTo>
                  <a:lnTo>
                    <a:pt x="619125" y="169926"/>
                  </a:lnTo>
                  <a:close/>
                  <a:moveTo>
                    <a:pt x="1772793" y="116586"/>
                  </a:moveTo>
                  <a:lnTo>
                    <a:pt x="1772793" y="310134"/>
                  </a:lnTo>
                  <a:lnTo>
                    <a:pt x="1797177" y="310134"/>
                  </a:lnTo>
                  <a:lnTo>
                    <a:pt x="1797177" y="116586"/>
                  </a:lnTo>
                  <a:close/>
                  <a:moveTo>
                    <a:pt x="1683639" y="116586"/>
                  </a:moveTo>
                  <a:lnTo>
                    <a:pt x="1683639" y="173736"/>
                  </a:lnTo>
                  <a:lnTo>
                    <a:pt x="1718310" y="173736"/>
                  </a:lnTo>
                  <a:lnTo>
                    <a:pt x="1718310" y="116586"/>
                  </a:lnTo>
                  <a:close/>
                  <a:moveTo>
                    <a:pt x="1602105" y="116586"/>
                  </a:moveTo>
                  <a:lnTo>
                    <a:pt x="1602105" y="310134"/>
                  </a:lnTo>
                  <a:lnTo>
                    <a:pt x="1629156" y="310134"/>
                  </a:lnTo>
                  <a:lnTo>
                    <a:pt x="1629156" y="116586"/>
                  </a:lnTo>
                  <a:close/>
                  <a:moveTo>
                    <a:pt x="904494" y="108966"/>
                  </a:moveTo>
                  <a:lnTo>
                    <a:pt x="978408" y="114681"/>
                  </a:lnTo>
                  <a:cubicBezTo>
                    <a:pt x="984250" y="114935"/>
                    <a:pt x="987171" y="116586"/>
                    <a:pt x="987171" y="119634"/>
                  </a:cubicBezTo>
                  <a:cubicBezTo>
                    <a:pt x="987171" y="125984"/>
                    <a:pt x="980948" y="131445"/>
                    <a:pt x="968502" y="136017"/>
                  </a:cubicBezTo>
                  <a:lnTo>
                    <a:pt x="968502" y="219456"/>
                  </a:lnTo>
                  <a:cubicBezTo>
                    <a:pt x="968502" y="254762"/>
                    <a:pt x="969010" y="292989"/>
                    <a:pt x="970026" y="334137"/>
                  </a:cubicBezTo>
                  <a:cubicBezTo>
                    <a:pt x="970026" y="340233"/>
                    <a:pt x="968375" y="343662"/>
                    <a:pt x="965073" y="344424"/>
                  </a:cubicBezTo>
                  <a:cubicBezTo>
                    <a:pt x="946023" y="346964"/>
                    <a:pt x="925576" y="348234"/>
                    <a:pt x="903732" y="348234"/>
                  </a:cubicBezTo>
                  <a:cubicBezTo>
                    <a:pt x="905256" y="312166"/>
                    <a:pt x="906018" y="269240"/>
                    <a:pt x="906018" y="219456"/>
                  </a:cubicBezTo>
                  <a:lnTo>
                    <a:pt x="906018" y="185547"/>
                  </a:lnTo>
                  <a:cubicBezTo>
                    <a:pt x="906018" y="155067"/>
                    <a:pt x="905510" y="129540"/>
                    <a:pt x="904494" y="108966"/>
                  </a:cubicBezTo>
                  <a:close/>
                  <a:moveTo>
                    <a:pt x="1443990" y="39243"/>
                  </a:moveTo>
                  <a:lnTo>
                    <a:pt x="1493901" y="73152"/>
                  </a:lnTo>
                  <a:cubicBezTo>
                    <a:pt x="1499489" y="76962"/>
                    <a:pt x="1501521" y="80264"/>
                    <a:pt x="1499997" y="83058"/>
                  </a:cubicBezTo>
                  <a:cubicBezTo>
                    <a:pt x="1498473" y="85598"/>
                    <a:pt x="1494155" y="86868"/>
                    <a:pt x="1487043" y="86868"/>
                  </a:cubicBezTo>
                  <a:lnTo>
                    <a:pt x="1309497" y="86868"/>
                  </a:lnTo>
                  <a:lnTo>
                    <a:pt x="1309497" y="103632"/>
                  </a:lnTo>
                  <a:cubicBezTo>
                    <a:pt x="1309497" y="123190"/>
                    <a:pt x="1308608" y="140462"/>
                    <a:pt x="1306830" y="155448"/>
                  </a:cubicBezTo>
                  <a:lnTo>
                    <a:pt x="1379220" y="155448"/>
                  </a:lnTo>
                  <a:lnTo>
                    <a:pt x="1397508" y="122682"/>
                  </a:lnTo>
                  <a:lnTo>
                    <a:pt x="1461516" y="149352"/>
                  </a:lnTo>
                  <a:cubicBezTo>
                    <a:pt x="1468374" y="152146"/>
                    <a:pt x="1471803" y="155194"/>
                    <a:pt x="1471803" y="158496"/>
                  </a:cubicBezTo>
                  <a:cubicBezTo>
                    <a:pt x="1471803" y="165354"/>
                    <a:pt x="1464818" y="172466"/>
                    <a:pt x="1450848" y="179832"/>
                  </a:cubicBezTo>
                  <a:cubicBezTo>
                    <a:pt x="1449832" y="215138"/>
                    <a:pt x="1448054" y="246507"/>
                    <a:pt x="1445514" y="273939"/>
                  </a:cubicBezTo>
                  <a:cubicBezTo>
                    <a:pt x="1442974" y="299593"/>
                    <a:pt x="1434465" y="317627"/>
                    <a:pt x="1419987" y="328041"/>
                  </a:cubicBezTo>
                  <a:cubicBezTo>
                    <a:pt x="1405509" y="338455"/>
                    <a:pt x="1380236" y="344551"/>
                    <a:pt x="1344168" y="346329"/>
                  </a:cubicBezTo>
                  <a:cubicBezTo>
                    <a:pt x="1342644" y="330327"/>
                    <a:pt x="1338326" y="318643"/>
                    <a:pt x="1331214" y="311277"/>
                  </a:cubicBezTo>
                  <a:cubicBezTo>
                    <a:pt x="1323848" y="303657"/>
                    <a:pt x="1309370" y="296291"/>
                    <a:pt x="1287780" y="289179"/>
                  </a:cubicBezTo>
                  <a:lnTo>
                    <a:pt x="1289304" y="281559"/>
                  </a:lnTo>
                  <a:lnTo>
                    <a:pt x="1349121" y="285369"/>
                  </a:lnTo>
                  <a:cubicBezTo>
                    <a:pt x="1368425" y="286639"/>
                    <a:pt x="1379093" y="277876"/>
                    <a:pt x="1381125" y="259080"/>
                  </a:cubicBezTo>
                  <a:cubicBezTo>
                    <a:pt x="1384173" y="234442"/>
                    <a:pt x="1386332" y="202946"/>
                    <a:pt x="1387602" y="164592"/>
                  </a:cubicBezTo>
                  <a:lnTo>
                    <a:pt x="1306068" y="164592"/>
                  </a:lnTo>
                  <a:cubicBezTo>
                    <a:pt x="1300226" y="209550"/>
                    <a:pt x="1285621" y="245999"/>
                    <a:pt x="1262253" y="273939"/>
                  </a:cubicBezTo>
                  <a:cubicBezTo>
                    <a:pt x="1239647" y="301117"/>
                    <a:pt x="1203071" y="326898"/>
                    <a:pt x="1152525" y="351282"/>
                  </a:cubicBezTo>
                  <a:lnTo>
                    <a:pt x="1147572" y="345567"/>
                  </a:lnTo>
                  <a:cubicBezTo>
                    <a:pt x="1184910" y="306197"/>
                    <a:pt x="1210437" y="269494"/>
                    <a:pt x="1224153" y="235458"/>
                  </a:cubicBezTo>
                  <a:cubicBezTo>
                    <a:pt x="1237869" y="201168"/>
                    <a:pt x="1244727" y="157099"/>
                    <a:pt x="1244727" y="103251"/>
                  </a:cubicBezTo>
                  <a:lnTo>
                    <a:pt x="1244727" y="86868"/>
                  </a:lnTo>
                  <a:lnTo>
                    <a:pt x="1150620" y="86868"/>
                  </a:lnTo>
                  <a:lnTo>
                    <a:pt x="1150620" y="77724"/>
                  </a:lnTo>
                  <a:lnTo>
                    <a:pt x="1416558" y="77724"/>
                  </a:lnTo>
                  <a:close/>
                  <a:moveTo>
                    <a:pt x="667893" y="10287"/>
                  </a:moveTo>
                  <a:lnTo>
                    <a:pt x="719328" y="47244"/>
                  </a:lnTo>
                  <a:cubicBezTo>
                    <a:pt x="723392" y="50038"/>
                    <a:pt x="724535" y="52705"/>
                    <a:pt x="722757" y="55245"/>
                  </a:cubicBezTo>
                  <a:cubicBezTo>
                    <a:pt x="721233" y="57531"/>
                    <a:pt x="717296" y="58674"/>
                    <a:pt x="710946" y="58674"/>
                  </a:cubicBezTo>
                  <a:lnTo>
                    <a:pt x="400812" y="58674"/>
                  </a:lnTo>
                  <a:lnTo>
                    <a:pt x="400812" y="48006"/>
                  </a:lnTo>
                  <a:lnTo>
                    <a:pt x="640842" y="48006"/>
                  </a:lnTo>
                  <a:close/>
                  <a:moveTo>
                    <a:pt x="139065" y="5715"/>
                  </a:moveTo>
                  <a:lnTo>
                    <a:pt x="219456" y="10287"/>
                  </a:lnTo>
                  <a:cubicBezTo>
                    <a:pt x="224790" y="11049"/>
                    <a:pt x="227711" y="13208"/>
                    <a:pt x="228219" y="16764"/>
                  </a:cubicBezTo>
                  <a:cubicBezTo>
                    <a:pt x="228219" y="24130"/>
                    <a:pt x="221488" y="30099"/>
                    <a:pt x="208026" y="34671"/>
                  </a:cubicBezTo>
                  <a:lnTo>
                    <a:pt x="208026" y="147828"/>
                  </a:lnTo>
                  <a:lnTo>
                    <a:pt x="270510" y="147828"/>
                  </a:lnTo>
                  <a:lnTo>
                    <a:pt x="301752" y="104013"/>
                  </a:lnTo>
                  <a:lnTo>
                    <a:pt x="355473" y="145542"/>
                  </a:lnTo>
                  <a:cubicBezTo>
                    <a:pt x="359029" y="148336"/>
                    <a:pt x="360045" y="150876"/>
                    <a:pt x="358521" y="153162"/>
                  </a:cubicBezTo>
                  <a:cubicBezTo>
                    <a:pt x="356743" y="155702"/>
                    <a:pt x="352933" y="156972"/>
                    <a:pt x="347091" y="156972"/>
                  </a:cubicBezTo>
                  <a:lnTo>
                    <a:pt x="208026" y="156972"/>
                  </a:lnTo>
                  <a:lnTo>
                    <a:pt x="208026" y="219837"/>
                  </a:lnTo>
                  <a:cubicBezTo>
                    <a:pt x="208026" y="260985"/>
                    <a:pt x="208534" y="299212"/>
                    <a:pt x="209550" y="334518"/>
                  </a:cubicBezTo>
                  <a:cubicBezTo>
                    <a:pt x="209550" y="337820"/>
                    <a:pt x="208788" y="340487"/>
                    <a:pt x="207264" y="342519"/>
                  </a:cubicBezTo>
                  <a:cubicBezTo>
                    <a:pt x="206248" y="344043"/>
                    <a:pt x="204978" y="344932"/>
                    <a:pt x="203454" y="345186"/>
                  </a:cubicBezTo>
                  <a:cubicBezTo>
                    <a:pt x="184150" y="347472"/>
                    <a:pt x="162433" y="348615"/>
                    <a:pt x="138303" y="348615"/>
                  </a:cubicBezTo>
                  <a:cubicBezTo>
                    <a:pt x="139827" y="302387"/>
                    <a:pt x="140589" y="259461"/>
                    <a:pt x="140589" y="219837"/>
                  </a:cubicBezTo>
                  <a:lnTo>
                    <a:pt x="140589" y="156972"/>
                  </a:lnTo>
                  <a:lnTo>
                    <a:pt x="0" y="156972"/>
                  </a:lnTo>
                  <a:lnTo>
                    <a:pt x="0" y="147828"/>
                  </a:lnTo>
                  <a:lnTo>
                    <a:pt x="140589" y="147828"/>
                  </a:lnTo>
                  <a:lnTo>
                    <a:pt x="140589" y="86868"/>
                  </a:lnTo>
                  <a:cubicBezTo>
                    <a:pt x="140589" y="62230"/>
                    <a:pt x="140081" y="35179"/>
                    <a:pt x="139065" y="5715"/>
                  </a:cubicBezTo>
                  <a:close/>
                  <a:moveTo>
                    <a:pt x="1831086" y="1143"/>
                  </a:moveTo>
                  <a:lnTo>
                    <a:pt x="1877568" y="32766"/>
                  </a:lnTo>
                  <a:cubicBezTo>
                    <a:pt x="1880870" y="35052"/>
                    <a:pt x="1881886" y="37211"/>
                    <a:pt x="1880616" y="39243"/>
                  </a:cubicBezTo>
                  <a:cubicBezTo>
                    <a:pt x="1879346" y="41275"/>
                    <a:pt x="1876044" y="42291"/>
                    <a:pt x="1870710" y="42291"/>
                  </a:cubicBezTo>
                  <a:lnTo>
                    <a:pt x="1724025" y="42291"/>
                  </a:lnTo>
                  <a:cubicBezTo>
                    <a:pt x="1706245" y="67183"/>
                    <a:pt x="1685798" y="88900"/>
                    <a:pt x="1662684" y="107442"/>
                  </a:cubicBezTo>
                  <a:lnTo>
                    <a:pt x="1790700" y="107442"/>
                  </a:lnTo>
                  <a:lnTo>
                    <a:pt x="1808607" y="75819"/>
                  </a:lnTo>
                  <a:lnTo>
                    <a:pt x="1865757" y="99441"/>
                  </a:lnTo>
                  <a:cubicBezTo>
                    <a:pt x="1869313" y="100965"/>
                    <a:pt x="1871091" y="103124"/>
                    <a:pt x="1871091" y="105918"/>
                  </a:cubicBezTo>
                  <a:cubicBezTo>
                    <a:pt x="1871091" y="111252"/>
                    <a:pt x="1865884" y="118364"/>
                    <a:pt x="1855470" y="127254"/>
                  </a:cubicBezTo>
                  <a:lnTo>
                    <a:pt x="1855470" y="242697"/>
                  </a:lnTo>
                  <a:cubicBezTo>
                    <a:pt x="1855978" y="272669"/>
                    <a:pt x="1856486" y="302641"/>
                    <a:pt x="1856994" y="332613"/>
                  </a:cubicBezTo>
                  <a:cubicBezTo>
                    <a:pt x="1856994" y="334645"/>
                    <a:pt x="1856867" y="336550"/>
                    <a:pt x="1856613" y="338328"/>
                  </a:cubicBezTo>
                  <a:cubicBezTo>
                    <a:pt x="1836547" y="342392"/>
                    <a:pt x="1816735" y="345059"/>
                    <a:pt x="1797177" y="346329"/>
                  </a:cubicBezTo>
                  <a:lnTo>
                    <a:pt x="1797177" y="319278"/>
                  </a:lnTo>
                  <a:lnTo>
                    <a:pt x="1602105" y="319278"/>
                  </a:lnTo>
                  <a:lnTo>
                    <a:pt x="1602105" y="336042"/>
                  </a:lnTo>
                  <a:cubicBezTo>
                    <a:pt x="1602105" y="339344"/>
                    <a:pt x="1599946" y="341630"/>
                    <a:pt x="1595628" y="342900"/>
                  </a:cubicBezTo>
                  <a:cubicBezTo>
                    <a:pt x="1578102" y="345694"/>
                    <a:pt x="1560449" y="347726"/>
                    <a:pt x="1542669" y="348996"/>
                  </a:cubicBezTo>
                  <a:cubicBezTo>
                    <a:pt x="1544701" y="313944"/>
                    <a:pt x="1545717" y="279654"/>
                    <a:pt x="1545717" y="246126"/>
                  </a:cubicBezTo>
                  <a:lnTo>
                    <a:pt x="1545717" y="165735"/>
                  </a:lnTo>
                  <a:cubicBezTo>
                    <a:pt x="1545717" y="139065"/>
                    <a:pt x="1545209" y="113538"/>
                    <a:pt x="1544193" y="89154"/>
                  </a:cubicBezTo>
                  <a:lnTo>
                    <a:pt x="1604772" y="107442"/>
                  </a:lnTo>
                  <a:lnTo>
                    <a:pt x="1645920" y="107442"/>
                  </a:lnTo>
                  <a:cubicBezTo>
                    <a:pt x="1645158" y="80264"/>
                    <a:pt x="1644904" y="58547"/>
                    <a:pt x="1645158" y="42291"/>
                  </a:cubicBezTo>
                  <a:lnTo>
                    <a:pt x="1525143" y="42291"/>
                  </a:lnTo>
                  <a:lnTo>
                    <a:pt x="1525143" y="33147"/>
                  </a:lnTo>
                  <a:lnTo>
                    <a:pt x="1808226" y="33147"/>
                  </a:lnTo>
                  <a:close/>
                  <a:moveTo>
                    <a:pt x="901446" y="381"/>
                  </a:moveTo>
                  <a:lnTo>
                    <a:pt x="977646" y="16764"/>
                  </a:lnTo>
                  <a:cubicBezTo>
                    <a:pt x="982472" y="17780"/>
                    <a:pt x="984885" y="19812"/>
                    <a:pt x="984885" y="22860"/>
                  </a:cubicBezTo>
                  <a:cubicBezTo>
                    <a:pt x="984885" y="29464"/>
                    <a:pt x="977138" y="34290"/>
                    <a:pt x="961644" y="37338"/>
                  </a:cubicBezTo>
                  <a:cubicBezTo>
                    <a:pt x="961390" y="37846"/>
                    <a:pt x="961009" y="38354"/>
                    <a:pt x="960501" y="38862"/>
                  </a:cubicBezTo>
                  <a:cubicBezTo>
                    <a:pt x="985139" y="59182"/>
                    <a:pt x="1009523" y="75057"/>
                    <a:pt x="1033653" y="86487"/>
                  </a:cubicBezTo>
                  <a:cubicBezTo>
                    <a:pt x="1059561" y="98679"/>
                    <a:pt x="1091184" y="108966"/>
                    <a:pt x="1128522" y="117348"/>
                  </a:cubicBezTo>
                  <a:lnTo>
                    <a:pt x="1127760" y="124206"/>
                  </a:lnTo>
                  <a:cubicBezTo>
                    <a:pt x="1109472" y="132080"/>
                    <a:pt x="1094359" y="152019"/>
                    <a:pt x="1082421" y="184023"/>
                  </a:cubicBezTo>
                  <a:cubicBezTo>
                    <a:pt x="1050163" y="166497"/>
                    <a:pt x="1024255" y="147701"/>
                    <a:pt x="1004697" y="127635"/>
                  </a:cubicBezTo>
                  <a:cubicBezTo>
                    <a:pt x="984885" y="107315"/>
                    <a:pt x="967613" y="81407"/>
                    <a:pt x="952881" y="49911"/>
                  </a:cubicBezTo>
                  <a:cubicBezTo>
                    <a:pt x="910209" y="110617"/>
                    <a:pt x="846836" y="156845"/>
                    <a:pt x="762762" y="188595"/>
                  </a:cubicBezTo>
                  <a:lnTo>
                    <a:pt x="758952" y="184023"/>
                  </a:lnTo>
                  <a:cubicBezTo>
                    <a:pt x="811784" y="140843"/>
                    <a:pt x="852932" y="93726"/>
                    <a:pt x="882396" y="42672"/>
                  </a:cubicBezTo>
                  <a:cubicBezTo>
                    <a:pt x="891540" y="26924"/>
                    <a:pt x="897890" y="12827"/>
                    <a:pt x="901446" y="381"/>
                  </a:cubicBezTo>
                  <a:close/>
                  <a:moveTo>
                    <a:pt x="1277493" y="0"/>
                  </a:moveTo>
                  <a:cubicBezTo>
                    <a:pt x="1305687" y="2032"/>
                    <a:pt x="1327023" y="6985"/>
                    <a:pt x="1341501" y="14859"/>
                  </a:cubicBezTo>
                  <a:cubicBezTo>
                    <a:pt x="1353947" y="21463"/>
                    <a:pt x="1360170" y="29845"/>
                    <a:pt x="1360170" y="40005"/>
                  </a:cubicBezTo>
                  <a:cubicBezTo>
                    <a:pt x="1360170" y="50419"/>
                    <a:pt x="1355979" y="59182"/>
                    <a:pt x="1347597" y="66294"/>
                  </a:cubicBezTo>
                  <a:cubicBezTo>
                    <a:pt x="1339469" y="73152"/>
                    <a:pt x="1329182" y="76581"/>
                    <a:pt x="1316736" y="76581"/>
                  </a:cubicBezTo>
                  <a:cubicBezTo>
                    <a:pt x="1301750" y="76581"/>
                    <a:pt x="1293495" y="70231"/>
                    <a:pt x="1291971" y="57531"/>
                  </a:cubicBezTo>
                  <a:cubicBezTo>
                    <a:pt x="1289685" y="39243"/>
                    <a:pt x="1283843" y="21209"/>
                    <a:pt x="1274445" y="3429"/>
                  </a:cubicBezTo>
                  <a:close/>
                </a:path>
              </a:pathLst>
            </a:custGeom>
            <a:solidFill>
              <a:srgbClr val="B00000"/>
            </a:solidFill>
            <a:ln>
              <a:noFill/>
            </a:ln>
            <a:effectLst>
              <a:outerShdw blurRad="76200" dir="18900000" sy="23000" kx="-1200000" algn="b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defPPr>
                <a:defRPr lang="zh-CN"/>
              </a:defPPr>
              <a:lvl1pPr algn="just">
                <a:defRPr sz="4400" kern="100">
                  <a:solidFill>
                    <a:schemeClr val="tx1">
                      <a:lumMod val="85000"/>
                      <a:lumOff val="15000"/>
                    </a:schemeClr>
                  </a:solidFill>
                  <a:latin typeface="方正特雅宋简体" panose="02000500000000000000" pitchFamily="2" charset="-122"/>
                  <a:ea typeface="方正特雅宋简体" panose="02000500000000000000" pitchFamily="2" charset="-122"/>
                  <a:cs typeface="方正粗楷简体" panose="02000000000000000000" pitchFamily="2" charset="-122"/>
                </a:defRPr>
              </a:lvl1pPr>
            </a:lstStyle>
            <a:p>
              <a:endParaRPr lang="zh-CN" altLang="en-US" dirty="0"/>
            </a:p>
          </p:txBody>
        </p:sp>
        <p:cxnSp>
          <p:nvCxnSpPr>
            <p:cNvPr id="7" name="直接连接符 6"/>
            <p:cNvCxnSpPr/>
            <p:nvPr/>
          </p:nvCxnSpPr>
          <p:spPr>
            <a:xfrm>
              <a:off x="3346450" y="1599745"/>
              <a:ext cx="7994676" cy="0"/>
            </a:xfrm>
            <a:prstGeom prst="line">
              <a:avLst/>
            </a:prstGeom>
            <a:ln>
              <a:solidFill>
                <a:srgbClr val="B00000"/>
              </a:soli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1294084" y="1995438"/>
            <a:ext cx="10047042" cy="3247043"/>
          </a:xfrm>
          <a:prstGeom prst="rect">
            <a:avLst/>
          </a:prstGeom>
          <a:noFill/>
        </p:spPr>
        <p:txBody>
          <a:bodyPr wrap="square" rtlCol="0">
            <a:spAutoFit/>
          </a:bodyPr>
          <a:lstStyle/>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明确坚持问题导向部署实施国家重大发展战略是我国经济发展的战略举措</a:t>
            </a:r>
            <a:endParaRPr lang="en-US" altLang="zh-CN" sz="2000"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明确坚持创新驱动发展是我国经济发展的第一动力</a:t>
            </a:r>
            <a:endParaRPr lang="en-US" altLang="zh-CN" sz="2000"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明确大力发展制造业和实体经济是我国经济发展的主要着力点</a:t>
            </a: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明确坚定不移全面扩大开放是我国经济发展的重要法宝</a:t>
            </a:r>
            <a:endParaRPr lang="en-US" altLang="zh-CN" sz="2000"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明确统筹发展和安全是我国经济发展的重要保障</a:t>
            </a: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000" dirty="0">
                <a:solidFill>
                  <a:schemeClr val="tx1">
                    <a:lumMod val="85000"/>
                    <a:lumOff val="15000"/>
                  </a:schemeClr>
                </a:solidFill>
                <a:latin typeface="微软雅黑" panose="020B0503020204020204" charset="-122"/>
                <a:ea typeface="微软雅黑" panose="020B0503020204020204" charset="-122"/>
              </a:rPr>
              <a:t>明确坚持正确工作策略和方法是做好经济工作的方法论</a:t>
            </a:r>
          </a:p>
        </p:txBody>
      </p:sp>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52495" t="48554" r="11781" b="13501"/>
          <a:stretch>
            <a:fillRect/>
          </a:stretch>
        </p:blipFill>
        <p:spPr>
          <a:xfrm>
            <a:off x="9090991" y="5240896"/>
            <a:ext cx="3101010" cy="1576062"/>
          </a:xfrm>
          <a:prstGeom prst="rect">
            <a:avLst/>
          </a:prstGeom>
          <a:effectLst/>
        </p:spPr>
      </p:pic>
      <p:sp>
        <p:nvSpPr>
          <p:cNvPr id="9" name="矩形 8"/>
          <p:cNvSpPr/>
          <p:nvPr/>
        </p:nvSpPr>
        <p:spPr>
          <a:xfrm>
            <a:off x="-2" y="6784118"/>
            <a:ext cx="12192000" cy="72000"/>
          </a:xfrm>
          <a:prstGeom prst="rect">
            <a:avLst/>
          </a:prstGeom>
          <a:gradFill>
            <a:gsLst>
              <a:gs pos="0">
                <a:schemeClr val="bg1"/>
              </a:gs>
              <a:gs pos="100000">
                <a:srgbClr val="FF9000"/>
              </a:gs>
            </a:gsLst>
            <a:lin ang="0" scaled="0"/>
          </a:gradFill>
          <a:ln>
            <a:noFill/>
          </a:ln>
          <a:effectLst>
            <a:outerShdw blurRad="127000" dist="63500" dir="18900000" algn="b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rot="16200000">
            <a:off x="4786446" y="-1048865"/>
            <a:ext cx="2625108" cy="12198001"/>
          </a:xfrm>
          <a:prstGeom prst="rect">
            <a:avLst/>
          </a:prstGeom>
          <a:gradFill>
            <a:gsLst>
              <a:gs pos="0">
                <a:srgbClr val="AF0000"/>
              </a:gs>
              <a:gs pos="100000">
                <a:srgbClr val="DD1807"/>
              </a:gs>
            </a:gsLst>
            <a:lin ang="5400000" scaled="0"/>
          </a:gradFill>
          <a:ln w="19050">
            <a:gradFill>
              <a:gsLst>
                <a:gs pos="0">
                  <a:srgbClr val="FAE7D0"/>
                </a:gs>
                <a:gs pos="24000">
                  <a:srgbClr val="FAE7D0"/>
                </a:gs>
                <a:gs pos="83000">
                  <a:srgbClr val="D49A78"/>
                </a:gs>
                <a:gs pos="100000">
                  <a:srgbClr val="EFD0B6"/>
                </a:gs>
              </a:gsLst>
              <a:lin ang="5400000" scaled="1"/>
            </a:gradFill>
          </a:ln>
          <a:effectLst>
            <a:outerShdw dist="101600" dir="16200000" algn="tl" rotWithShape="0">
              <a:srgbClr val="EFD0B6"/>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endParaRPr>
          </a:p>
        </p:txBody>
      </p:sp>
      <p:sp>
        <p:nvSpPr>
          <p:cNvPr id="2" name="işlídê"/>
          <p:cNvSpPr/>
          <p:nvPr/>
        </p:nvSpPr>
        <p:spPr>
          <a:xfrm>
            <a:off x="850875" y="914396"/>
            <a:ext cx="10693426" cy="4869712"/>
          </a:xfrm>
          <a:prstGeom prst="rect">
            <a:avLst/>
          </a:prstGeom>
          <a:solidFill>
            <a:schemeClr val="bg1"/>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1294130" y="1185545"/>
            <a:ext cx="10046970" cy="4326890"/>
          </a:xfrm>
          <a:prstGeom prst="rect">
            <a:avLst/>
          </a:prstGeom>
          <a:noFill/>
        </p:spPr>
        <p:txBody>
          <a:bodyPr wrap="square" rtlCol="0">
            <a:noAutofit/>
          </a:bodyPr>
          <a:lstStyle/>
          <a:p>
            <a:pPr marL="285750" indent="-285750" algn="just">
              <a:lnSpc>
                <a:spcPct val="150000"/>
              </a:lnSpc>
              <a:spcAft>
                <a:spcPts val="600"/>
              </a:spcAft>
              <a:buClr>
                <a:srgbClr val="B00000"/>
              </a:buClr>
              <a:buSzPct val="80000"/>
              <a:buFont typeface="Wingdings" panose="05000000000000000000" pitchFamily="2" charset="2"/>
              <a:buChar char="n"/>
            </a:pPr>
            <a:r>
              <a:rPr lang="en-US" altLang="zh-CN" sz="2400" dirty="0">
                <a:solidFill>
                  <a:schemeClr val="tx1">
                    <a:lumMod val="85000"/>
                    <a:lumOff val="15000"/>
                  </a:schemeClr>
                </a:solidFill>
                <a:latin typeface="微软雅黑" panose="020B0503020204020204" charset="-122"/>
                <a:ea typeface="微软雅黑" panose="020B0503020204020204" charset="-122"/>
              </a:rPr>
              <a:t>2023</a:t>
            </a:r>
            <a:r>
              <a:rPr lang="zh-CN" altLang="en-US" sz="2400" dirty="0">
                <a:solidFill>
                  <a:schemeClr val="tx1">
                    <a:lumMod val="85000"/>
                    <a:lumOff val="15000"/>
                  </a:schemeClr>
                </a:solidFill>
                <a:latin typeface="微软雅黑" panose="020B0503020204020204" charset="-122"/>
                <a:ea typeface="微软雅黑" panose="020B0503020204020204" charset="-122"/>
              </a:rPr>
              <a:t>年</a:t>
            </a:r>
            <a:r>
              <a:rPr lang="en-US" altLang="zh-CN" sz="2400" dirty="0">
                <a:solidFill>
                  <a:schemeClr val="tx1">
                    <a:lumMod val="85000"/>
                    <a:lumOff val="15000"/>
                  </a:schemeClr>
                </a:solidFill>
                <a:latin typeface="微软雅黑" panose="020B0503020204020204" charset="-122"/>
                <a:ea typeface="微软雅黑" panose="020B0503020204020204" charset="-122"/>
              </a:rPr>
              <a:t>12</a:t>
            </a:r>
            <a:r>
              <a:rPr lang="zh-CN" altLang="en-US" sz="2400" dirty="0">
                <a:solidFill>
                  <a:schemeClr val="tx1">
                    <a:lumMod val="85000"/>
                    <a:lumOff val="15000"/>
                  </a:schemeClr>
                </a:solidFill>
                <a:latin typeface="微软雅黑" panose="020B0503020204020204" charset="-122"/>
                <a:ea typeface="微软雅黑" panose="020B0503020204020204" charset="-122"/>
              </a:rPr>
              <a:t>月</a:t>
            </a:r>
            <a:r>
              <a:rPr lang="en-US" altLang="zh-CN" sz="2400" dirty="0">
                <a:solidFill>
                  <a:schemeClr val="tx1">
                    <a:lumMod val="85000"/>
                    <a:lumOff val="15000"/>
                  </a:schemeClr>
                </a:solidFill>
                <a:latin typeface="微软雅黑" panose="020B0503020204020204" charset="-122"/>
                <a:ea typeface="微软雅黑" panose="020B0503020204020204" charset="-122"/>
              </a:rPr>
              <a:t>11</a:t>
            </a:r>
            <a:r>
              <a:rPr lang="zh-CN" altLang="en-US" sz="2400" dirty="0">
                <a:solidFill>
                  <a:schemeClr val="tx1">
                    <a:lumMod val="85000"/>
                    <a:lumOff val="15000"/>
                  </a:schemeClr>
                </a:solidFill>
                <a:latin typeface="微软雅黑" panose="020B0503020204020204" charset="-122"/>
                <a:ea typeface="微软雅黑" panose="020B0503020204020204" charset="-122"/>
              </a:rPr>
              <a:t>日至</a:t>
            </a:r>
            <a:r>
              <a:rPr lang="en-US" altLang="zh-CN" sz="2400" dirty="0">
                <a:solidFill>
                  <a:schemeClr val="tx1">
                    <a:lumMod val="85000"/>
                    <a:lumOff val="15000"/>
                  </a:schemeClr>
                </a:solidFill>
                <a:latin typeface="微软雅黑" panose="020B0503020204020204" charset="-122"/>
                <a:ea typeface="微软雅黑" panose="020B0503020204020204" charset="-122"/>
              </a:rPr>
              <a:t>12</a:t>
            </a:r>
            <a:r>
              <a:rPr lang="zh-CN" altLang="en-US" sz="2400" dirty="0">
                <a:solidFill>
                  <a:schemeClr val="tx1">
                    <a:lumMod val="85000"/>
                    <a:lumOff val="15000"/>
                  </a:schemeClr>
                </a:solidFill>
                <a:latin typeface="微软雅黑" panose="020B0503020204020204" charset="-122"/>
                <a:ea typeface="微软雅黑" panose="020B0503020204020204" charset="-122"/>
              </a:rPr>
              <a:t>日，中央经济工作会议进一步深化了新时代做好经济工作的规律性认识，提出</a:t>
            </a:r>
            <a:r>
              <a:rPr lang="en-US" altLang="zh-CN" sz="2400" dirty="0">
                <a:solidFill>
                  <a:schemeClr val="tx1">
                    <a:lumMod val="85000"/>
                    <a:lumOff val="15000"/>
                  </a:schemeClr>
                </a:solidFill>
                <a:latin typeface="微软雅黑" panose="020B0503020204020204" charset="-122"/>
                <a:ea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rPr>
              <a:t>五个必须</a:t>
            </a:r>
            <a:r>
              <a:rPr lang="en-US" altLang="zh-CN" sz="2400" dirty="0">
                <a:solidFill>
                  <a:schemeClr val="tx1">
                    <a:lumMod val="85000"/>
                    <a:lumOff val="15000"/>
                  </a:schemeClr>
                </a:solidFill>
                <a:latin typeface="微软雅黑" panose="020B0503020204020204" charset="-122"/>
                <a:ea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rPr>
              <a:t>，</a:t>
            </a: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400" dirty="0">
                <a:solidFill>
                  <a:schemeClr val="tx1">
                    <a:lumMod val="85000"/>
                    <a:lumOff val="15000"/>
                  </a:schemeClr>
                </a:solidFill>
                <a:latin typeface="微软雅黑" panose="020B0503020204020204" charset="-122"/>
                <a:ea typeface="微软雅黑" panose="020B0503020204020204" charset="-122"/>
              </a:rPr>
              <a:t>即：（</a:t>
            </a:r>
            <a:r>
              <a:rPr lang="en-US" altLang="zh-CN" sz="2400" dirty="0">
                <a:solidFill>
                  <a:schemeClr val="tx1">
                    <a:lumMod val="85000"/>
                    <a:lumOff val="15000"/>
                  </a:schemeClr>
                </a:solidFill>
                <a:latin typeface="微软雅黑" panose="020B0503020204020204" charset="-122"/>
                <a:ea typeface="微软雅黑" panose="020B0503020204020204" charset="-122"/>
              </a:rPr>
              <a:t>1</a:t>
            </a:r>
            <a:r>
              <a:rPr lang="zh-CN" altLang="en-US" sz="2400" dirty="0">
                <a:solidFill>
                  <a:schemeClr val="tx1">
                    <a:lumMod val="85000"/>
                    <a:lumOff val="15000"/>
                  </a:schemeClr>
                </a:solidFill>
                <a:latin typeface="微软雅黑" panose="020B0503020204020204" charset="-122"/>
                <a:ea typeface="微软雅黑" panose="020B0503020204020204" charset="-122"/>
              </a:rPr>
              <a:t>）必须把坚持</a:t>
            </a:r>
            <a:r>
              <a:rPr lang="zh-CN" altLang="en-US" sz="2400" dirty="0">
                <a:solidFill>
                  <a:srgbClr val="FF0000"/>
                </a:solidFill>
                <a:latin typeface="微软雅黑" panose="020B0503020204020204" charset="-122"/>
                <a:ea typeface="微软雅黑" panose="020B0503020204020204" charset="-122"/>
              </a:rPr>
              <a:t>高质量发展</a:t>
            </a:r>
            <a:r>
              <a:rPr lang="zh-CN" altLang="en-US" sz="2400" u="sng" dirty="0">
                <a:solidFill>
                  <a:srgbClr val="FF0000"/>
                </a:solidFill>
                <a:latin typeface="微软雅黑" panose="020B0503020204020204" charset="-122"/>
                <a:ea typeface="微软雅黑" panose="020B0503020204020204" charset="-122"/>
              </a:rPr>
              <a:t>作为新时代的硬道理</a:t>
            </a:r>
            <a:r>
              <a:rPr lang="zh-CN" altLang="en-US" sz="2400" dirty="0">
                <a:solidFill>
                  <a:schemeClr val="tx1">
                    <a:lumMod val="85000"/>
                    <a:lumOff val="15000"/>
                  </a:schemeClr>
                </a:solidFill>
                <a:latin typeface="微软雅黑" panose="020B0503020204020204" charset="-122"/>
                <a:ea typeface="微软雅黑" panose="020B0503020204020204" charset="-122"/>
              </a:rPr>
              <a:t>，</a:t>
            </a: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400" dirty="0">
                <a:solidFill>
                  <a:schemeClr val="tx1">
                    <a:lumMod val="85000"/>
                    <a:lumOff val="15000"/>
                  </a:schemeClr>
                </a:solidFill>
                <a:latin typeface="微软雅黑" panose="020B0503020204020204" charset="-122"/>
                <a:ea typeface="微软雅黑" panose="020B0503020204020204" charset="-122"/>
              </a:rPr>
              <a:t>（</a:t>
            </a:r>
            <a:r>
              <a:rPr lang="en-US" altLang="zh-CN" sz="2400" dirty="0">
                <a:solidFill>
                  <a:schemeClr val="tx1">
                    <a:lumMod val="85000"/>
                    <a:lumOff val="15000"/>
                  </a:schemeClr>
                </a:solidFill>
                <a:latin typeface="微软雅黑" panose="020B0503020204020204" charset="-122"/>
                <a:ea typeface="微软雅黑" panose="020B0503020204020204" charset="-122"/>
              </a:rPr>
              <a:t>2</a:t>
            </a:r>
            <a:r>
              <a:rPr lang="zh-CN" altLang="en-US" sz="2400" dirty="0">
                <a:solidFill>
                  <a:schemeClr val="tx1">
                    <a:lumMod val="85000"/>
                    <a:lumOff val="15000"/>
                  </a:schemeClr>
                </a:solidFill>
                <a:latin typeface="微软雅黑" panose="020B0503020204020204" charset="-122"/>
                <a:ea typeface="微软雅黑" panose="020B0503020204020204" charset="-122"/>
              </a:rPr>
              <a:t>）必须坚持深化供给侧结构性改革和着力扩大有效需求协同发力，</a:t>
            </a: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400" dirty="0">
                <a:solidFill>
                  <a:schemeClr val="tx1">
                    <a:lumMod val="85000"/>
                    <a:lumOff val="15000"/>
                  </a:schemeClr>
                </a:solidFill>
                <a:latin typeface="微软雅黑" panose="020B0503020204020204" charset="-122"/>
                <a:ea typeface="微软雅黑" panose="020B0503020204020204" charset="-122"/>
              </a:rPr>
              <a:t>（</a:t>
            </a:r>
            <a:r>
              <a:rPr lang="en-US" altLang="zh-CN" sz="2400" dirty="0">
                <a:solidFill>
                  <a:schemeClr val="tx1">
                    <a:lumMod val="85000"/>
                    <a:lumOff val="15000"/>
                  </a:schemeClr>
                </a:solidFill>
                <a:latin typeface="微软雅黑" panose="020B0503020204020204" charset="-122"/>
                <a:ea typeface="微软雅黑" panose="020B0503020204020204" charset="-122"/>
              </a:rPr>
              <a:t>3</a:t>
            </a:r>
            <a:r>
              <a:rPr lang="zh-CN" altLang="en-US" sz="2400" dirty="0">
                <a:solidFill>
                  <a:schemeClr val="tx1">
                    <a:lumMod val="85000"/>
                    <a:lumOff val="15000"/>
                  </a:schemeClr>
                </a:solidFill>
                <a:latin typeface="微软雅黑" panose="020B0503020204020204" charset="-122"/>
                <a:ea typeface="微软雅黑" panose="020B0503020204020204" charset="-122"/>
              </a:rPr>
              <a:t>）必须坚持依靠改革开放增强发展内生动力，</a:t>
            </a: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400" dirty="0">
                <a:solidFill>
                  <a:schemeClr val="tx1">
                    <a:lumMod val="85000"/>
                    <a:lumOff val="15000"/>
                  </a:schemeClr>
                </a:solidFill>
                <a:latin typeface="微软雅黑" panose="020B0503020204020204" charset="-122"/>
                <a:ea typeface="微软雅黑" panose="020B0503020204020204" charset="-122"/>
              </a:rPr>
              <a:t>（</a:t>
            </a:r>
            <a:r>
              <a:rPr lang="en-US" altLang="zh-CN" sz="2400" dirty="0">
                <a:solidFill>
                  <a:schemeClr val="tx1">
                    <a:lumMod val="85000"/>
                    <a:lumOff val="15000"/>
                  </a:schemeClr>
                </a:solidFill>
                <a:latin typeface="微软雅黑" panose="020B0503020204020204" charset="-122"/>
                <a:ea typeface="微软雅黑" panose="020B0503020204020204" charset="-122"/>
              </a:rPr>
              <a:t>4</a:t>
            </a:r>
            <a:r>
              <a:rPr lang="zh-CN" altLang="en-US" sz="2400" dirty="0">
                <a:solidFill>
                  <a:schemeClr val="tx1">
                    <a:lumMod val="85000"/>
                    <a:lumOff val="15000"/>
                  </a:schemeClr>
                </a:solidFill>
                <a:latin typeface="微软雅黑" panose="020B0503020204020204" charset="-122"/>
                <a:ea typeface="微软雅黑" panose="020B0503020204020204" charset="-122"/>
              </a:rPr>
              <a:t>）</a:t>
            </a:r>
            <a:r>
              <a:rPr lang="zh-CN" altLang="en-US" sz="2400" u="sng" dirty="0">
                <a:solidFill>
                  <a:schemeClr val="tx1">
                    <a:lumMod val="85000"/>
                    <a:lumOff val="15000"/>
                  </a:schemeClr>
                </a:solidFill>
                <a:latin typeface="微软雅黑" panose="020B0503020204020204" charset="-122"/>
                <a:ea typeface="微软雅黑" panose="020B0503020204020204" charset="-122"/>
              </a:rPr>
              <a:t>必须坚持高质量发展和高水平安全良性互动</a:t>
            </a:r>
            <a:r>
              <a:rPr lang="zh-CN" altLang="en-US" sz="2400" dirty="0">
                <a:solidFill>
                  <a:schemeClr val="tx1">
                    <a:lumMod val="85000"/>
                    <a:lumOff val="15000"/>
                  </a:schemeClr>
                </a:solidFill>
                <a:latin typeface="微软雅黑" panose="020B0503020204020204" charset="-122"/>
                <a:ea typeface="微软雅黑" panose="020B0503020204020204" charset="-122"/>
              </a:rPr>
              <a:t>，</a:t>
            </a:r>
          </a:p>
          <a:p>
            <a:pPr marL="285750" indent="-285750" algn="just">
              <a:lnSpc>
                <a:spcPct val="150000"/>
              </a:lnSpc>
              <a:spcAft>
                <a:spcPts val="600"/>
              </a:spcAft>
              <a:buClr>
                <a:srgbClr val="B00000"/>
              </a:buClr>
              <a:buSzPct val="80000"/>
              <a:buFont typeface="Wingdings" panose="05000000000000000000" pitchFamily="2" charset="2"/>
              <a:buChar char="n"/>
            </a:pPr>
            <a:r>
              <a:rPr lang="zh-CN" altLang="en-US" sz="2400" dirty="0">
                <a:solidFill>
                  <a:schemeClr val="tx1">
                    <a:lumMod val="85000"/>
                    <a:lumOff val="15000"/>
                  </a:schemeClr>
                </a:solidFill>
                <a:latin typeface="微软雅黑" panose="020B0503020204020204" charset="-122"/>
                <a:ea typeface="微软雅黑" panose="020B0503020204020204" charset="-122"/>
              </a:rPr>
              <a:t>（</a:t>
            </a:r>
            <a:r>
              <a:rPr lang="en-US" altLang="zh-CN" sz="2400" dirty="0">
                <a:solidFill>
                  <a:schemeClr val="tx1">
                    <a:lumMod val="85000"/>
                    <a:lumOff val="15000"/>
                  </a:schemeClr>
                </a:solidFill>
                <a:latin typeface="微软雅黑" panose="020B0503020204020204" charset="-122"/>
                <a:ea typeface="微软雅黑" panose="020B0503020204020204" charset="-122"/>
              </a:rPr>
              <a:t>5</a:t>
            </a:r>
            <a:r>
              <a:rPr lang="zh-CN" altLang="en-US" sz="2400" dirty="0">
                <a:solidFill>
                  <a:schemeClr val="tx1">
                    <a:lumMod val="85000"/>
                    <a:lumOff val="15000"/>
                  </a:schemeClr>
                </a:solidFill>
                <a:latin typeface="微软雅黑" panose="020B0503020204020204" charset="-122"/>
                <a:ea typeface="微软雅黑" panose="020B0503020204020204" charset="-122"/>
              </a:rPr>
              <a:t>）必须把推进中国式现代化作为最大的</a:t>
            </a:r>
            <a:r>
              <a:rPr lang="zh-CN" altLang="en-US" sz="2400" dirty="0">
                <a:solidFill>
                  <a:srgbClr val="FF0000"/>
                </a:solidFill>
                <a:latin typeface="微软雅黑" panose="020B0503020204020204" charset="-122"/>
                <a:ea typeface="微软雅黑" panose="020B0503020204020204" charset="-122"/>
              </a:rPr>
              <a:t>政治</a:t>
            </a:r>
            <a:r>
              <a:rPr lang="zh-CN" altLang="en-US" sz="2400" dirty="0">
                <a:solidFill>
                  <a:schemeClr val="tx1">
                    <a:lumMod val="85000"/>
                    <a:lumOff val="15000"/>
                  </a:schemeClr>
                </a:solidFill>
                <a:latin typeface="微软雅黑" panose="020B0503020204020204" charset="-122"/>
                <a:ea typeface="微软雅黑" panose="020B0503020204020204" charset="-122"/>
              </a:rPr>
              <a:t>。</a:t>
            </a:r>
          </a:p>
        </p:txBody>
      </p:sp>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52495" t="48554" r="11781" b="13501"/>
          <a:stretch>
            <a:fillRect/>
          </a:stretch>
        </p:blipFill>
        <p:spPr>
          <a:xfrm>
            <a:off x="9090991" y="5240896"/>
            <a:ext cx="3101010" cy="1576062"/>
          </a:xfrm>
          <a:prstGeom prst="rect">
            <a:avLst/>
          </a:prstGeom>
          <a:effectLst/>
        </p:spPr>
      </p:pic>
      <p:sp>
        <p:nvSpPr>
          <p:cNvPr id="9" name="矩形 8"/>
          <p:cNvSpPr/>
          <p:nvPr/>
        </p:nvSpPr>
        <p:spPr>
          <a:xfrm>
            <a:off x="-2" y="6784118"/>
            <a:ext cx="12192000" cy="72000"/>
          </a:xfrm>
          <a:prstGeom prst="rect">
            <a:avLst/>
          </a:prstGeom>
          <a:gradFill>
            <a:gsLst>
              <a:gs pos="0">
                <a:schemeClr val="bg1"/>
              </a:gs>
              <a:gs pos="100000">
                <a:srgbClr val="FF9000"/>
              </a:gs>
            </a:gsLst>
            <a:lin ang="0" scaled="0"/>
          </a:gradFill>
          <a:ln>
            <a:noFill/>
          </a:ln>
          <a:effectLst>
            <a:outerShdw blurRad="127000" dist="63500" dir="18900000" algn="b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9" name="组合 2"/>
          <p:cNvGrpSpPr/>
          <p:nvPr/>
        </p:nvGrpSpPr>
        <p:grpSpPr>
          <a:xfrm>
            <a:off x="3306241" y="1354835"/>
            <a:ext cx="1088558" cy="3912905"/>
            <a:chOff x="3306241" y="1354835"/>
            <a:chExt cx="1088558" cy="3912905"/>
          </a:xfrm>
        </p:grpSpPr>
        <p:cxnSp>
          <p:nvCxnSpPr>
            <p:cNvPr id="3145802" name="直接连接符 62"/>
            <p:cNvCxnSpPr/>
            <p:nvPr/>
          </p:nvCxnSpPr>
          <p:spPr>
            <a:xfrm>
              <a:off x="3306241" y="3306792"/>
              <a:ext cx="518542"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3" name="直接连接符 63"/>
            <p:cNvCxnSpPr/>
            <p:nvPr/>
          </p:nvCxnSpPr>
          <p:spPr>
            <a:xfrm>
              <a:off x="3824783" y="135483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4" name="直接连接符 65"/>
            <p:cNvCxnSpPr/>
            <p:nvPr/>
          </p:nvCxnSpPr>
          <p:spPr>
            <a:xfrm>
              <a:off x="3824783" y="265562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5" name="直接连接符 82"/>
            <p:cNvCxnSpPr/>
            <p:nvPr/>
          </p:nvCxnSpPr>
          <p:spPr>
            <a:xfrm flipV="1">
              <a:off x="3824783" y="1354836"/>
              <a:ext cx="0" cy="391290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6" name="直接连接符 83"/>
            <p:cNvCxnSpPr/>
            <p:nvPr/>
          </p:nvCxnSpPr>
          <p:spPr>
            <a:xfrm>
              <a:off x="3824783" y="4002174"/>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7" name="直接连接符 84"/>
            <p:cNvCxnSpPr/>
            <p:nvPr/>
          </p:nvCxnSpPr>
          <p:spPr>
            <a:xfrm>
              <a:off x="3824783" y="5267740"/>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049690" name="平行四边形 64"/>
          <p:cNvSpPr/>
          <p:nvPr/>
        </p:nvSpPr>
        <p:spPr>
          <a:xfrm>
            <a:off x="3992222" y="1066269"/>
            <a:ext cx="2579062" cy="86183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sym typeface="+mn-ea"/>
              </a:rPr>
              <a:t>坚持以人民为中心的原因</a:t>
            </a:r>
            <a:endParaRPr lang="zh-CN" altLang="en-US" sz="1600" b="1" noProof="0" dirty="0">
              <a:ln>
                <a:noFill/>
              </a:ln>
              <a:solidFill>
                <a:schemeClr val="tx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sym typeface="+mn-ea"/>
            </a:endParaRPr>
          </a:p>
        </p:txBody>
      </p:sp>
      <p:sp>
        <p:nvSpPr>
          <p:cNvPr id="1049691" name="平行四边形 66"/>
          <p:cNvSpPr/>
          <p:nvPr/>
        </p:nvSpPr>
        <p:spPr>
          <a:xfrm>
            <a:off x="3992221" y="4316552"/>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坚持以人民为中心的要求</a:t>
            </a:r>
          </a:p>
        </p:txBody>
      </p:sp>
      <p:grpSp>
        <p:nvGrpSpPr>
          <p:cNvPr id="514" name="组合 13"/>
          <p:cNvGrpSpPr/>
          <p:nvPr/>
        </p:nvGrpSpPr>
        <p:grpSpPr>
          <a:xfrm>
            <a:off x="2387223" y="686884"/>
            <a:ext cx="7311769" cy="0"/>
            <a:chOff x="2415798" y="1010793"/>
            <a:chExt cx="7311769" cy="0"/>
          </a:xfrm>
        </p:grpSpPr>
        <p:cxnSp>
          <p:nvCxnSpPr>
            <p:cNvPr id="3145818" name="直接箭头连接符 14"/>
            <p:cNvCxnSpPr/>
            <p:nvPr/>
          </p:nvCxnSpPr>
          <p:spPr>
            <a:xfrm>
              <a:off x="726013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cxnSp>
          <p:nvCxnSpPr>
            <p:cNvPr id="3145819" name="直接箭头连接符 15"/>
            <p:cNvCxnSpPr/>
            <p:nvPr/>
          </p:nvCxnSpPr>
          <p:spPr>
            <a:xfrm flipH="1">
              <a:off x="241579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grpSp>
      <p:sp>
        <p:nvSpPr>
          <p:cNvPr id="1049694" name="平行四边形 61"/>
          <p:cNvSpPr/>
          <p:nvPr/>
        </p:nvSpPr>
        <p:spPr>
          <a:xfrm>
            <a:off x="456565" y="1175385"/>
            <a:ext cx="3119120" cy="3971290"/>
          </a:xfrm>
          <a:prstGeom prst="roundRect">
            <a:avLst/>
          </a:prstGeom>
          <a:gradFill>
            <a:gsLst>
              <a:gs pos="52000">
                <a:srgbClr val="AF1E22"/>
              </a:gs>
              <a:gs pos="100000">
                <a:srgbClr val="E97C30"/>
              </a:gs>
            </a:gsLst>
            <a:lin ang="2400000" scaled="0"/>
          </a:gradFill>
          <a:ln>
            <a:noFill/>
          </a:ln>
          <a:effectLst>
            <a:outerShdw blurRad="584200" dist="292100" dir="2100000" algn="t" rotWithShape="0">
              <a:srgbClr val="AF1E22">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政治建设</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以人民为中心</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第四章</a:t>
            </a:r>
            <a:r>
              <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 </a:t>
            </a: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坚持以人民为中心</a:t>
            </a:r>
            <a:r>
              <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P75</a:t>
            </a: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（执政理念）</a:t>
            </a:r>
            <a:r>
              <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  </a:t>
            </a:r>
          </a:p>
          <a:p>
            <a:pPr algn="l">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第八章</a:t>
            </a:r>
            <a:r>
              <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 发展全过程人民民主P157（以人民为中心理念在政治层面的体现） </a:t>
            </a:r>
            <a:endPar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algn="ctr">
              <a:lnSpc>
                <a:spcPct val="120000"/>
              </a:lnSpc>
            </a:pPr>
            <a:endPar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3" name="平行四边形 66"/>
          <p:cNvSpPr/>
          <p:nvPr>
            <p:custDataLst>
              <p:tags r:id="rId1"/>
            </p:custDataLst>
          </p:nvPr>
        </p:nvSpPr>
        <p:spPr>
          <a:xfrm>
            <a:off x="4072866" y="2630627"/>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坚持以人民为中心的内涵</a:t>
            </a:r>
          </a:p>
        </p:txBody>
      </p:sp>
      <p:grpSp>
        <p:nvGrpSpPr>
          <p:cNvPr id="14" name="组合 39"/>
          <p:cNvGrpSpPr/>
          <p:nvPr/>
        </p:nvGrpSpPr>
        <p:grpSpPr>
          <a:xfrm>
            <a:off x="6362441" y="977273"/>
            <a:ext cx="5547337" cy="944798"/>
            <a:chOff x="6881871" y="3548388"/>
            <a:chExt cx="5547337" cy="944798"/>
          </a:xfrm>
        </p:grpSpPr>
        <p:cxnSp>
          <p:nvCxnSpPr>
            <p:cNvPr id="15" name="连接符: 肘形 12"/>
            <p:cNvCxnSpPr>
              <a:endCxn id="21" idx="5"/>
            </p:cNvCxnSpPr>
            <p:nvPr>
              <p:custDataLst>
                <p:tags r:id="rId20"/>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 name="连接符: 肘形 14"/>
            <p:cNvCxnSpPr>
              <a:endCxn id="23" idx="2"/>
            </p:cNvCxnSpPr>
            <p:nvPr>
              <p:custDataLst>
                <p:tags r:id="rId21"/>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endCxn id="22" idx="2"/>
            </p:cNvCxnSpPr>
            <p:nvPr>
              <p:custDataLst>
                <p:tags r:id="rId22"/>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8" name="文本框 87"/>
            <p:cNvSpPr txBox="1"/>
            <p:nvPr>
              <p:custDataLst>
                <p:tags r:id="rId23"/>
              </p:custDataLst>
            </p:nvPr>
          </p:nvSpPr>
          <p:spPr>
            <a:xfrm>
              <a:off x="7623528" y="3548388"/>
              <a:ext cx="39166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理论逻辑：</a:t>
              </a:r>
              <a:r>
                <a:rPr lang="zh-CN" altLang="en-US" sz="1400" dirty="0">
                  <a:solidFill>
                    <a:srgbClr val="FF0000"/>
                  </a:solidFill>
                  <a:latin typeface="微软雅黑" panose="020B0503020204020204" charset="-122"/>
                  <a:ea typeface="微软雅黑" panose="020B0503020204020204" charset="-122"/>
                  <a:sym typeface="+mn-ea"/>
                </a:rPr>
                <a:t>人民是历史的创造者，是真正的英雄</a:t>
              </a:r>
            </a:p>
          </p:txBody>
        </p:sp>
        <p:sp>
          <p:nvSpPr>
            <p:cNvPr id="19" name="文本框 88"/>
            <p:cNvSpPr txBox="1"/>
            <p:nvPr>
              <p:custDataLst>
                <p:tags r:id="rId24"/>
              </p:custDataLst>
            </p:nvPr>
          </p:nvSpPr>
          <p:spPr>
            <a:xfrm>
              <a:off x="7623528" y="3857237"/>
              <a:ext cx="30276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历史逻辑：党依靠人民创造历史伟业</a:t>
              </a:r>
            </a:p>
          </p:txBody>
        </p:sp>
        <p:sp>
          <p:nvSpPr>
            <p:cNvPr id="20" name="文本框 89"/>
            <p:cNvSpPr txBox="1"/>
            <p:nvPr>
              <p:custDataLst>
                <p:tags r:id="rId25"/>
              </p:custDataLst>
            </p:nvPr>
          </p:nvSpPr>
          <p:spPr>
            <a:xfrm>
              <a:off x="7623528" y="4186481"/>
              <a:ext cx="48056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实践逻辑：为人民服务是“以人民为中心”思想的逻辑起点</a:t>
              </a:r>
            </a:p>
          </p:txBody>
        </p:sp>
        <p:sp>
          <p:nvSpPr>
            <p:cNvPr id="21" name="椭圆 95"/>
            <p:cNvSpPr/>
            <p:nvPr>
              <p:custDataLst>
                <p:tags r:id="rId26"/>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96"/>
            <p:cNvSpPr/>
            <p:nvPr>
              <p:custDataLst>
                <p:tags r:id="rId27"/>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97"/>
            <p:cNvSpPr/>
            <p:nvPr>
              <p:custDataLst>
                <p:tags r:id="rId28"/>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9"/>
          <p:cNvGrpSpPr/>
          <p:nvPr/>
        </p:nvGrpSpPr>
        <p:grpSpPr>
          <a:xfrm>
            <a:off x="6462771" y="2586998"/>
            <a:ext cx="4491967" cy="1373423"/>
            <a:chOff x="6881871" y="3538863"/>
            <a:chExt cx="4491967" cy="1373423"/>
          </a:xfrm>
        </p:grpSpPr>
        <p:cxnSp>
          <p:nvCxnSpPr>
            <p:cNvPr id="34" name="连接符: 肘形 12"/>
            <p:cNvCxnSpPr>
              <a:endCxn id="40" idx="5"/>
            </p:cNvCxnSpPr>
            <p:nvPr>
              <p:custDataLst>
                <p:tags r:id="rId11"/>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5" name="连接符: 肘形 14"/>
            <p:cNvCxnSpPr>
              <a:endCxn id="42" idx="2"/>
            </p:cNvCxnSpPr>
            <p:nvPr>
              <p:custDataLst>
                <p:tags r:id="rId12"/>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endCxn id="41" idx="2"/>
            </p:cNvCxnSpPr>
            <p:nvPr>
              <p:custDataLst>
                <p:tags r:id="rId13"/>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7" name="文本框 87"/>
            <p:cNvSpPr txBox="1"/>
            <p:nvPr>
              <p:custDataLst>
                <p:tags r:id="rId14"/>
              </p:custDataLst>
            </p:nvPr>
          </p:nvSpPr>
          <p:spPr>
            <a:xfrm>
              <a:off x="7634958" y="3538863"/>
              <a:ext cx="37388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经济维度：以人民为中心的发展思想（理念）</a:t>
              </a:r>
            </a:p>
          </p:txBody>
        </p:sp>
        <p:sp>
          <p:nvSpPr>
            <p:cNvPr id="38" name="文本框 88"/>
            <p:cNvSpPr txBox="1"/>
            <p:nvPr>
              <p:custDataLst>
                <p:tags r:id="rId15"/>
              </p:custDataLst>
            </p:nvPr>
          </p:nvSpPr>
          <p:spPr>
            <a:xfrm>
              <a:off x="7623528" y="3857237"/>
              <a:ext cx="2316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政治维度：</a:t>
              </a:r>
              <a:r>
                <a:rPr lang="zh-CN" altLang="en-US" sz="1400" dirty="0">
                  <a:solidFill>
                    <a:srgbClr val="FF0000"/>
                  </a:solidFill>
                  <a:latin typeface="微软雅黑" panose="020B0503020204020204" charset="-122"/>
                  <a:ea typeface="微软雅黑" panose="020B0503020204020204" charset="-122"/>
                </a:rPr>
                <a:t>全过程人民民主</a:t>
              </a:r>
            </a:p>
          </p:txBody>
        </p:sp>
        <p:sp>
          <p:nvSpPr>
            <p:cNvPr id="39" name="文本框 89"/>
            <p:cNvSpPr txBox="1"/>
            <p:nvPr>
              <p:custDataLst>
                <p:tags r:id="rId16"/>
              </p:custDataLst>
            </p:nvPr>
          </p:nvSpPr>
          <p:spPr>
            <a:xfrm>
              <a:off x="7623528" y="4175051"/>
              <a:ext cx="1783080" cy="73723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立场方法：人民至上</a:t>
              </a:r>
            </a:p>
            <a:p>
              <a:pPr algn="l"/>
              <a:endParaRPr lang="zh-CN" altLang="en-US" sz="1400" dirty="0">
                <a:latin typeface="微软雅黑" panose="020B0503020204020204" charset="-122"/>
                <a:ea typeface="微软雅黑" panose="020B0503020204020204" charset="-122"/>
              </a:endParaRPr>
            </a:p>
            <a:p>
              <a:pPr algn="l"/>
              <a:endParaRPr lang="zh-CN" altLang="en-US" sz="1400" dirty="0">
                <a:latin typeface="微软雅黑" panose="020B0503020204020204" charset="-122"/>
                <a:ea typeface="微软雅黑" panose="020B0503020204020204" charset="-122"/>
              </a:endParaRPr>
            </a:p>
          </p:txBody>
        </p:sp>
        <p:sp>
          <p:nvSpPr>
            <p:cNvPr id="40" name="椭圆 95"/>
            <p:cNvSpPr/>
            <p:nvPr>
              <p:custDataLst>
                <p:tags r:id="rId17"/>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96"/>
            <p:cNvSpPr/>
            <p:nvPr>
              <p:custDataLst>
                <p:tags r:id="rId18"/>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97"/>
            <p:cNvSpPr/>
            <p:nvPr>
              <p:custDataLst>
                <p:tags r:id="rId19"/>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39"/>
          <p:cNvGrpSpPr/>
          <p:nvPr/>
        </p:nvGrpSpPr>
        <p:grpSpPr>
          <a:xfrm>
            <a:off x="6362441" y="4321183"/>
            <a:ext cx="4836137" cy="933368"/>
            <a:chOff x="6881871" y="3548388"/>
            <a:chExt cx="4836137" cy="933368"/>
          </a:xfrm>
        </p:grpSpPr>
        <p:cxnSp>
          <p:nvCxnSpPr>
            <p:cNvPr id="44" name="连接符: 肘形 12"/>
            <p:cNvCxnSpPr>
              <a:endCxn id="50" idx="5"/>
            </p:cNvCxnSpPr>
            <p:nvPr>
              <p:custDataLst>
                <p:tags r:id="rId2"/>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 name="连接符: 肘形 14"/>
            <p:cNvCxnSpPr>
              <a:endCxn id="52" idx="2"/>
            </p:cNvCxnSpPr>
            <p:nvPr>
              <p:custDataLst>
                <p:tags r:id="rId3"/>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endCxn id="51" idx="2"/>
            </p:cNvCxnSpPr>
            <p:nvPr>
              <p:custDataLst>
                <p:tags r:id="rId4"/>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47" name="文本框 87"/>
            <p:cNvSpPr txBox="1"/>
            <p:nvPr>
              <p:custDataLst>
                <p:tags r:id="rId5"/>
              </p:custDataLst>
            </p:nvPr>
          </p:nvSpPr>
          <p:spPr>
            <a:xfrm>
              <a:off x="7623528" y="3548388"/>
              <a:ext cx="21386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坚持和贯彻</a:t>
              </a:r>
              <a:r>
                <a:rPr lang="zh-CN" altLang="en-US" sz="1400" dirty="0">
                  <a:solidFill>
                    <a:srgbClr val="FF0000"/>
                  </a:solidFill>
                  <a:latin typeface="微软雅黑" panose="020B0503020204020204" charset="-122"/>
                  <a:ea typeface="微软雅黑" panose="020B0503020204020204" charset="-122"/>
                  <a:sym typeface="+mn-ea"/>
                </a:rPr>
                <a:t>党的群众路线</a:t>
              </a:r>
            </a:p>
          </p:txBody>
        </p:sp>
        <p:sp>
          <p:nvSpPr>
            <p:cNvPr id="48" name="文本框 88"/>
            <p:cNvSpPr txBox="1"/>
            <p:nvPr>
              <p:custDataLst>
                <p:tags r:id="rId6"/>
              </p:custDataLst>
            </p:nvPr>
          </p:nvSpPr>
          <p:spPr>
            <a:xfrm>
              <a:off x="7623528" y="3857237"/>
              <a:ext cx="28498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把为人民造福的事情真正办好办实</a:t>
              </a:r>
            </a:p>
          </p:txBody>
        </p:sp>
        <p:sp>
          <p:nvSpPr>
            <p:cNvPr id="49" name="文本框 89"/>
            <p:cNvSpPr txBox="1"/>
            <p:nvPr>
              <p:custDataLst>
                <p:tags r:id="rId7"/>
              </p:custDataLst>
            </p:nvPr>
          </p:nvSpPr>
          <p:spPr>
            <a:xfrm>
              <a:off x="7623528" y="4175051"/>
              <a:ext cx="4094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推动全体人民共同富裕取得更为明显的实质性进展</a:t>
              </a:r>
            </a:p>
          </p:txBody>
        </p:sp>
        <p:sp>
          <p:nvSpPr>
            <p:cNvPr id="50" name="椭圆 95"/>
            <p:cNvSpPr/>
            <p:nvPr>
              <p:custDataLst>
                <p:tags r:id="rId8"/>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96"/>
            <p:cNvSpPr/>
            <p:nvPr>
              <p:custDataLst>
                <p:tags r:id="rId9"/>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97"/>
            <p:cNvSpPr/>
            <p:nvPr>
              <p:custDataLst>
                <p:tags r:id="rId10"/>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9694"/>
                                        </p:tgtEl>
                                        <p:attrNameLst>
                                          <p:attrName>style.visibility</p:attrName>
                                        </p:attrNameLst>
                                      </p:cBhvr>
                                      <p:to>
                                        <p:strVal val="visible"/>
                                      </p:to>
                                    </p:set>
                                    <p:animEffect transition="in" filter="wipe(left)">
                                      <p:cBhvr>
                                        <p:cTn id="7" dur="500"/>
                                        <p:tgtEl>
                                          <p:spTgt spid="10496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9"/>
                                        </p:tgtEl>
                                        <p:attrNameLst>
                                          <p:attrName>style.visibility</p:attrName>
                                        </p:attrNameLst>
                                      </p:cBhvr>
                                      <p:to>
                                        <p:strVal val="visible"/>
                                      </p:to>
                                    </p:set>
                                    <p:animEffect transition="in" filter="wipe(left)">
                                      <p:cBhvr>
                                        <p:cTn id="11" dur="500"/>
                                        <p:tgtEl>
                                          <p:spTgt spid="50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49690"/>
                                        </p:tgtEl>
                                        <p:attrNameLst>
                                          <p:attrName>style.visibility</p:attrName>
                                        </p:attrNameLst>
                                      </p:cBhvr>
                                      <p:to>
                                        <p:strVal val="visible"/>
                                      </p:to>
                                    </p:set>
                                    <p:animEffect transition="in" filter="wipe(left)">
                                      <p:cBhvr>
                                        <p:cTn id="15" dur="500"/>
                                        <p:tgtEl>
                                          <p:spTgt spid="104969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49691"/>
                                        </p:tgtEl>
                                        <p:attrNameLst>
                                          <p:attrName>style.visibility</p:attrName>
                                        </p:attrNameLst>
                                      </p:cBhvr>
                                      <p:to>
                                        <p:strVal val="visible"/>
                                      </p:to>
                                    </p:set>
                                    <p:animEffect transition="in" filter="wipe(left)">
                                      <p:cBhvr>
                                        <p:cTn id="19" dur="500"/>
                                        <p:tgtEl>
                                          <p:spTgt spid="1049691"/>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left)">
                                      <p:cBhvr>
                                        <p:cTn id="31" dur="500"/>
                                        <p:tgtEl>
                                          <p:spTgt spid="33"/>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wipe(left)">
                                      <p:cBhvr>
                                        <p:cTn id="3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90" grpId="0" bldLvl="0" animBg="1"/>
      <p:bldP spid="1049691" grpId="0" bldLvl="0" animBg="1"/>
      <p:bldP spid="1049694" grpId="0" bldLvl="0" animBg="1"/>
      <p:bldP spid="13"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9" name="组合 2"/>
          <p:cNvGrpSpPr/>
          <p:nvPr/>
        </p:nvGrpSpPr>
        <p:grpSpPr>
          <a:xfrm>
            <a:off x="3306241" y="1354835"/>
            <a:ext cx="1088558" cy="3912905"/>
            <a:chOff x="3306241" y="1354835"/>
            <a:chExt cx="1088558" cy="3912905"/>
          </a:xfrm>
        </p:grpSpPr>
        <p:cxnSp>
          <p:nvCxnSpPr>
            <p:cNvPr id="3145802" name="直接连接符 62"/>
            <p:cNvCxnSpPr/>
            <p:nvPr/>
          </p:nvCxnSpPr>
          <p:spPr>
            <a:xfrm>
              <a:off x="3306241" y="3306792"/>
              <a:ext cx="518542"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3" name="直接连接符 63"/>
            <p:cNvCxnSpPr/>
            <p:nvPr/>
          </p:nvCxnSpPr>
          <p:spPr>
            <a:xfrm>
              <a:off x="3824783" y="135483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4" name="直接连接符 65"/>
            <p:cNvCxnSpPr/>
            <p:nvPr/>
          </p:nvCxnSpPr>
          <p:spPr>
            <a:xfrm>
              <a:off x="3824783" y="265562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5" name="直接连接符 82"/>
            <p:cNvCxnSpPr/>
            <p:nvPr/>
          </p:nvCxnSpPr>
          <p:spPr>
            <a:xfrm flipV="1">
              <a:off x="3824783" y="1354836"/>
              <a:ext cx="0" cy="391290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6" name="直接连接符 83"/>
            <p:cNvCxnSpPr/>
            <p:nvPr/>
          </p:nvCxnSpPr>
          <p:spPr>
            <a:xfrm>
              <a:off x="3824783" y="4002174"/>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7" name="直接连接符 84"/>
            <p:cNvCxnSpPr/>
            <p:nvPr/>
          </p:nvCxnSpPr>
          <p:spPr>
            <a:xfrm>
              <a:off x="3824783" y="5267740"/>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049690" name="平行四边形 64"/>
          <p:cNvSpPr/>
          <p:nvPr/>
        </p:nvSpPr>
        <p:spPr>
          <a:xfrm>
            <a:off x="3992222" y="1066269"/>
            <a:ext cx="2579062" cy="86183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sym typeface="+mn-ea"/>
              </a:rPr>
              <a:t>文化建设的指导思想：</a:t>
            </a:r>
          </a:p>
          <a:p>
            <a:pPr algn="ctr">
              <a:lnSpc>
                <a:spcPct val="120000"/>
              </a:lnSpc>
              <a:buClrTx/>
              <a:buSzTx/>
              <a:buFontTx/>
            </a:pPr>
            <a:r>
              <a:rPr lang="zh-CN" altLang="en-US" sz="1600" b="1" dirty="0">
                <a:solidFill>
                  <a:srgbClr val="FF0000"/>
                </a:solidFill>
                <a:latin typeface="微软雅黑" panose="020B0503020204020204" charset="-122"/>
                <a:ea typeface="微软雅黑" panose="020B0503020204020204" charset="-122"/>
                <a:sym typeface="+mn-ea"/>
              </a:rPr>
              <a:t>习近平文化思想</a:t>
            </a:r>
          </a:p>
        </p:txBody>
      </p:sp>
      <p:sp>
        <p:nvSpPr>
          <p:cNvPr id="1049691" name="平行四边形 66"/>
          <p:cNvSpPr/>
          <p:nvPr/>
        </p:nvSpPr>
        <p:spPr>
          <a:xfrm>
            <a:off x="3992245" y="4117975"/>
            <a:ext cx="2644140" cy="1222375"/>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文化建设的重要支撑：社会主义现代化建设的教育、科技、人才战略（第七章）</a:t>
            </a:r>
            <a:r>
              <a:rPr lang="en-US" altLang="zh-CN" sz="1600" b="1" dirty="0">
                <a:solidFill>
                  <a:schemeClr val="tx1"/>
                </a:solidFill>
                <a:latin typeface="微软雅黑" panose="020B0503020204020204" charset="-122"/>
                <a:ea typeface="微软雅黑" panose="020B0503020204020204" charset="-122"/>
              </a:rPr>
              <a:t>P135</a:t>
            </a:r>
          </a:p>
        </p:txBody>
      </p:sp>
      <p:grpSp>
        <p:nvGrpSpPr>
          <p:cNvPr id="514" name="组合 13"/>
          <p:cNvGrpSpPr/>
          <p:nvPr/>
        </p:nvGrpSpPr>
        <p:grpSpPr>
          <a:xfrm>
            <a:off x="2387223" y="686884"/>
            <a:ext cx="7311769" cy="0"/>
            <a:chOff x="2415798" y="1010793"/>
            <a:chExt cx="7311769" cy="0"/>
          </a:xfrm>
        </p:grpSpPr>
        <p:cxnSp>
          <p:nvCxnSpPr>
            <p:cNvPr id="3145818" name="直接箭头连接符 14"/>
            <p:cNvCxnSpPr/>
            <p:nvPr/>
          </p:nvCxnSpPr>
          <p:spPr>
            <a:xfrm>
              <a:off x="726013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cxnSp>
          <p:nvCxnSpPr>
            <p:cNvPr id="3145819" name="直接箭头连接符 15"/>
            <p:cNvCxnSpPr/>
            <p:nvPr/>
          </p:nvCxnSpPr>
          <p:spPr>
            <a:xfrm flipH="1">
              <a:off x="241579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grpSp>
      <p:sp>
        <p:nvSpPr>
          <p:cNvPr id="1049694" name="平行四边形 61"/>
          <p:cNvSpPr/>
          <p:nvPr/>
        </p:nvSpPr>
        <p:spPr>
          <a:xfrm>
            <a:off x="544195" y="2794635"/>
            <a:ext cx="2836545" cy="833120"/>
          </a:xfrm>
          <a:prstGeom prst="roundRect">
            <a:avLst/>
          </a:prstGeom>
          <a:gradFill>
            <a:gsLst>
              <a:gs pos="52000">
                <a:srgbClr val="AF1E22"/>
              </a:gs>
              <a:gs pos="100000">
                <a:srgbClr val="E97C30"/>
              </a:gs>
            </a:gsLst>
            <a:lin ang="2400000" scaled="0"/>
          </a:gradFill>
          <a:ln>
            <a:noFill/>
          </a:ln>
          <a:effectLst>
            <a:outerShdw blurRad="584200" dist="292100" dir="2100000" algn="t" rotWithShape="0">
              <a:srgbClr val="AF1E22">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文化建设</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（习近平文化思想）</a:t>
            </a:r>
          </a:p>
          <a:p>
            <a:pPr algn="ctr">
              <a:lnSpc>
                <a:spcPct val="120000"/>
              </a:lnSpc>
            </a:pPr>
            <a:endPar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3" name="平行四边形 66"/>
          <p:cNvSpPr/>
          <p:nvPr>
            <p:custDataLst>
              <p:tags r:id="rId1"/>
            </p:custDataLst>
          </p:nvPr>
        </p:nvSpPr>
        <p:spPr>
          <a:xfrm>
            <a:off x="4072866" y="2630627"/>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文化建设的目标：</a:t>
            </a:r>
            <a:r>
              <a:rPr lang="zh-CN" altLang="en-US" sz="1600" b="1" dirty="0">
                <a:solidFill>
                  <a:srgbClr val="FF0000"/>
                </a:solidFill>
                <a:latin typeface="微软雅黑" panose="020B0503020204020204" charset="-122"/>
                <a:ea typeface="微软雅黑" panose="020B0503020204020204" charset="-122"/>
              </a:rPr>
              <a:t>建设社会主义文化强国（第十章）</a:t>
            </a:r>
            <a:r>
              <a:rPr lang="en-US" altLang="zh-CN" sz="1600" b="1" dirty="0">
                <a:solidFill>
                  <a:srgbClr val="FF0000"/>
                </a:solidFill>
                <a:latin typeface="微软雅黑" panose="020B0503020204020204" charset="-122"/>
                <a:ea typeface="微软雅黑" panose="020B0503020204020204" charset="-122"/>
              </a:rPr>
              <a:t>P200</a:t>
            </a:r>
          </a:p>
        </p:txBody>
      </p:sp>
      <p:grpSp>
        <p:nvGrpSpPr>
          <p:cNvPr id="14" name="组合 39"/>
          <p:cNvGrpSpPr/>
          <p:nvPr/>
        </p:nvGrpSpPr>
        <p:grpSpPr>
          <a:xfrm>
            <a:off x="6362441" y="977273"/>
            <a:ext cx="4302737" cy="944798"/>
            <a:chOff x="6881871" y="3548388"/>
            <a:chExt cx="4302737" cy="944798"/>
          </a:xfrm>
        </p:grpSpPr>
        <p:cxnSp>
          <p:nvCxnSpPr>
            <p:cNvPr id="15" name="连接符: 肘形 12"/>
            <p:cNvCxnSpPr>
              <a:endCxn id="21" idx="5"/>
            </p:cNvCxnSpPr>
            <p:nvPr>
              <p:custDataLst>
                <p:tags r:id="rId20"/>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 name="连接符: 肘形 14"/>
            <p:cNvCxnSpPr>
              <a:endCxn id="23" idx="2"/>
            </p:cNvCxnSpPr>
            <p:nvPr>
              <p:custDataLst>
                <p:tags r:id="rId21"/>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endCxn id="22" idx="2"/>
            </p:cNvCxnSpPr>
            <p:nvPr>
              <p:custDataLst>
                <p:tags r:id="rId22"/>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8" name="文本框 87"/>
            <p:cNvSpPr txBox="1"/>
            <p:nvPr>
              <p:custDataLst>
                <p:tags r:id="rId23"/>
              </p:custDataLst>
            </p:nvPr>
          </p:nvSpPr>
          <p:spPr>
            <a:xfrm>
              <a:off x="7623528" y="3548388"/>
              <a:ext cx="2316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习近平文化思想形成的背景</a:t>
              </a:r>
            </a:p>
          </p:txBody>
        </p:sp>
        <p:sp>
          <p:nvSpPr>
            <p:cNvPr id="19" name="文本框 88"/>
            <p:cNvSpPr txBox="1"/>
            <p:nvPr>
              <p:custDataLst>
                <p:tags r:id="rId24"/>
              </p:custDataLst>
            </p:nvPr>
          </p:nvSpPr>
          <p:spPr>
            <a:xfrm>
              <a:off x="7623528" y="3857237"/>
              <a:ext cx="35610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习近平文化思想的首要理论问题及科学体系</a:t>
              </a:r>
            </a:p>
          </p:txBody>
        </p:sp>
        <p:sp>
          <p:nvSpPr>
            <p:cNvPr id="20" name="文本框 89"/>
            <p:cNvSpPr txBox="1"/>
            <p:nvPr>
              <p:custDataLst>
                <p:tags r:id="rId25"/>
              </p:custDataLst>
            </p:nvPr>
          </p:nvSpPr>
          <p:spPr>
            <a:xfrm>
              <a:off x="7623528" y="4186481"/>
              <a:ext cx="2316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习近平文化思想的价值意义</a:t>
              </a:r>
            </a:p>
          </p:txBody>
        </p:sp>
        <p:sp>
          <p:nvSpPr>
            <p:cNvPr id="21" name="椭圆 95"/>
            <p:cNvSpPr/>
            <p:nvPr>
              <p:custDataLst>
                <p:tags r:id="rId26"/>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96"/>
            <p:cNvSpPr/>
            <p:nvPr>
              <p:custDataLst>
                <p:tags r:id="rId27"/>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97"/>
            <p:cNvSpPr/>
            <p:nvPr>
              <p:custDataLst>
                <p:tags r:id="rId28"/>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9"/>
          <p:cNvGrpSpPr/>
          <p:nvPr/>
        </p:nvGrpSpPr>
        <p:grpSpPr>
          <a:xfrm>
            <a:off x="6462771" y="2586998"/>
            <a:ext cx="3247367" cy="1373423"/>
            <a:chOff x="6881871" y="3538863"/>
            <a:chExt cx="3247367" cy="1373423"/>
          </a:xfrm>
        </p:grpSpPr>
        <p:cxnSp>
          <p:nvCxnSpPr>
            <p:cNvPr id="34" name="连接符: 肘形 12"/>
            <p:cNvCxnSpPr>
              <a:endCxn id="40" idx="5"/>
            </p:cNvCxnSpPr>
            <p:nvPr>
              <p:custDataLst>
                <p:tags r:id="rId11"/>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5" name="连接符: 肘形 14"/>
            <p:cNvCxnSpPr>
              <a:endCxn id="42" idx="2"/>
            </p:cNvCxnSpPr>
            <p:nvPr>
              <p:custDataLst>
                <p:tags r:id="rId12"/>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endCxn id="41" idx="2"/>
            </p:cNvCxnSpPr>
            <p:nvPr>
              <p:custDataLst>
                <p:tags r:id="rId13"/>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7" name="文本框 87"/>
            <p:cNvSpPr txBox="1"/>
            <p:nvPr>
              <p:custDataLst>
                <p:tags r:id="rId14"/>
              </p:custDataLst>
            </p:nvPr>
          </p:nvSpPr>
          <p:spPr>
            <a:xfrm>
              <a:off x="7634958" y="3538863"/>
              <a:ext cx="24942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建设社会主义文化强国的原因</a:t>
              </a:r>
            </a:p>
          </p:txBody>
        </p:sp>
        <p:sp>
          <p:nvSpPr>
            <p:cNvPr id="38" name="文本框 88"/>
            <p:cNvSpPr txBox="1"/>
            <p:nvPr>
              <p:custDataLst>
                <p:tags r:id="rId15"/>
              </p:custDataLst>
            </p:nvPr>
          </p:nvSpPr>
          <p:spPr>
            <a:xfrm>
              <a:off x="7623528" y="3857237"/>
              <a:ext cx="24942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建设社会主义文化强国的内容</a:t>
              </a:r>
            </a:p>
          </p:txBody>
        </p:sp>
        <p:sp>
          <p:nvSpPr>
            <p:cNvPr id="39" name="文本框 89"/>
            <p:cNvSpPr txBox="1"/>
            <p:nvPr>
              <p:custDataLst>
                <p:tags r:id="rId16"/>
              </p:custDataLst>
            </p:nvPr>
          </p:nvSpPr>
          <p:spPr>
            <a:xfrm>
              <a:off x="7623528" y="4175051"/>
              <a:ext cx="2494280" cy="73723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建设社会主义文化强国的要求</a:t>
              </a:r>
            </a:p>
            <a:p>
              <a:pPr algn="l"/>
              <a:endParaRPr lang="zh-CN" altLang="en-US" sz="1400" dirty="0">
                <a:latin typeface="微软雅黑" panose="020B0503020204020204" charset="-122"/>
                <a:ea typeface="微软雅黑" panose="020B0503020204020204" charset="-122"/>
              </a:endParaRPr>
            </a:p>
            <a:p>
              <a:pPr algn="l"/>
              <a:endParaRPr lang="zh-CN" altLang="en-US" sz="1400" dirty="0">
                <a:latin typeface="微软雅黑" panose="020B0503020204020204" charset="-122"/>
                <a:ea typeface="微软雅黑" panose="020B0503020204020204" charset="-122"/>
              </a:endParaRPr>
            </a:p>
          </p:txBody>
        </p:sp>
        <p:sp>
          <p:nvSpPr>
            <p:cNvPr id="40" name="椭圆 95"/>
            <p:cNvSpPr/>
            <p:nvPr>
              <p:custDataLst>
                <p:tags r:id="rId17"/>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96"/>
            <p:cNvSpPr/>
            <p:nvPr>
              <p:custDataLst>
                <p:tags r:id="rId18"/>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97"/>
            <p:cNvSpPr/>
            <p:nvPr>
              <p:custDataLst>
                <p:tags r:id="rId19"/>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39"/>
          <p:cNvGrpSpPr/>
          <p:nvPr/>
        </p:nvGrpSpPr>
        <p:grpSpPr>
          <a:xfrm>
            <a:off x="6362441" y="4321183"/>
            <a:ext cx="2346937" cy="933368"/>
            <a:chOff x="6881871" y="3548388"/>
            <a:chExt cx="2346937" cy="933368"/>
          </a:xfrm>
        </p:grpSpPr>
        <p:cxnSp>
          <p:nvCxnSpPr>
            <p:cNvPr id="44" name="连接符: 肘形 12"/>
            <p:cNvCxnSpPr>
              <a:endCxn id="50" idx="5"/>
            </p:cNvCxnSpPr>
            <p:nvPr>
              <p:custDataLst>
                <p:tags r:id="rId2"/>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 name="连接符: 肘形 14"/>
            <p:cNvCxnSpPr>
              <a:endCxn id="52" idx="2"/>
            </p:cNvCxnSpPr>
            <p:nvPr>
              <p:custDataLst>
                <p:tags r:id="rId3"/>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endCxn id="51" idx="2"/>
            </p:cNvCxnSpPr>
            <p:nvPr>
              <p:custDataLst>
                <p:tags r:id="rId4"/>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47" name="文本框 87"/>
            <p:cNvSpPr txBox="1"/>
            <p:nvPr>
              <p:custDataLst>
                <p:tags r:id="rId5"/>
              </p:custDataLst>
            </p:nvPr>
          </p:nvSpPr>
          <p:spPr>
            <a:xfrm>
              <a:off x="7623528" y="3548388"/>
              <a:ext cx="16052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加快建设教育强国</a:t>
              </a:r>
            </a:p>
          </p:txBody>
        </p:sp>
        <p:sp>
          <p:nvSpPr>
            <p:cNvPr id="48" name="文本框 88"/>
            <p:cNvSpPr txBox="1"/>
            <p:nvPr>
              <p:custDataLst>
                <p:tags r:id="rId6"/>
              </p:custDataLst>
            </p:nvPr>
          </p:nvSpPr>
          <p:spPr>
            <a:xfrm>
              <a:off x="7623528" y="3857237"/>
              <a:ext cx="16052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加快建设科技强国</a:t>
              </a:r>
            </a:p>
          </p:txBody>
        </p:sp>
        <p:sp>
          <p:nvSpPr>
            <p:cNvPr id="49" name="文本框 89"/>
            <p:cNvSpPr txBox="1"/>
            <p:nvPr>
              <p:custDataLst>
                <p:tags r:id="rId7"/>
              </p:custDataLst>
            </p:nvPr>
          </p:nvSpPr>
          <p:spPr>
            <a:xfrm>
              <a:off x="7623528" y="4175051"/>
              <a:ext cx="16052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加快建设人才强国</a:t>
              </a:r>
            </a:p>
          </p:txBody>
        </p:sp>
        <p:sp>
          <p:nvSpPr>
            <p:cNvPr id="50" name="椭圆 95"/>
            <p:cNvSpPr/>
            <p:nvPr>
              <p:custDataLst>
                <p:tags r:id="rId8"/>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96"/>
            <p:cNvSpPr/>
            <p:nvPr>
              <p:custDataLst>
                <p:tags r:id="rId9"/>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97"/>
            <p:cNvSpPr/>
            <p:nvPr>
              <p:custDataLst>
                <p:tags r:id="rId10"/>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9694"/>
                                        </p:tgtEl>
                                        <p:attrNameLst>
                                          <p:attrName>style.visibility</p:attrName>
                                        </p:attrNameLst>
                                      </p:cBhvr>
                                      <p:to>
                                        <p:strVal val="visible"/>
                                      </p:to>
                                    </p:set>
                                    <p:animEffect transition="in" filter="wipe(left)">
                                      <p:cBhvr>
                                        <p:cTn id="7" dur="500"/>
                                        <p:tgtEl>
                                          <p:spTgt spid="10496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9"/>
                                        </p:tgtEl>
                                        <p:attrNameLst>
                                          <p:attrName>style.visibility</p:attrName>
                                        </p:attrNameLst>
                                      </p:cBhvr>
                                      <p:to>
                                        <p:strVal val="visible"/>
                                      </p:to>
                                    </p:set>
                                    <p:animEffect transition="in" filter="wipe(left)">
                                      <p:cBhvr>
                                        <p:cTn id="11" dur="500"/>
                                        <p:tgtEl>
                                          <p:spTgt spid="50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49690"/>
                                        </p:tgtEl>
                                        <p:attrNameLst>
                                          <p:attrName>style.visibility</p:attrName>
                                        </p:attrNameLst>
                                      </p:cBhvr>
                                      <p:to>
                                        <p:strVal val="visible"/>
                                      </p:to>
                                    </p:set>
                                    <p:animEffect transition="in" filter="wipe(left)">
                                      <p:cBhvr>
                                        <p:cTn id="15" dur="500"/>
                                        <p:tgtEl>
                                          <p:spTgt spid="104969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49691"/>
                                        </p:tgtEl>
                                        <p:attrNameLst>
                                          <p:attrName>style.visibility</p:attrName>
                                        </p:attrNameLst>
                                      </p:cBhvr>
                                      <p:to>
                                        <p:strVal val="visible"/>
                                      </p:to>
                                    </p:set>
                                    <p:animEffect transition="in" filter="wipe(left)">
                                      <p:cBhvr>
                                        <p:cTn id="19" dur="500"/>
                                        <p:tgtEl>
                                          <p:spTgt spid="1049691"/>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left)">
                                      <p:cBhvr>
                                        <p:cTn id="31" dur="500"/>
                                        <p:tgtEl>
                                          <p:spTgt spid="33"/>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wipe(left)">
                                      <p:cBhvr>
                                        <p:cTn id="3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90" grpId="0" bldLvl="0" animBg="1"/>
      <p:bldP spid="1049691" grpId="0" bldLvl="0" animBg="1"/>
      <p:bldP spid="1049694" grpId="0" bldLvl="0" animBg="1"/>
      <p:bldP spid="13"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5" y="866775"/>
            <a:ext cx="12089130" cy="6001643"/>
          </a:xfrm>
          <a:prstGeom prst="rect">
            <a:avLst/>
          </a:prstGeom>
          <a:noFill/>
        </p:spPr>
        <p:txBody>
          <a:bodyPr wrap="square" rtlCol="0">
            <a:spAutoFit/>
          </a:bodyPr>
          <a:lstStyle/>
          <a:p>
            <a:pPr marL="457200" indent="-457200">
              <a:buFont typeface="Wingdings" panose="05000000000000000000" charset="0"/>
              <a:buChar char=""/>
            </a:pPr>
            <a:r>
              <a:rPr lang="zh-CN" altLang="en-US" sz="2400" dirty="0">
                <a:sym typeface="+mn-ea"/>
              </a:rPr>
              <a:t>关于坚持</a:t>
            </a:r>
            <a:r>
              <a:rPr lang="zh-CN" altLang="en-US" sz="2400" i="1" dirty="0">
                <a:sym typeface="+mn-ea"/>
              </a:rPr>
              <a:t>党的文化领导权</a:t>
            </a:r>
            <a:r>
              <a:rPr lang="en-US" altLang="zh-CN" sz="2400" dirty="0">
                <a:sym typeface="+mn-ea"/>
              </a:rPr>
              <a:t>—— </a:t>
            </a:r>
            <a:r>
              <a:rPr lang="zh-CN" altLang="en-US" sz="2400" dirty="0"/>
              <a:t>建设具有强大凝聚力和引领力的社会主义意识形态</a:t>
            </a:r>
          </a:p>
          <a:p>
            <a:pPr marL="457200" indent="-457200">
              <a:buFont typeface="Wingdings" panose="05000000000000000000" charset="0"/>
              <a:buChar char=""/>
            </a:pPr>
            <a:r>
              <a:rPr lang="zh-CN" altLang="en-US" sz="2400" dirty="0">
                <a:sym typeface="+mn-ea"/>
              </a:rPr>
              <a:t>关于推动物质文明和精神文明协调发展</a:t>
            </a:r>
            <a:r>
              <a:rPr lang="en-US" altLang="zh-CN" sz="2400" dirty="0">
                <a:sym typeface="+mn-ea"/>
              </a:rPr>
              <a:t>——</a:t>
            </a:r>
            <a:r>
              <a:rPr lang="zh-CN" altLang="en-US" sz="2400" dirty="0">
                <a:sym typeface="+mn-ea"/>
              </a:rPr>
              <a:t>既要物质富足，也要精神富有</a:t>
            </a:r>
            <a:endParaRPr lang="zh-CN" altLang="en-US" sz="2400" dirty="0"/>
          </a:p>
          <a:p>
            <a:pPr marL="457200" indent="-457200">
              <a:buFont typeface="Wingdings" panose="05000000000000000000" charset="0"/>
              <a:buChar char=""/>
            </a:pPr>
            <a:r>
              <a:rPr lang="zh-CN" altLang="en-US" sz="2400" dirty="0">
                <a:highlight>
                  <a:srgbClr val="FFFF00"/>
                </a:highlight>
                <a:sym typeface="+mn-ea"/>
              </a:rPr>
              <a:t>关于坚持把马克思主义基本原理同中国具体实际相结合，</a:t>
            </a:r>
            <a:r>
              <a:rPr lang="zh-CN" altLang="en-US" sz="2400" i="1" u="sng" dirty="0">
                <a:highlight>
                  <a:srgbClr val="FFFF00"/>
                </a:highlight>
                <a:sym typeface="+mn-ea"/>
              </a:rPr>
              <a:t>同中华优秀传统文化相结合</a:t>
            </a:r>
            <a:r>
              <a:rPr lang="en-US" altLang="zh-CN" sz="2400" dirty="0">
                <a:highlight>
                  <a:srgbClr val="FFFF00"/>
                </a:highlight>
                <a:sym typeface="+mn-ea"/>
              </a:rPr>
              <a:t> ——</a:t>
            </a:r>
            <a:r>
              <a:rPr lang="en-US" altLang="zh-CN" sz="2400" i="1" dirty="0">
                <a:highlight>
                  <a:srgbClr val="FFFF00"/>
                </a:highlight>
                <a:sym typeface="+mn-ea"/>
              </a:rPr>
              <a:t>“</a:t>
            </a:r>
            <a:r>
              <a:rPr lang="zh-CN" altLang="en-US" sz="2400" i="1" dirty="0">
                <a:highlight>
                  <a:srgbClr val="FFFF00"/>
                </a:highlight>
                <a:sym typeface="+mn-ea"/>
              </a:rPr>
              <a:t>两个结合</a:t>
            </a:r>
            <a:r>
              <a:rPr lang="en-US" altLang="zh-CN" sz="2400" i="1" dirty="0">
                <a:highlight>
                  <a:srgbClr val="FFFF00"/>
                </a:highlight>
                <a:sym typeface="+mn-ea"/>
              </a:rPr>
              <a:t>”</a:t>
            </a:r>
            <a:r>
              <a:rPr lang="zh-CN" altLang="en-US" sz="2400" dirty="0">
                <a:highlight>
                  <a:srgbClr val="FFFF00"/>
                </a:highlight>
                <a:sym typeface="+mn-ea"/>
              </a:rPr>
              <a:t>是我们取得成功的最大法宝</a:t>
            </a:r>
          </a:p>
          <a:p>
            <a:pPr marL="457200" indent="-457200">
              <a:buFont typeface="Wingdings" panose="05000000000000000000" charset="0"/>
              <a:buChar char=""/>
            </a:pPr>
            <a:r>
              <a:rPr lang="zh-CN" altLang="en-US" sz="2400" dirty="0">
                <a:sym typeface="+mn-ea"/>
              </a:rPr>
              <a:t>关于担负新时代的文化使命</a:t>
            </a:r>
            <a:r>
              <a:rPr lang="en-US" altLang="zh-CN" sz="2400" dirty="0">
                <a:sym typeface="+mn-ea"/>
              </a:rPr>
              <a:t>——</a:t>
            </a:r>
            <a:r>
              <a:rPr lang="zh-CN" altLang="en-US" sz="2400" dirty="0">
                <a:sym typeface="+mn-ea"/>
              </a:rPr>
              <a:t>推动文化繁荣，建设文化强国</a:t>
            </a:r>
          </a:p>
          <a:p>
            <a:pPr marL="457200" indent="-457200">
              <a:buFont typeface="Wingdings" panose="05000000000000000000" charset="0"/>
              <a:buChar char=""/>
            </a:pPr>
            <a:r>
              <a:rPr lang="zh-CN" altLang="en-US" sz="2400" u="sng" dirty="0">
                <a:sym typeface="+mn-ea"/>
              </a:rPr>
              <a:t>关于坚定文化自信</a:t>
            </a:r>
            <a:r>
              <a:rPr lang="en-US" altLang="zh-CN" sz="2400" u="sng" dirty="0">
                <a:sym typeface="+mn-ea"/>
              </a:rPr>
              <a:t>——</a:t>
            </a:r>
            <a:r>
              <a:rPr lang="zh-CN" altLang="en-US" sz="2400" u="sng" dirty="0">
                <a:sym typeface="+mn-ea"/>
              </a:rPr>
              <a:t>实现</a:t>
            </a:r>
            <a:r>
              <a:rPr lang="zh-CN" altLang="en-US" sz="2400" u="sng" dirty="0">
                <a:solidFill>
                  <a:srgbClr val="FF0000"/>
                </a:solidFill>
                <a:sym typeface="+mn-ea"/>
              </a:rPr>
              <a:t>精神上的独立</a:t>
            </a:r>
            <a:r>
              <a:rPr lang="zh-CN" altLang="en-US" sz="2400" i="1" u="sng" dirty="0">
                <a:solidFill>
                  <a:srgbClr val="FF0000"/>
                </a:solidFill>
                <a:sym typeface="+mn-ea"/>
              </a:rPr>
              <a:t>自</a:t>
            </a:r>
            <a:r>
              <a:rPr lang="zh-CN" altLang="en-US" sz="2400" u="sng" dirty="0">
                <a:solidFill>
                  <a:srgbClr val="FF0000"/>
                </a:solidFill>
                <a:sym typeface="+mn-ea"/>
              </a:rPr>
              <a:t>主</a:t>
            </a:r>
            <a:r>
              <a:rPr lang="en-US" altLang="zh-CN" sz="2400" u="sng" dirty="0">
                <a:sym typeface="+mn-ea"/>
              </a:rPr>
              <a:t> </a:t>
            </a:r>
            <a:r>
              <a:rPr lang="zh-CN" altLang="en-US" sz="2400" u="sng" dirty="0">
                <a:sym typeface="+mn-ea"/>
              </a:rPr>
              <a:t>（文化自主</a:t>
            </a:r>
            <a:r>
              <a:rPr lang="en-US" altLang="zh-CN" sz="2400" u="sng" dirty="0">
                <a:sym typeface="+mn-ea"/>
              </a:rPr>
              <a:t>-</a:t>
            </a:r>
            <a:r>
              <a:rPr lang="zh-CN" altLang="en-US" sz="2400" u="sng" dirty="0">
                <a:sym typeface="+mn-ea"/>
              </a:rPr>
              <a:t>文化自信</a:t>
            </a:r>
            <a:r>
              <a:rPr lang="en-US" altLang="zh-CN" sz="2400" u="sng" dirty="0">
                <a:sym typeface="+mn-ea"/>
              </a:rPr>
              <a:t>-</a:t>
            </a:r>
            <a:r>
              <a:rPr lang="zh-CN" altLang="en-US" sz="2400" u="sng" dirty="0">
                <a:sym typeface="+mn-ea"/>
              </a:rPr>
              <a:t>文化自强）</a:t>
            </a:r>
            <a:endParaRPr lang="en-US" altLang="zh-CN" sz="2400" u="sng" dirty="0">
              <a:sym typeface="+mn-ea"/>
            </a:endParaRPr>
          </a:p>
          <a:p>
            <a:pPr marL="457200" indent="-457200">
              <a:buFont typeface="Wingdings" panose="05000000000000000000" charset="0"/>
              <a:buChar char=""/>
            </a:pPr>
            <a:r>
              <a:rPr lang="zh-CN" altLang="en-US" sz="2400" dirty="0">
                <a:sym typeface="+mn-ea"/>
              </a:rPr>
              <a:t>关于培育和践行社会主义核心价值观</a:t>
            </a:r>
            <a:r>
              <a:rPr lang="en-US" altLang="zh-CN" sz="2400" dirty="0">
                <a:sym typeface="+mn-ea"/>
              </a:rPr>
              <a:t>——</a:t>
            </a:r>
            <a:r>
              <a:rPr lang="zh-CN" altLang="en-US" sz="2400" dirty="0">
                <a:sym typeface="+mn-ea"/>
              </a:rPr>
              <a:t>人民有信仰，国家有力量，民族有希望</a:t>
            </a:r>
          </a:p>
          <a:p>
            <a:pPr marL="457200" indent="-457200">
              <a:buFont typeface="Wingdings" panose="05000000000000000000" charset="0"/>
              <a:buChar char=""/>
            </a:pPr>
            <a:r>
              <a:rPr lang="zh-CN" altLang="en-US" sz="2400" dirty="0">
                <a:sym typeface="+mn-ea"/>
              </a:rPr>
              <a:t>关于铸牢中华民族共同体</a:t>
            </a:r>
            <a:r>
              <a:rPr lang="zh-CN" altLang="en-US" sz="2400" dirty="0">
                <a:solidFill>
                  <a:srgbClr val="FF0000"/>
                </a:solidFill>
                <a:sym typeface="+mn-ea"/>
              </a:rPr>
              <a:t>意识</a:t>
            </a:r>
            <a:r>
              <a:rPr lang="en-US" altLang="zh-CN" sz="2400" dirty="0">
                <a:sym typeface="+mn-ea"/>
              </a:rPr>
              <a:t>——</a:t>
            </a:r>
            <a:r>
              <a:rPr lang="zh-CN" altLang="en-US" sz="2400" dirty="0"/>
              <a:t>像石榴籽一样紧紧抱在一起</a:t>
            </a:r>
          </a:p>
          <a:p>
            <a:pPr marL="457200" indent="-457200">
              <a:buFont typeface="Wingdings" panose="05000000000000000000" charset="0"/>
              <a:buChar char=""/>
            </a:pPr>
            <a:r>
              <a:rPr lang="zh-CN" altLang="en-US" sz="2400" dirty="0">
                <a:solidFill>
                  <a:srgbClr val="FF0000"/>
                </a:solidFill>
                <a:sym typeface="+mn-ea"/>
              </a:rPr>
              <a:t>关于掌握信息化条件下舆论主导权、广泛凝聚社会共识</a:t>
            </a:r>
            <a:r>
              <a:rPr lang="en-US" altLang="zh-CN" sz="2400" dirty="0">
                <a:solidFill>
                  <a:srgbClr val="FF0000"/>
                </a:solidFill>
                <a:sym typeface="+mn-ea"/>
              </a:rPr>
              <a:t>——</a:t>
            </a:r>
            <a:r>
              <a:rPr lang="zh-CN" altLang="en-US" sz="2400" dirty="0">
                <a:solidFill>
                  <a:srgbClr val="FF0000"/>
                </a:solidFill>
              </a:rPr>
              <a:t>唱响主旋律，弘扬正能量</a:t>
            </a:r>
            <a:endParaRPr lang="zh-CN" altLang="en-US" sz="2400" dirty="0"/>
          </a:p>
          <a:p>
            <a:pPr marL="457200" indent="-457200">
              <a:buFont typeface="Wingdings" panose="05000000000000000000" charset="0"/>
              <a:buChar char=""/>
            </a:pPr>
            <a:r>
              <a:rPr lang="zh-CN" altLang="en-US" sz="2400" dirty="0">
                <a:sym typeface="+mn-ea"/>
              </a:rPr>
              <a:t>关于坚持以人民为中心的工作导向</a:t>
            </a:r>
            <a:r>
              <a:rPr lang="en-US" altLang="zh-CN" sz="2400" dirty="0">
                <a:sym typeface="+mn-ea"/>
              </a:rPr>
              <a:t>——</a:t>
            </a:r>
            <a:r>
              <a:rPr lang="zh-CN" altLang="en-US" sz="2400" dirty="0"/>
              <a:t>把最好的精神食粮奉献给人民</a:t>
            </a:r>
          </a:p>
          <a:p>
            <a:pPr marL="457200" indent="-457200">
              <a:buFont typeface="Wingdings" panose="05000000000000000000" charset="0"/>
              <a:buChar char=""/>
            </a:pPr>
            <a:r>
              <a:rPr lang="zh-CN" altLang="en-US" sz="2400" dirty="0">
                <a:sym typeface="+mn-ea"/>
              </a:rPr>
              <a:t>关于加强文化遗产保护传承</a:t>
            </a:r>
            <a:r>
              <a:rPr lang="en-US" altLang="zh-CN" sz="2400" dirty="0">
                <a:sym typeface="+mn-ea"/>
              </a:rPr>
              <a:t>——</a:t>
            </a:r>
            <a:r>
              <a:rPr lang="zh-CN" altLang="en-US" sz="2400" dirty="0"/>
              <a:t>守护好中华民族的文化瑰宝</a:t>
            </a:r>
          </a:p>
          <a:p>
            <a:pPr marL="457200" indent="-457200">
              <a:buFont typeface="Wingdings" panose="05000000000000000000" charset="0"/>
              <a:buChar char=""/>
            </a:pPr>
            <a:r>
              <a:rPr lang="zh-CN" altLang="en-US" sz="2400" dirty="0">
                <a:sym typeface="+mn-ea"/>
              </a:rPr>
              <a:t>关于构建中国话语和中国叙事体系</a:t>
            </a:r>
            <a:r>
              <a:rPr lang="en-US" altLang="zh-CN" sz="2400" dirty="0">
                <a:sym typeface="+mn-ea"/>
              </a:rPr>
              <a:t>——</a:t>
            </a:r>
            <a:r>
              <a:rPr lang="zh-CN" altLang="en-US" sz="2400" dirty="0"/>
              <a:t>展现可信、可爱、可敬的中国形象</a:t>
            </a:r>
          </a:p>
          <a:p>
            <a:pPr marL="457200" indent="-457200">
              <a:buFont typeface="Wingdings" panose="05000000000000000000" charset="0"/>
              <a:buChar char=""/>
            </a:pPr>
            <a:r>
              <a:rPr lang="zh-CN" altLang="en-US" sz="2400" dirty="0">
                <a:solidFill>
                  <a:srgbClr val="FF0000"/>
                </a:solidFill>
                <a:sym typeface="+mn-ea"/>
              </a:rPr>
              <a:t>关于促进文明交流互鉴</a:t>
            </a:r>
            <a:r>
              <a:rPr lang="en-US" altLang="zh-CN" sz="2400" dirty="0">
                <a:solidFill>
                  <a:srgbClr val="FF0000"/>
                </a:solidFill>
                <a:sym typeface="+mn-ea"/>
              </a:rPr>
              <a:t>——</a:t>
            </a:r>
            <a:r>
              <a:rPr lang="zh-CN" altLang="en-US" sz="2400" dirty="0">
                <a:solidFill>
                  <a:srgbClr val="FF0000"/>
                </a:solidFill>
              </a:rPr>
              <a:t>共建美美与共的文明百花园</a:t>
            </a:r>
            <a:endParaRPr lang="en-US" altLang="zh-CN" sz="2400" dirty="0">
              <a:solidFill>
                <a:srgbClr val="FF0000"/>
              </a:solidFill>
            </a:endParaRPr>
          </a:p>
          <a:p>
            <a:pPr marL="457200" indent="-457200">
              <a:buFont typeface="Wingdings" panose="05000000000000000000" charset="0"/>
              <a:buChar char=""/>
            </a:pPr>
            <a:r>
              <a:rPr lang="en-US" altLang="zh-CN" sz="2400" dirty="0">
                <a:solidFill>
                  <a:srgbClr val="FF0000"/>
                </a:solidFill>
              </a:rPr>
              <a:t>(</a:t>
            </a:r>
            <a:r>
              <a:rPr lang="zh-CN" altLang="en-US" sz="2400" dirty="0">
                <a:solidFill>
                  <a:srgbClr val="FF0000"/>
                </a:solidFill>
              </a:rPr>
              <a:t>发展新质文化生产力的意义：人类文明新形态的一股推进力量</a:t>
            </a:r>
            <a:r>
              <a:rPr lang="en-US" altLang="zh-CN" sz="2400" dirty="0">
                <a:solidFill>
                  <a:srgbClr val="FF0000"/>
                </a:solidFill>
              </a:rPr>
              <a:t>)</a:t>
            </a:r>
            <a:endParaRPr lang="zh-CN" altLang="en-US" sz="2400" dirty="0">
              <a:solidFill>
                <a:srgbClr val="FF0000"/>
              </a:solidFill>
            </a:endParaRPr>
          </a:p>
          <a:p>
            <a:pPr marL="457200" indent="-457200">
              <a:buFont typeface="Wingdings" panose="05000000000000000000" charset="0"/>
              <a:buChar char=""/>
            </a:pPr>
            <a:endParaRPr lang="zh-CN" altLang="en-US" sz="2400" dirty="0"/>
          </a:p>
          <a:p>
            <a:pPr marL="457200" indent="-457200" algn="r">
              <a:buFont typeface="Wingdings" panose="05000000000000000000" charset="0"/>
              <a:buChar char=""/>
            </a:pPr>
            <a:r>
              <a:rPr lang="zh-CN" altLang="en-US" sz="2400" dirty="0">
                <a:solidFill>
                  <a:srgbClr val="FF0000"/>
                </a:solidFill>
                <a:sym typeface="+mn-ea"/>
              </a:rPr>
              <a:t>——《习近平文化思想学习纲要》（</a:t>
            </a:r>
            <a:r>
              <a:rPr lang="en-US" altLang="zh-CN" sz="2400" dirty="0">
                <a:solidFill>
                  <a:srgbClr val="FF0000"/>
                </a:solidFill>
                <a:sym typeface="+mn-ea"/>
              </a:rPr>
              <a:t>2024</a:t>
            </a:r>
            <a:r>
              <a:rPr lang="zh-CN" altLang="en-US" sz="2400" dirty="0">
                <a:solidFill>
                  <a:srgbClr val="FF0000"/>
                </a:solidFill>
                <a:sym typeface="+mn-ea"/>
              </a:rPr>
              <a:t>年）</a:t>
            </a:r>
            <a:endParaRPr lang="zh-CN" altLang="en-US" sz="2400" dirty="0"/>
          </a:p>
        </p:txBody>
      </p:sp>
      <p:sp>
        <p:nvSpPr>
          <p:cNvPr id="3" name="文本框 2"/>
          <p:cNvSpPr txBox="1"/>
          <p:nvPr/>
        </p:nvSpPr>
        <p:spPr>
          <a:xfrm>
            <a:off x="1287780" y="160020"/>
            <a:ext cx="9843135" cy="706755"/>
          </a:xfrm>
          <a:prstGeom prst="rect">
            <a:avLst/>
          </a:prstGeom>
          <a:noFill/>
        </p:spPr>
        <p:txBody>
          <a:bodyPr wrap="square" rtlCol="0">
            <a:spAutoFit/>
          </a:bodyPr>
          <a:lstStyle/>
          <a:p>
            <a:pPr algn="ctr"/>
            <a:r>
              <a:rPr lang="zh-CN" altLang="en-US" sz="4000" u="sng" dirty="0">
                <a:solidFill>
                  <a:srgbClr val="FF0000"/>
                </a:solidFill>
              </a:rPr>
              <a:t>习近平文化思想（</a:t>
            </a:r>
            <a:r>
              <a:rPr lang="en-US" altLang="zh-CN" sz="4000" u="sng" dirty="0">
                <a:solidFill>
                  <a:srgbClr val="FF0000"/>
                </a:solidFill>
              </a:rPr>
              <a:t>12</a:t>
            </a:r>
            <a:r>
              <a:rPr lang="zh-CN" altLang="en-US" sz="4000" u="sng" dirty="0">
                <a:solidFill>
                  <a:srgbClr val="FF0000"/>
                </a:solidFill>
              </a:rPr>
              <a:t>个方面）的科学体系</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9" name="组合 2"/>
          <p:cNvGrpSpPr/>
          <p:nvPr/>
        </p:nvGrpSpPr>
        <p:grpSpPr>
          <a:xfrm>
            <a:off x="3306241" y="1354835"/>
            <a:ext cx="1088558" cy="3912905"/>
            <a:chOff x="3306241" y="1354835"/>
            <a:chExt cx="1088558" cy="3912905"/>
          </a:xfrm>
        </p:grpSpPr>
        <p:cxnSp>
          <p:nvCxnSpPr>
            <p:cNvPr id="3145802" name="直接连接符 62"/>
            <p:cNvCxnSpPr/>
            <p:nvPr/>
          </p:nvCxnSpPr>
          <p:spPr>
            <a:xfrm>
              <a:off x="3306241" y="3306792"/>
              <a:ext cx="518542"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3" name="直接连接符 63"/>
            <p:cNvCxnSpPr/>
            <p:nvPr/>
          </p:nvCxnSpPr>
          <p:spPr>
            <a:xfrm>
              <a:off x="3824783" y="135483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4" name="直接连接符 65"/>
            <p:cNvCxnSpPr/>
            <p:nvPr/>
          </p:nvCxnSpPr>
          <p:spPr>
            <a:xfrm>
              <a:off x="3824783" y="265562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5" name="直接连接符 82"/>
            <p:cNvCxnSpPr/>
            <p:nvPr/>
          </p:nvCxnSpPr>
          <p:spPr>
            <a:xfrm flipV="1">
              <a:off x="3824783" y="1354836"/>
              <a:ext cx="0" cy="391290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6" name="直接连接符 83"/>
            <p:cNvCxnSpPr/>
            <p:nvPr/>
          </p:nvCxnSpPr>
          <p:spPr>
            <a:xfrm>
              <a:off x="3824783" y="4002174"/>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7" name="直接连接符 84"/>
            <p:cNvCxnSpPr/>
            <p:nvPr/>
          </p:nvCxnSpPr>
          <p:spPr>
            <a:xfrm>
              <a:off x="3824783" y="5267740"/>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049690" name="平行四边形 64"/>
          <p:cNvSpPr/>
          <p:nvPr/>
        </p:nvSpPr>
        <p:spPr>
          <a:xfrm>
            <a:off x="3992222" y="1066269"/>
            <a:ext cx="2579062" cy="86183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sym typeface="+mn-ea"/>
              </a:rPr>
              <a:t>加强社会建设的原因</a:t>
            </a:r>
          </a:p>
        </p:txBody>
      </p:sp>
      <p:sp>
        <p:nvSpPr>
          <p:cNvPr id="1049691" name="平行四边形 66"/>
          <p:cNvSpPr/>
          <p:nvPr/>
        </p:nvSpPr>
        <p:spPr>
          <a:xfrm>
            <a:off x="3992221" y="4316552"/>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加强社会建设的路径</a:t>
            </a:r>
          </a:p>
          <a:p>
            <a:pPr algn="ctr">
              <a:lnSpc>
                <a:spcPct val="120000"/>
              </a:lnSpc>
            </a:pPr>
            <a:r>
              <a:rPr lang="zh-CN" altLang="en-US" sz="1600" b="1" dirty="0">
                <a:solidFill>
                  <a:schemeClr val="tx1"/>
                </a:solidFill>
                <a:latin typeface="微软雅黑" panose="020B0503020204020204" charset="-122"/>
                <a:ea typeface="微软雅黑" panose="020B0503020204020204" charset="-122"/>
              </a:rPr>
              <a:t>（</a:t>
            </a:r>
            <a:r>
              <a:rPr lang="zh-CN" altLang="en-US" sz="1600" b="1" dirty="0">
                <a:solidFill>
                  <a:srgbClr val="FF0000"/>
                </a:solidFill>
                <a:latin typeface="微软雅黑" panose="020B0503020204020204" charset="-122"/>
                <a:ea typeface="微软雅黑" panose="020B0503020204020204" charset="-122"/>
              </a:rPr>
              <a:t>社会治理现代化</a:t>
            </a:r>
            <a:r>
              <a:rPr lang="zh-CN" altLang="en-US" sz="1600" b="1" dirty="0">
                <a:solidFill>
                  <a:schemeClr val="tx1"/>
                </a:solidFill>
                <a:latin typeface="微软雅黑" panose="020B0503020204020204" charset="-122"/>
                <a:ea typeface="微软雅黑" panose="020B0503020204020204" charset="-122"/>
              </a:rPr>
              <a:t>）</a:t>
            </a:r>
          </a:p>
        </p:txBody>
      </p:sp>
      <p:grpSp>
        <p:nvGrpSpPr>
          <p:cNvPr id="514" name="组合 13"/>
          <p:cNvGrpSpPr/>
          <p:nvPr/>
        </p:nvGrpSpPr>
        <p:grpSpPr>
          <a:xfrm>
            <a:off x="2387223" y="686884"/>
            <a:ext cx="7311769" cy="0"/>
            <a:chOff x="2415798" y="1010793"/>
            <a:chExt cx="7311769" cy="0"/>
          </a:xfrm>
        </p:grpSpPr>
        <p:cxnSp>
          <p:nvCxnSpPr>
            <p:cNvPr id="3145818" name="直接箭头连接符 14"/>
            <p:cNvCxnSpPr/>
            <p:nvPr/>
          </p:nvCxnSpPr>
          <p:spPr>
            <a:xfrm>
              <a:off x="726013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cxnSp>
          <p:nvCxnSpPr>
            <p:cNvPr id="3145819" name="直接箭头连接符 15"/>
            <p:cNvCxnSpPr/>
            <p:nvPr/>
          </p:nvCxnSpPr>
          <p:spPr>
            <a:xfrm flipH="1">
              <a:off x="241579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grpSp>
      <p:sp>
        <p:nvSpPr>
          <p:cNvPr id="1049694" name="平行四边形 61"/>
          <p:cNvSpPr/>
          <p:nvPr/>
        </p:nvSpPr>
        <p:spPr>
          <a:xfrm>
            <a:off x="544195" y="1614805"/>
            <a:ext cx="2836545" cy="2702560"/>
          </a:xfrm>
          <a:prstGeom prst="roundRect">
            <a:avLst/>
          </a:prstGeom>
          <a:gradFill>
            <a:gsLst>
              <a:gs pos="52000">
                <a:srgbClr val="AF1E22"/>
              </a:gs>
              <a:gs pos="100000">
                <a:srgbClr val="E97C30"/>
              </a:gs>
            </a:gsLst>
            <a:lin ang="2400000" scaled="0"/>
          </a:gradFill>
          <a:ln>
            <a:noFill/>
          </a:ln>
          <a:effectLst>
            <a:outerShdw blurRad="584200" dist="292100" dir="2100000" algn="t" rotWithShape="0">
              <a:srgbClr val="AF1E22">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社会建设</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第十一章</a:t>
            </a:r>
            <a:r>
              <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 以保障和改善民生为重点加强社会建设</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（国家治理体系和治理能力现代化</a:t>
            </a:r>
            <a:r>
              <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P99-102</a:t>
            </a: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a:t>
            </a:r>
            <a:endPar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3" name="平行四边形 66"/>
          <p:cNvSpPr/>
          <p:nvPr>
            <p:custDataLst>
              <p:tags r:id="rId1"/>
            </p:custDataLst>
          </p:nvPr>
        </p:nvSpPr>
        <p:spPr>
          <a:xfrm>
            <a:off x="4072866" y="2630627"/>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加强社会建设的内容</a:t>
            </a:r>
          </a:p>
        </p:txBody>
      </p:sp>
      <p:grpSp>
        <p:nvGrpSpPr>
          <p:cNvPr id="14" name="组合 39"/>
          <p:cNvGrpSpPr/>
          <p:nvPr/>
        </p:nvGrpSpPr>
        <p:grpSpPr>
          <a:xfrm>
            <a:off x="6362441" y="977273"/>
            <a:ext cx="5369537" cy="944798"/>
            <a:chOff x="6881871" y="3548388"/>
            <a:chExt cx="5369537" cy="944798"/>
          </a:xfrm>
        </p:grpSpPr>
        <p:cxnSp>
          <p:nvCxnSpPr>
            <p:cNvPr id="15" name="连接符: 肘形 12"/>
            <p:cNvCxnSpPr>
              <a:endCxn id="21" idx="5"/>
            </p:cNvCxnSpPr>
            <p:nvPr>
              <p:custDataLst>
                <p:tags r:id="rId20"/>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 name="连接符: 肘形 14"/>
            <p:cNvCxnSpPr>
              <a:endCxn id="23" idx="2"/>
            </p:cNvCxnSpPr>
            <p:nvPr>
              <p:custDataLst>
                <p:tags r:id="rId21"/>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endCxn id="22" idx="2"/>
            </p:cNvCxnSpPr>
            <p:nvPr>
              <p:custDataLst>
                <p:tags r:id="rId22"/>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8" name="文本框 87"/>
            <p:cNvSpPr txBox="1"/>
            <p:nvPr>
              <p:custDataLst>
                <p:tags r:id="rId23"/>
              </p:custDataLst>
            </p:nvPr>
          </p:nvSpPr>
          <p:spPr>
            <a:xfrm>
              <a:off x="7623528" y="3548388"/>
              <a:ext cx="42722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增进民生福祉是坚持立党为公、执政为民的本质要求</a:t>
              </a:r>
            </a:p>
          </p:txBody>
        </p:sp>
        <p:sp>
          <p:nvSpPr>
            <p:cNvPr id="19" name="文本框 88"/>
            <p:cNvSpPr txBox="1"/>
            <p:nvPr>
              <p:custDataLst>
                <p:tags r:id="rId24"/>
              </p:custDataLst>
            </p:nvPr>
          </p:nvSpPr>
          <p:spPr>
            <a:xfrm>
              <a:off x="7623528" y="3857237"/>
              <a:ext cx="33832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增进民生福祉是社会主义生产的根本目的</a:t>
              </a:r>
            </a:p>
          </p:txBody>
        </p:sp>
        <p:sp>
          <p:nvSpPr>
            <p:cNvPr id="20" name="文本框 89"/>
            <p:cNvSpPr txBox="1"/>
            <p:nvPr>
              <p:custDataLst>
                <p:tags r:id="rId25"/>
              </p:custDataLst>
            </p:nvPr>
          </p:nvSpPr>
          <p:spPr>
            <a:xfrm>
              <a:off x="7623528" y="4186481"/>
              <a:ext cx="46278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增进民生福祉是全面建设社会主义现代化国家的应有之义</a:t>
              </a:r>
            </a:p>
          </p:txBody>
        </p:sp>
        <p:sp>
          <p:nvSpPr>
            <p:cNvPr id="21" name="椭圆 95"/>
            <p:cNvSpPr/>
            <p:nvPr>
              <p:custDataLst>
                <p:tags r:id="rId26"/>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96"/>
            <p:cNvSpPr/>
            <p:nvPr>
              <p:custDataLst>
                <p:tags r:id="rId27"/>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97"/>
            <p:cNvSpPr/>
            <p:nvPr>
              <p:custDataLst>
                <p:tags r:id="rId28"/>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9"/>
          <p:cNvGrpSpPr/>
          <p:nvPr/>
        </p:nvGrpSpPr>
        <p:grpSpPr>
          <a:xfrm>
            <a:off x="6462771" y="2586998"/>
            <a:ext cx="5369537" cy="1373423"/>
            <a:chOff x="6881871" y="3538863"/>
            <a:chExt cx="5369537" cy="1373423"/>
          </a:xfrm>
        </p:grpSpPr>
        <p:cxnSp>
          <p:nvCxnSpPr>
            <p:cNvPr id="34" name="连接符: 肘形 12"/>
            <p:cNvCxnSpPr>
              <a:endCxn id="40" idx="5"/>
            </p:cNvCxnSpPr>
            <p:nvPr>
              <p:custDataLst>
                <p:tags r:id="rId11"/>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5" name="连接符: 肘形 14"/>
            <p:cNvCxnSpPr>
              <a:endCxn id="42" idx="2"/>
            </p:cNvCxnSpPr>
            <p:nvPr>
              <p:custDataLst>
                <p:tags r:id="rId12"/>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endCxn id="41" idx="2"/>
            </p:cNvCxnSpPr>
            <p:nvPr>
              <p:custDataLst>
                <p:tags r:id="rId13"/>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7" name="文本框 87"/>
            <p:cNvSpPr txBox="1"/>
            <p:nvPr>
              <p:custDataLst>
                <p:tags r:id="rId14"/>
              </p:custDataLst>
            </p:nvPr>
          </p:nvSpPr>
          <p:spPr>
            <a:xfrm>
              <a:off x="7634958" y="3538863"/>
              <a:ext cx="2316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坚持在发展中增进民生福祉</a:t>
              </a:r>
            </a:p>
          </p:txBody>
        </p:sp>
        <p:sp>
          <p:nvSpPr>
            <p:cNvPr id="38" name="文本框 88"/>
            <p:cNvSpPr txBox="1"/>
            <p:nvPr>
              <p:custDataLst>
                <p:tags r:id="rId15"/>
              </p:custDataLst>
            </p:nvPr>
          </p:nvSpPr>
          <p:spPr>
            <a:xfrm>
              <a:off x="7623528" y="3857237"/>
              <a:ext cx="19608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不断提高人民生活品质</a:t>
              </a:r>
            </a:p>
          </p:txBody>
        </p:sp>
        <p:sp>
          <p:nvSpPr>
            <p:cNvPr id="39" name="文本框 89"/>
            <p:cNvSpPr txBox="1"/>
            <p:nvPr>
              <p:custDataLst>
                <p:tags r:id="rId16"/>
              </p:custDataLst>
            </p:nvPr>
          </p:nvSpPr>
          <p:spPr>
            <a:xfrm>
              <a:off x="7623528" y="4175051"/>
              <a:ext cx="4627880" cy="73723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人民获得感幸福感安全感更加充实、更有保障、更可持续</a:t>
              </a:r>
            </a:p>
            <a:p>
              <a:pPr algn="l"/>
              <a:endParaRPr lang="zh-CN" altLang="en-US" sz="1400" dirty="0">
                <a:latin typeface="微软雅黑" panose="020B0503020204020204" charset="-122"/>
                <a:ea typeface="微软雅黑" panose="020B0503020204020204" charset="-122"/>
              </a:endParaRPr>
            </a:p>
            <a:p>
              <a:pPr algn="l"/>
              <a:endParaRPr lang="zh-CN" altLang="en-US" sz="1400" dirty="0">
                <a:latin typeface="微软雅黑" panose="020B0503020204020204" charset="-122"/>
                <a:ea typeface="微软雅黑" panose="020B0503020204020204" charset="-122"/>
              </a:endParaRPr>
            </a:p>
          </p:txBody>
        </p:sp>
        <p:sp>
          <p:nvSpPr>
            <p:cNvPr id="40" name="椭圆 95"/>
            <p:cNvSpPr/>
            <p:nvPr>
              <p:custDataLst>
                <p:tags r:id="rId17"/>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96"/>
            <p:cNvSpPr/>
            <p:nvPr>
              <p:custDataLst>
                <p:tags r:id="rId18"/>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97"/>
            <p:cNvSpPr/>
            <p:nvPr>
              <p:custDataLst>
                <p:tags r:id="rId19"/>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39"/>
          <p:cNvGrpSpPr/>
          <p:nvPr/>
        </p:nvGrpSpPr>
        <p:grpSpPr>
          <a:xfrm>
            <a:off x="6362441" y="4321183"/>
            <a:ext cx="2524737" cy="933368"/>
            <a:chOff x="6881871" y="3548388"/>
            <a:chExt cx="2524737" cy="933368"/>
          </a:xfrm>
        </p:grpSpPr>
        <p:cxnSp>
          <p:nvCxnSpPr>
            <p:cNvPr id="44" name="连接符: 肘形 12"/>
            <p:cNvCxnSpPr>
              <a:endCxn id="50" idx="5"/>
            </p:cNvCxnSpPr>
            <p:nvPr>
              <p:custDataLst>
                <p:tags r:id="rId2"/>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 name="连接符: 肘形 14"/>
            <p:cNvCxnSpPr>
              <a:endCxn id="52" idx="2"/>
            </p:cNvCxnSpPr>
            <p:nvPr>
              <p:custDataLst>
                <p:tags r:id="rId3"/>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endCxn id="51" idx="2"/>
            </p:cNvCxnSpPr>
            <p:nvPr>
              <p:custDataLst>
                <p:tags r:id="rId4"/>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47" name="文本框 87"/>
            <p:cNvSpPr txBox="1"/>
            <p:nvPr>
              <p:custDataLst>
                <p:tags r:id="rId5"/>
              </p:custDataLst>
            </p:nvPr>
          </p:nvSpPr>
          <p:spPr>
            <a:xfrm>
              <a:off x="7623528" y="3548388"/>
              <a:ext cx="17830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加强和创新社会治理</a:t>
              </a:r>
            </a:p>
          </p:txBody>
        </p:sp>
        <p:sp>
          <p:nvSpPr>
            <p:cNvPr id="48" name="文本框 88"/>
            <p:cNvSpPr txBox="1"/>
            <p:nvPr>
              <p:custDataLst>
                <p:tags r:id="rId6"/>
              </p:custDataLst>
            </p:nvPr>
          </p:nvSpPr>
          <p:spPr>
            <a:xfrm>
              <a:off x="7623528" y="3857237"/>
              <a:ext cx="16052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完善社会治理体系</a:t>
              </a:r>
            </a:p>
          </p:txBody>
        </p:sp>
        <p:sp>
          <p:nvSpPr>
            <p:cNvPr id="49" name="文本框 89"/>
            <p:cNvSpPr txBox="1"/>
            <p:nvPr>
              <p:custDataLst>
                <p:tags r:id="rId7"/>
              </p:custDataLst>
            </p:nvPr>
          </p:nvSpPr>
          <p:spPr>
            <a:xfrm>
              <a:off x="7623528" y="4175051"/>
              <a:ext cx="16052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加强城乡社区治理</a:t>
              </a:r>
            </a:p>
          </p:txBody>
        </p:sp>
        <p:sp>
          <p:nvSpPr>
            <p:cNvPr id="50" name="椭圆 95"/>
            <p:cNvSpPr/>
            <p:nvPr>
              <p:custDataLst>
                <p:tags r:id="rId8"/>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96"/>
            <p:cNvSpPr/>
            <p:nvPr>
              <p:custDataLst>
                <p:tags r:id="rId9"/>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97"/>
            <p:cNvSpPr/>
            <p:nvPr>
              <p:custDataLst>
                <p:tags r:id="rId10"/>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9694"/>
                                        </p:tgtEl>
                                        <p:attrNameLst>
                                          <p:attrName>style.visibility</p:attrName>
                                        </p:attrNameLst>
                                      </p:cBhvr>
                                      <p:to>
                                        <p:strVal val="visible"/>
                                      </p:to>
                                    </p:set>
                                    <p:animEffect transition="in" filter="wipe(left)">
                                      <p:cBhvr>
                                        <p:cTn id="7" dur="500"/>
                                        <p:tgtEl>
                                          <p:spTgt spid="10496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9"/>
                                        </p:tgtEl>
                                        <p:attrNameLst>
                                          <p:attrName>style.visibility</p:attrName>
                                        </p:attrNameLst>
                                      </p:cBhvr>
                                      <p:to>
                                        <p:strVal val="visible"/>
                                      </p:to>
                                    </p:set>
                                    <p:animEffect transition="in" filter="wipe(left)">
                                      <p:cBhvr>
                                        <p:cTn id="11" dur="500"/>
                                        <p:tgtEl>
                                          <p:spTgt spid="50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49690"/>
                                        </p:tgtEl>
                                        <p:attrNameLst>
                                          <p:attrName>style.visibility</p:attrName>
                                        </p:attrNameLst>
                                      </p:cBhvr>
                                      <p:to>
                                        <p:strVal val="visible"/>
                                      </p:to>
                                    </p:set>
                                    <p:animEffect transition="in" filter="wipe(left)">
                                      <p:cBhvr>
                                        <p:cTn id="15" dur="500"/>
                                        <p:tgtEl>
                                          <p:spTgt spid="104969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49691"/>
                                        </p:tgtEl>
                                        <p:attrNameLst>
                                          <p:attrName>style.visibility</p:attrName>
                                        </p:attrNameLst>
                                      </p:cBhvr>
                                      <p:to>
                                        <p:strVal val="visible"/>
                                      </p:to>
                                    </p:set>
                                    <p:animEffect transition="in" filter="wipe(left)">
                                      <p:cBhvr>
                                        <p:cTn id="19" dur="500"/>
                                        <p:tgtEl>
                                          <p:spTgt spid="1049691"/>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left)">
                                      <p:cBhvr>
                                        <p:cTn id="31" dur="500"/>
                                        <p:tgtEl>
                                          <p:spTgt spid="33"/>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wipe(left)">
                                      <p:cBhvr>
                                        <p:cTn id="3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90" grpId="0" bldLvl="0" animBg="1"/>
      <p:bldP spid="1049691" grpId="0" bldLvl="0" animBg="1"/>
      <p:bldP spid="1049694" grpId="0" bldLvl="0" animBg="1"/>
      <p:bldP spid="13"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9" name="组合 2"/>
          <p:cNvGrpSpPr/>
          <p:nvPr/>
        </p:nvGrpSpPr>
        <p:grpSpPr>
          <a:xfrm>
            <a:off x="3306241" y="1354835"/>
            <a:ext cx="1088558" cy="3912905"/>
            <a:chOff x="3306241" y="1354835"/>
            <a:chExt cx="1088558" cy="3912905"/>
          </a:xfrm>
        </p:grpSpPr>
        <p:cxnSp>
          <p:nvCxnSpPr>
            <p:cNvPr id="3145802" name="直接连接符 62"/>
            <p:cNvCxnSpPr/>
            <p:nvPr/>
          </p:nvCxnSpPr>
          <p:spPr>
            <a:xfrm>
              <a:off x="3306241" y="3306792"/>
              <a:ext cx="518542"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3" name="直接连接符 63"/>
            <p:cNvCxnSpPr/>
            <p:nvPr/>
          </p:nvCxnSpPr>
          <p:spPr>
            <a:xfrm>
              <a:off x="3824783" y="135483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4" name="直接连接符 65"/>
            <p:cNvCxnSpPr/>
            <p:nvPr/>
          </p:nvCxnSpPr>
          <p:spPr>
            <a:xfrm>
              <a:off x="3824783" y="265562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5" name="直接连接符 82"/>
            <p:cNvCxnSpPr/>
            <p:nvPr/>
          </p:nvCxnSpPr>
          <p:spPr>
            <a:xfrm flipV="1">
              <a:off x="3824783" y="1354836"/>
              <a:ext cx="0" cy="391290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6" name="直接连接符 83"/>
            <p:cNvCxnSpPr/>
            <p:nvPr/>
          </p:nvCxnSpPr>
          <p:spPr>
            <a:xfrm>
              <a:off x="3824783" y="4002174"/>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7" name="直接连接符 84"/>
            <p:cNvCxnSpPr/>
            <p:nvPr/>
          </p:nvCxnSpPr>
          <p:spPr>
            <a:xfrm>
              <a:off x="3824783" y="5267740"/>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049690" name="平行四边形 64"/>
          <p:cNvSpPr/>
          <p:nvPr/>
        </p:nvSpPr>
        <p:spPr>
          <a:xfrm>
            <a:off x="3992222" y="1066269"/>
            <a:ext cx="2579062" cy="86183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sym typeface="+mn-ea"/>
              </a:rPr>
              <a:t>习近平生态文明思想</a:t>
            </a:r>
          </a:p>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sym typeface="+mn-ea"/>
              </a:rPr>
              <a:t>形成的背景</a:t>
            </a:r>
          </a:p>
        </p:txBody>
      </p:sp>
      <p:sp>
        <p:nvSpPr>
          <p:cNvPr id="1049691" name="平行四边形 66"/>
          <p:cNvSpPr/>
          <p:nvPr/>
        </p:nvSpPr>
        <p:spPr>
          <a:xfrm>
            <a:off x="3992221" y="4316552"/>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新时代生态文明建设的</a:t>
            </a:r>
          </a:p>
          <a:p>
            <a:pPr algn="ctr">
              <a:lnSpc>
                <a:spcPct val="120000"/>
              </a:lnSpc>
            </a:pPr>
            <a:r>
              <a:rPr lang="zh-CN" altLang="en-US" sz="1600" b="1" dirty="0">
                <a:solidFill>
                  <a:schemeClr val="tx1"/>
                </a:solidFill>
                <a:latin typeface="微软雅黑" panose="020B0503020204020204" charset="-122"/>
                <a:ea typeface="微软雅黑" panose="020B0503020204020204" charset="-122"/>
              </a:rPr>
              <a:t>基本原则和核心理念</a:t>
            </a:r>
          </a:p>
        </p:txBody>
      </p:sp>
      <p:grpSp>
        <p:nvGrpSpPr>
          <p:cNvPr id="514" name="组合 13"/>
          <p:cNvGrpSpPr/>
          <p:nvPr/>
        </p:nvGrpSpPr>
        <p:grpSpPr>
          <a:xfrm>
            <a:off x="2387223" y="686884"/>
            <a:ext cx="7311769" cy="0"/>
            <a:chOff x="2415798" y="1010793"/>
            <a:chExt cx="7311769" cy="0"/>
          </a:xfrm>
        </p:grpSpPr>
        <p:cxnSp>
          <p:nvCxnSpPr>
            <p:cNvPr id="3145818" name="直接箭头连接符 14"/>
            <p:cNvCxnSpPr/>
            <p:nvPr/>
          </p:nvCxnSpPr>
          <p:spPr>
            <a:xfrm>
              <a:off x="726013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cxnSp>
          <p:nvCxnSpPr>
            <p:cNvPr id="3145819" name="直接箭头连接符 15"/>
            <p:cNvCxnSpPr/>
            <p:nvPr/>
          </p:nvCxnSpPr>
          <p:spPr>
            <a:xfrm flipH="1">
              <a:off x="241579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grpSp>
      <p:sp>
        <p:nvSpPr>
          <p:cNvPr id="1049694" name="平行四边形 61"/>
          <p:cNvSpPr/>
          <p:nvPr/>
        </p:nvSpPr>
        <p:spPr>
          <a:xfrm>
            <a:off x="447040" y="1927860"/>
            <a:ext cx="3220720" cy="2507615"/>
          </a:xfrm>
          <a:prstGeom prst="roundRect">
            <a:avLst/>
          </a:prstGeom>
          <a:gradFill>
            <a:gsLst>
              <a:gs pos="52000">
                <a:srgbClr val="AF1E22"/>
              </a:gs>
              <a:gs pos="100000">
                <a:srgbClr val="E97C30"/>
              </a:gs>
            </a:gsLst>
            <a:lin ang="2400000" scaled="0"/>
          </a:gradFill>
          <a:ln>
            <a:noFill/>
          </a:ln>
          <a:effectLst>
            <a:outerShdw blurRad="584200" dist="292100" dir="2100000" algn="t" rotWithShape="0">
              <a:srgbClr val="AF1E22">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生态文明建设</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第十二章</a:t>
            </a:r>
            <a:r>
              <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 建设</a:t>
            </a: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社会主义生态文明</a:t>
            </a:r>
          </a:p>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习近平生态文明思想</a:t>
            </a:r>
          </a:p>
          <a:p>
            <a:pPr algn="ctr">
              <a:lnSpc>
                <a:spcPct val="120000"/>
              </a:lnSpc>
            </a:pPr>
            <a:r>
              <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 </a:t>
            </a: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（“十个坚持”）</a:t>
            </a:r>
          </a:p>
          <a:p>
            <a:pPr algn="ctr">
              <a:lnSpc>
                <a:spcPct val="120000"/>
              </a:lnSpc>
            </a:pPr>
            <a:r>
              <a:rPr lang="en-US" altLang="zh-CN"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P241-P242</a:t>
            </a:r>
          </a:p>
        </p:txBody>
      </p:sp>
      <p:sp>
        <p:nvSpPr>
          <p:cNvPr id="13" name="平行四边形 66"/>
          <p:cNvSpPr/>
          <p:nvPr>
            <p:custDataLst>
              <p:tags r:id="rId1"/>
            </p:custDataLst>
          </p:nvPr>
        </p:nvSpPr>
        <p:spPr>
          <a:xfrm>
            <a:off x="4072866" y="2630627"/>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b="1" dirty="0">
                <a:solidFill>
                  <a:schemeClr val="tx1"/>
                </a:solidFill>
                <a:latin typeface="微软雅黑" panose="020B0503020204020204" charset="-122"/>
                <a:ea typeface="微软雅黑" panose="020B0503020204020204" charset="-122"/>
              </a:rPr>
              <a:t>习近平生态文明思想的</a:t>
            </a:r>
          </a:p>
          <a:p>
            <a:pPr algn="ctr">
              <a:lnSpc>
                <a:spcPct val="120000"/>
              </a:lnSpc>
            </a:pPr>
            <a:r>
              <a:rPr lang="zh-CN" altLang="en-US" sz="1600" b="1" dirty="0">
                <a:solidFill>
                  <a:schemeClr val="tx1"/>
                </a:solidFill>
                <a:latin typeface="微软雅黑" panose="020B0503020204020204" charset="-122"/>
                <a:ea typeface="微软雅黑" panose="020B0503020204020204" charset="-122"/>
              </a:rPr>
              <a:t>首要理论问题及科学体系</a:t>
            </a:r>
          </a:p>
        </p:txBody>
      </p:sp>
      <p:grpSp>
        <p:nvGrpSpPr>
          <p:cNvPr id="14" name="组合 39"/>
          <p:cNvGrpSpPr/>
          <p:nvPr/>
        </p:nvGrpSpPr>
        <p:grpSpPr>
          <a:xfrm>
            <a:off x="6362441" y="977273"/>
            <a:ext cx="3947137" cy="1160063"/>
            <a:chOff x="6881871" y="3548388"/>
            <a:chExt cx="3947137" cy="1160063"/>
          </a:xfrm>
        </p:grpSpPr>
        <p:cxnSp>
          <p:nvCxnSpPr>
            <p:cNvPr id="15" name="连接符: 肘形 12"/>
            <p:cNvCxnSpPr>
              <a:endCxn id="21" idx="5"/>
            </p:cNvCxnSpPr>
            <p:nvPr>
              <p:custDataLst>
                <p:tags r:id="rId19"/>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 name="连接符: 肘形 14"/>
            <p:cNvCxnSpPr>
              <a:endCxn id="23" idx="2"/>
            </p:cNvCxnSpPr>
            <p:nvPr>
              <p:custDataLst>
                <p:tags r:id="rId20"/>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endCxn id="22" idx="2"/>
            </p:cNvCxnSpPr>
            <p:nvPr>
              <p:custDataLst>
                <p:tags r:id="rId21"/>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8" name="文本框 87"/>
            <p:cNvSpPr txBox="1"/>
            <p:nvPr>
              <p:custDataLst>
                <p:tags r:id="rId22"/>
              </p:custDataLst>
            </p:nvPr>
          </p:nvSpPr>
          <p:spPr>
            <a:xfrm>
              <a:off x="7623528" y="3548388"/>
              <a:ext cx="16052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顺应人类文明进程</a:t>
              </a:r>
            </a:p>
          </p:txBody>
        </p:sp>
        <p:sp>
          <p:nvSpPr>
            <p:cNvPr id="19" name="文本框 88"/>
            <p:cNvSpPr txBox="1"/>
            <p:nvPr>
              <p:custDataLst>
                <p:tags r:id="rId23"/>
              </p:custDataLst>
            </p:nvPr>
          </p:nvSpPr>
          <p:spPr>
            <a:xfrm>
              <a:off x="7623528" y="3857237"/>
              <a:ext cx="26720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破解我国经济社会发展短板问题</a:t>
              </a:r>
            </a:p>
          </p:txBody>
        </p:sp>
        <p:sp>
          <p:nvSpPr>
            <p:cNvPr id="20" name="文本框 89"/>
            <p:cNvSpPr txBox="1"/>
            <p:nvPr>
              <p:custDataLst>
                <p:tags r:id="rId24"/>
              </p:custDataLst>
            </p:nvPr>
          </p:nvSpPr>
          <p:spPr>
            <a:xfrm>
              <a:off x="7623528" y="4186481"/>
              <a:ext cx="3205480" cy="521970"/>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满足人民日益增长的优美生态环境需要</a:t>
              </a:r>
            </a:p>
            <a:p>
              <a:pPr algn="l"/>
              <a:r>
                <a:rPr lang="zh-CN" altLang="en-US" sz="1400" dirty="0">
                  <a:latin typeface="微软雅黑" panose="020B0503020204020204" charset="-122"/>
                  <a:ea typeface="微软雅黑" panose="020B0503020204020204" charset="-122"/>
                </a:rPr>
                <a:t>应对全球生态环境领域挑战</a:t>
              </a:r>
            </a:p>
          </p:txBody>
        </p:sp>
        <p:sp>
          <p:nvSpPr>
            <p:cNvPr id="21" name="椭圆 95"/>
            <p:cNvSpPr/>
            <p:nvPr>
              <p:custDataLst>
                <p:tags r:id="rId25"/>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96"/>
            <p:cNvSpPr/>
            <p:nvPr>
              <p:custDataLst>
                <p:tags r:id="rId26"/>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97"/>
            <p:cNvSpPr/>
            <p:nvPr>
              <p:custDataLst>
                <p:tags r:id="rId27"/>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9"/>
          <p:cNvGrpSpPr/>
          <p:nvPr/>
        </p:nvGrpSpPr>
        <p:grpSpPr>
          <a:xfrm>
            <a:off x="6462771" y="2476508"/>
            <a:ext cx="4836137" cy="1268648"/>
            <a:chOff x="6881871" y="3428373"/>
            <a:chExt cx="4836137" cy="1268648"/>
          </a:xfrm>
        </p:grpSpPr>
        <p:cxnSp>
          <p:nvCxnSpPr>
            <p:cNvPr id="34" name="连接符: 肘形 12"/>
            <p:cNvCxnSpPr>
              <a:endCxn id="40" idx="5"/>
            </p:cNvCxnSpPr>
            <p:nvPr>
              <p:custDataLst>
                <p:tags r:id="rId11"/>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5" name="连接符: 肘形 14"/>
            <p:cNvCxnSpPr>
              <a:endCxn id="42" idx="2"/>
            </p:cNvCxnSpPr>
            <p:nvPr>
              <p:custDataLst>
                <p:tags r:id="rId12"/>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endCxn id="41" idx="2"/>
            </p:cNvCxnSpPr>
            <p:nvPr>
              <p:custDataLst>
                <p:tags r:id="rId13"/>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7" name="文本框 87"/>
            <p:cNvSpPr txBox="1"/>
            <p:nvPr>
              <p:custDataLst>
                <p:tags r:id="rId14"/>
              </p:custDataLst>
            </p:nvPr>
          </p:nvSpPr>
          <p:spPr>
            <a:xfrm>
              <a:off x="7619718" y="3428373"/>
              <a:ext cx="3205480" cy="73723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首要理论问题：为什么建设生态文明、</a:t>
              </a:r>
            </a:p>
            <a:p>
              <a:pPr algn="l"/>
              <a:r>
                <a:rPr lang="zh-CN" altLang="en-US" sz="1400" dirty="0">
                  <a:latin typeface="微软雅黑" panose="020B0503020204020204" charset="-122"/>
                  <a:ea typeface="微软雅黑" panose="020B0503020204020204" charset="-122"/>
                  <a:sym typeface="+mn-ea"/>
                </a:rPr>
                <a:t>建设什么样的生态文明、</a:t>
              </a:r>
            </a:p>
            <a:p>
              <a:pPr algn="l"/>
              <a:r>
                <a:rPr lang="zh-CN" altLang="en-US" sz="1400" dirty="0">
                  <a:latin typeface="微软雅黑" panose="020B0503020204020204" charset="-122"/>
                  <a:ea typeface="微软雅黑" panose="020B0503020204020204" charset="-122"/>
                  <a:sym typeface="+mn-ea"/>
                </a:rPr>
                <a:t>怎样建设生态文明</a:t>
              </a:r>
            </a:p>
          </p:txBody>
        </p:sp>
        <p:sp>
          <p:nvSpPr>
            <p:cNvPr id="39" name="文本框 89"/>
            <p:cNvSpPr txBox="1"/>
            <p:nvPr>
              <p:custDataLst>
                <p:tags r:id="rId15"/>
              </p:custDataLst>
            </p:nvPr>
          </p:nvSpPr>
          <p:spPr>
            <a:xfrm>
              <a:off x="7623528" y="4175051"/>
              <a:ext cx="4094480" cy="521970"/>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习近平生态文明思想的科学体系（“十个坚持”）</a:t>
              </a:r>
            </a:p>
            <a:p>
              <a:pPr algn="l"/>
              <a:endParaRPr lang="zh-CN" altLang="en-US" sz="1400" dirty="0">
                <a:latin typeface="微软雅黑" panose="020B0503020204020204" charset="-122"/>
                <a:ea typeface="微软雅黑" panose="020B0503020204020204" charset="-122"/>
              </a:endParaRPr>
            </a:p>
          </p:txBody>
        </p:sp>
        <p:sp>
          <p:nvSpPr>
            <p:cNvPr id="40" name="椭圆 95"/>
            <p:cNvSpPr/>
            <p:nvPr>
              <p:custDataLst>
                <p:tags r:id="rId16"/>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96"/>
            <p:cNvSpPr/>
            <p:nvPr>
              <p:custDataLst>
                <p:tags r:id="rId17"/>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97"/>
            <p:cNvSpPr/>
            <p:nvPr>
              <p:custDataLst>
                <p:tags r:id="rId18"/>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39"/>
          <p:cNvGrpSpPr/>
          <p:nvPr/>
        </p:nvGrpSpPr>
        <p:grpSpPr>
          <a:xfrm>
            <a:off x="6362441" y="4321183"/>
            <a:ext cx="5191737" cy="1579798"/>
            <a:chOff x="6881871" y="3548388"/>
            <a:chExt cx="5191737" cy="1579798"/>
          </a:xfrm>
        </p:grpSpPr>
        <p:cxnSp>
          <p:nvCxnSpPr>
            <p:cNvPr id="44" name="连接符: 肘形 12"/>
            <p:cNvCxnSpPr>
              <a:endCxn id="50" idx="5"/>
            </p:cNvCxnSpPr>
            <p:nvPr>
              <p:custDataLst>
                <p:tags r:id="rId2"/>
              </p:custDataLst>
            </p:nvPr>
          </p:nvCxnSpPr>
          <p:spPr>
            <a:xfrm flipV="1">
              <a:off x="6881871" y="370456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 name="连接符: 肘形 14"/>
            <p:cNvCxnSpPr>
              <a:endCxn id="52" idx="2"/>
            </p:cNvCxnSpPr>
            <p:nvPr>
              <p:custDataLst>
                <p:tags r:id="rId3"/>
              </p:custDataLst>
            </p:nvPr>
          </p:nvCxnSpPr>
          <p:spPr>
            <a:xfrm>
              <a:off x="6881871" y="397168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endCxn id="51" idx="2"/>
            </p:cNvCxnSpPr>
            <p:nvPr>
              <p:custDataLst>
                <p:tags r:id="rId4"/>
              </p:custDataLst>
            </p:nvPr>
          </p:nvCxnSpPr>
          <p:spPr>
            <a:xfrm>
              <a:off x="6881871" y="397168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47" name="文本框 87"/>
            <p:cNvSpPr txBox="1"/>
            <p:nvPr>
              <p:custDataLst>
                <p:tags r:id="rId5"/>
              </p:custDataLst>
            </p:nvPr>
          </p:nvSpPr>
          <p:spPr>
            <a:xfrm>
              <a:off x="7623528" y="3548388"/>
              <a:ext cx="44500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sym typeface="+mn-ea"/>
                </a:rPr>
                <a:t>坚持人与自然和谐共生（人与自然和谐共生的现代化）</a:t>
              </a:r>
            </a:p>
          </p:txBody>
        </p:sp>
        <p:sp>
          <p:nvSpPr>
            <p:cNvPr id="48" name="文本框 88"/>
            <p:cNvSpPr txBox="1"/>
            <p:nvPr>
              <p:custDataLst>
                <p:tags r:id="rId6"/>
              </p:custDataLst>
            </p:nvPr>
          </p:nvSpPr>
          <p:spPr>
            <a:xfrm>
              <a:off x="7623528" y="3857237"/>
              <a:ext cx="3205480" cy="306705"/>
            </a:xfrm>
            <a:prstGeom prst="rect">
              <a:avLst/>
            </a:prstGeom>
            <a:noFill/>
          </p:spPr>
          <p:txBody>
            <a:bodyPr wrap="none" rtlCol="0">
              <a:spAutoFit/>
            </a:bodyPr>
            <a:lstStyle/>
            <a:p>
              <a:pPr algn="l"/>
              <a:r>
                <a:rPr lang="zh-CN" altLang="en-US" sz="1400" dirty="0">
                  <a:solidFill>
                    <a:srgbClr val="FF0000"/>
                  </a:solidFill>
                  <a:latin typeface="微软雅黑" panose="020B0503020204020204" charset="-122"/>
                  <a:ea typeface="微软雅黑" panose="020B0503020204020204" charset="-122"/>
                </a:rPr>
                <a:t>绿水青山就是金山银山（“两山论”）</a:t>
              </a:r>
            </a:p>
          </p:txBody>
        </p:sp>
        <p:sp>
          <p:nvSpPr>
            <p:cNvPr id="49" name="文本框 89"/>
            <p:cNvSpPr txBox="1"/>
            <p:nvPr>
              <p:custDataLst>
                <p:tags r:id="rId7"/>
              </p:custDataLst>
            </p:nvPr>
          </p:nvSpPr>
          <p:spPr>
            <a:xfrm>
              <a:off x="7623528" y="4175051"/>
              <a:ext cx="3205480" cy="95313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良好生态环境是最普惠的民生福祉</a:t>
              </a:r>
            </a:p>
            <a:p>
              <a:pPr algn="l"/>
              <a:r>
                <a:rPr lang="zh-CN" altLang="en-US" sz="1400" dirty="0">
                  <a:latin typeface="微软雅黑" panose="020B0503020204020204" charset="-122"/>
                  <a:ea typeface="微软雅黑" panose="020B0503020204020204" charset="-122"/>
                </a:rPr>
                <a:t>山水林田湖草是生命共同体</a:t>
              </a:r>
            </a:p>
            <a:p>
              <a:pPr algn="l"/>
              <a:r>
                <a:rPr lang="zh-CN" altLang="en-US" sz="1400" dirty="0">
                  <a:latin typeface="微软雅黑" panose="020B0503020204020204" charset="-122"/>
                  <a:ea typeface="微软雅黑" panose="020B0503020204020204" charset="-122"/>
                </a:rPr>
                <a:t>用最严格制度最严密法治保护生态环境</a:t>
              </a:r>
            </a:p>
            <a:p>
              <a:pPr algn="l"/>
              <a:r>
                <a:rPr lang="zh-CN" altLang="en-US" sz="1400" dirty="0">
                  <a:latin typeface="微软雅黑" panose="020B0503020204020204" charset="-122"/>
                  <a:ea typeface="微软雅黑" panose="020B0503020204020204" charset="-122"/>
                </a:rPr>
                <a:t>共谋全球生态文明建设</a:t>
              </a:r>
            </a:p>
          </p:txBody>
        </p:sp>
        <p:sp>
          <p:nvSpPr>
            <p:cNvPr id="50" name="椭圆 95"/>
            <p:cNvSpPr/>
            <p:nvPr>
              <p:custDataLst>
                <p:tags r:id="rId8"/>
              </p:custDataLst>
            </p:nvPr>
          </p:nvSpPr>
          <p:spPr>
            <a:xfrm>
              <a:off x="7547514" y="366262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96"/>
            <p:cNvSpPr/>
            <p:nvPr>
              <p:custDataLst>
                <p:tags r:id="rId9"/>
              </p:custDataLst>
            </p:nvPr>
          </p:nvSpPr>
          <p:spPr>
            <a:xfrm>
              <a:off x="7547514" y="393022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97"/>
            <p:cNvSpPr/>
            <p:nvPr>
              <p:custDataLst>
                <p:tags r:id="rId10"/>
              </p:custDataLst>
            </p:nvPr>
          </p:nvSpPr>
          <p:spPr>
            <a:xfrm>
              <a:off x="7541255" y="428911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9694"/>
                                        </p:tgtEl>
                                        <p:attrNameLst>
                                          <p:attrName>style.visibility</p:attrName>
                                        </p:attrNameLst>
                                      </p:cBhvr>
                                      <p:to>
                                        <p:strVal val="visible"/>
                                      </p:to>
                                    </p:set>
                                    <p:animEffect transition="in" filter="wipe(left)">
                                      <p:cBhvr>
                                        <p:cTn id="7" dur="500"/>
                                        <p:tgtEl>
                                          <p:spTgt spid="10496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9"/>
                                        </p:tgtEl>
                                        <p:attrNameLst>
                                          <p:attrName>style.visibility</p:attrName>
                                        </p:attrNameLst>
                                      </p:cBhvr>
                                      <p:to>
                                        <p:strVal val="visible"/>
                                      </p:to>
                                    </p:set>
                                    <p:animEffect transition="in" filter="wipe(left)">
                                      <p:cBhvr>
                                        <p:cTn id="11" dur="500"/>
                                        <p:tgtEl>
                                          <p:spTgt spid="50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49690"/>
                                        </p:tgtEl>
                                        <p:attrNameLst>
                                          <p:attrName>style.visibility</p:attrName>
                                        </p:attrNameLst>
                                      </p:cBhvr>
                                      <p:to>
                                        <p:strVal val="visible"/>
                                      </p:to>
                                    </p:set>
                                    <p:animEffect transition="in" filter="wipe(left)">
                                      <p:cBhvr>
                                        <p:cTn id="15" dur="500"/>
                                        <p:tgtEl>
                                          <p:spTgt spid="104969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49691"/>
                                        </p:tgtEl>
                                        <p:attrNameLst>
                                          <p:attrName>style.visibility</p:attrName>
                                        </p:attrNameLst>
                                      </p:cBhvr>
                                      <p:to>
                                        <p:strVal val="visible"/>
                                      </p:to>
                                    </p:set>
                                    <p:animEffect transition="in" filter="wipe(left)">
                                      <p:cBhvr>
                                        <p:cTn id="19" dur="500"/>
                                        <p:tgtEl>
                                          <p:spTgt spid="1049691"/>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left)">
                                      <p:cBhvr>
                                        <p:cTn id="31" dur="500"/>
                                        <p:tgtEl>
                                          <p:spTgt spid="33"/>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wipe(left)">
                                      <p:cBhvr>
                                        <p:cTn id="3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90" grpId="0" bldLvl="0" animBg="1"/>
      <p:bldP spid="1049691" grpId="0" bldLvl="0" animBg="1"/>
      <p:bldP spid="1049694" grpId="0" bldLvl="0" animBg="1"/>
      <p:bldP spid="13"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0" y="0"/>
            <a:ext cx="12192000" cy="6858000"/>
            <a:chOff x="0" y="0"/>
            <a:chExt cx="12192000" cy="6858000"/>
          </a:xfrm>
        </p:grpSpPr>
        <p:grpSp>
          <p:nvGrpSpPr>
            <p:cNvPr id="3" name="组合 2"/>
            <p:cNvGrpSpPr/>
            <p:nvPr/>
          </p:nvGrpSpPr>
          <p:grpSpPr>
            <a:xfrm>
              <a:off x="0" y="0"/>
              <a:ext cx="12192000" cy="6858000"/>
              <a:chOff x="0" y="0"/>
              <a:chExt cx="12192000" cy="6858000"/>
            </a:xfrm>
          </p:grpSpPr>
          <p:pic>
            <p:nvPicPr>
              <p:cNvPr id="2050" name="Picture 2" descr="美丽的阳光在薄雾清晨的山脉。图片素材"/>
              <p:cNvPicPr>
                <a:picLocks noChangeAspect="1" noChangeArrowheads="1"/>
              </p:cNvPicPr>
              <p:nvPr/>
            </p:nvPicPr>
            <p:blipFill rotWithShape="1">
              <a:blip r:embed="rId3">
                <a:extLst>
                  <a:ext uri="{28A0092B-C50C-407E-A947-70E740481C1C}">
                    <a14:useLocalDpi xmlns:a14="http://schemas.microsoft.com/office/drawing/2010/main" val="0"/>
                  </a:ext>
                </a:extLst>
              </a:blip>
              <a:srcRect b="34667"/>
              <a:stretch>
                <a:fillRect/>
              </a:stretch>
            </p:blipFill>
            <p:spPr bwMode="auto">
              <a:xfrm>
                <a:off x="0" y="1800000"/>
                <a:ext cx="12192000" cy="50580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0" y="0"/>
                <a:ext cx="12192000" cy="1800000"/>
              </a:xfrm>
              <a:prstGeom prst="rect">
                <a:avLst/>
              </a:prstGeom>
              <a:gradFill>
                <a:gsLst>
                  <a:gs pos="25000">
                    <a:srgbClr val="7BBDDF"/>
                  </a:gs>
                  <a:gs pos="75000">
                    <a:srgbClr val="014F97"/>
                  </a:gs>
                  <a:gs pos="100000">
                    <a:srgbClr val="0157AE"/>
                  </a:gs>
                  <a:gs pos="50000">
                    <a:srgbClr val="297DB3"/>
                  </a:gs>
                  <a:gs pos="0">
                    <a:srgbClr val="FBFBFB"/>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0" y="0"/>
              <a:ext cx="12192000" cy="5400000"/>
            </a:xfrm>
            <a:prstGeom prst="rect">
              <a:avLst/>
            </a:prstGeom>
            <a:gradFill flip="none" rotWithShape="1">
              <a:gsLst>
                <a:gs pos="0">
                  <a:srgbClr val="9E0406">
                    <a:alpha val="75000"/>
                  </a:srgbClr>
                </a:gs>
                <a:gs pos="65000">
                  <a:srgbClr val="9E0406">
                    <a:alpha val="0"/>
                  </a:srgb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işlídê"/>
          <p:cNvSpPr/>
          <p:nvPr/>
        </p:nvSpPr>
        <p:spPr>
          <a:xfrm>
            <a:off x="772645" y="914888"/>
            <a:ext cx="10646709" cy="4149662"/>
          </a:xfrm>
          <a:prstGeom prst="rect">
            <a:avLst/>
          </a:prstGeom>
          <a:solidFill>
            <a:schemeClr val="bg1"/>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p:cNvSpPr txBox="1"/>
          <p:nvPr/>
        </p:nvSpPr>
        <p:spPr>
          <a:xfrm>
            <a:off x="1322555" y="1949477"/>
            <a:ext cx="4500000" cy="2120902"/>
          </a:xfrm>
          <a:prstGeom prst="rect">
            <a:avLst/>
          </a:prstGeom>
          <a:noFill/>
        </p:spPr>
        <p:txBody>
          <a:bodyPr wrap="square" rtlCol="0">
            <a:spAutoFit/>
          </a:bodyPr>
          <a:lstStyle/>
          <a:p>
            <a:pPr marL="342900" indent="-342900" algn="just">
              <a:lnSpc>
                <a:spcPct val="150000"/>
              </a:lnSpc>
              <a:buClr>
                <a:schemeClr val="accent6">
                  <a:lumMod val="75000"/>
                </a:schemeClr>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坚持党对生态文明建设的全面领导</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342900" indent="-342900" algn="just">
              <a:lnSpc>
                <a:spcPct val="150000"/>
              </a:lnSpc>
              <a:buClr>
                <a:schemeClr val="accent6">
                  <a:lumMod val="75000"/>
                </a:schemeClr>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坚持生态兴则文明兴</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342900" indent="-342900" algn="just">
              <a:lnSpc>
                <a:spcPct val="150000"/>
              </a:lnSpc>
              <a:buClr>
                <a:schemeClr val="accent6">
                  <a:lumMod val="75000"/>
                </a:schemeClr>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坚持人与自然和谐共生</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342900" indent="-342900" algn="just">
              <a:lnSpc>
                <a:spcPct val="150000"/>
              </a:lnSpc>
              <a:buClr>
                <a:schemeClr val="accent6">
                  <a:lumMod val="75000"/>
                </a:schemeClr>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坚持绿水青山就是金山银山</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342900" indent="-342900" algn="just">
              <a:lnSpc>
                <a:spcPct val="150000"/>
              </a:lnSpc>
              <a:buClr>
                <a:schemeClr val="accent6">
                  <a:lumMod val="75000"/>
                </a:schemeClr>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坚持良好生态环境是最普惠的民生福祉</a:t>
            </a:r>
            <a:endParaRPr lang="en-US" altLang="zh-CN" dirty="0">
              <a:solidFill>
                <a:schemeClr val="tx1">
                  <a:lumMod val="85000"/>
                  <a:lumOff val="15000"/>
                </a:schemeClr>
              </a:solidFill>
              <a:latin typeface="微软雅黑" panose="020B0503020204020204" charset="-122"/>
              <a:ea typeface="微软雅黑" panose="020B0503020204020204" charset="-122"/>
            </a:endParaRPr>
          </a:p>
        </p:txBody>
      </p:sp>
      <p:sp>
        <p:nvSpPr>
          <p:cNvPr id="12" name="文本框 11"/>
          <p:cNvSpPr txBox="1"/>
          <p:nvPr/>
        </p:nvSpPr>
        <p:spPr>
          <a:xfrm>
            <a:off x="6134338" y="1938354"/>
            <a:ext cx="5097996" cy="2120902"/>
          </a:xfrm>
          <a:prstGeom prst="rect">
            <a:avLst/>
          </a:prstGeom>
          <a:noFill/>
        </p:spPr>
        <p:txBody>
          <a:bodyPr wrap="square" rtlCol="0">
            <a:spAutoFit/>
          </a:bodyPr>
          <a:lstStyle/>
          <a:p>
            <a:pPr marL="342900" indent="-342900" algn="just">
              <a:lnSpc>
                <a:spcPct val="150000"/>
              </a:lnSpc>
              <a:buClr>
                <a:schemeClr val="accent6">
                  <a:lumMod val="75000"/>
                </a:schemeClr>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坚持绿色发展是发展观的深刻革命</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342900" indent="-342900" algn="just">
              <a:lnSpc>
                <a:spcPct val="150000"/>
              </a:lnSpc>
              <a:buClr>
                <a:schemeClr val="accent6">
                  <a:lumMod val="75000"/>
                </a:schemeClr>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坚持统筹山水林田湖草沙系统治理</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342900" indent="-342900" algn="just">
              <a:lnSpc>
                <a:spcPct val="150000"/>
              </a:lnSpc>
              <a:buClr>
                <a:schemeClr val="accent6">
                  <a:lumMod val="75000"/>
                </a:schemeClr>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坚持用最严格制度最严密法治保护生态环境</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342900" indent="-342900" algn="just">
              <a:lnSpc>
                <a:spcPct val="150000"/>
              </a:lnSpc>
              <a:buClr>
                <a:schemeClr val="accent6">
                  <a:lumMod val="75000"/>
                </a:schemeClr>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坚持把建设美丽中国转化为全体人民自觉行动</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342900" indent="-342900" algn="just">
              <a:lnSpc>
                <a:spcPct val="150000"/>
              </a:lnSpc>
              <a:buClr>
                <a:schemeClr val="accent6">
                  <a:lumMod val="75000"/>
                </a:schemeClr>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坚持共谋全球生态文明建设之路</a:t>
            </a:r>
          </a:p>
        </p:txBody>
      </p:sp>
      <p:grpSp>
        <p:nvGrpSpPr>
          <p:cNvPr id="16" name="组合 15"/>
          <p:cNvGrpSpPr/>
          <p:nvPr/>
        </p:nvGrpSpPr>
        <p:grpSpPr>
          <a:xfrm>
            <a:off x="1137558" y="1366762"/>
            <a:ext cx="9358920" cy="348996"/>
            <a:chOff x="1519537" y="871160"/>
            <a:chExt cx="9358920" cy="348996"/>
          </a:xfrm>
        </p:grpSpPr>
        <p:cxnSp>
          <p:nvCxnSpPr>
            <p:cNvPr id="9" name="直接连接符 8"/>
            <p:cNvCxnSpPr/>
            <p:nvPr/>
          </p:nvCxnSpPr>
          <p:spPr>
            <a:xfrm>
              <a:off x="3346450" y="1088988"/>
              <a:ext cx="7532007" cy="0"/>
            </a:xfrm>
            <a:prstGeom prst="line">
              <a:avLst/>
            </a:prstGeom>
            <a:ln>
              <a:solidFill>
                <a:srgbClr val="548235"/>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519537" y="871160"/>
              <a:ext cx="1618030" cy="348996"/>
            </a:xfrm>
            <a:custGeom>
              <a:avLst/>
              <a:gdLst/>
              <a:ahLst/>
              <a:cxnLst/>
              <a:rect l="l" t="t" r="r" b="b"/>
              <a:pathLst>
                <a:path w="1618030" h="348996">
                  <a:moveTo>
                    <a:pt x="1390650" y="209931"/>
                  </a:moveTo>
                  <a:cubicBezTo>
                    <a:pt x="1416304" y="212471"/>
                    <a:pt x="1435481" y="217170"/>
                    <a:pt x="1448181" y="224028"/>
                  </a:cubicBezTo>
                  <a:cubicBezTo>
                    <a:pt x="1459357" y="230124"/>
                    <a:pt x="1464945" y="237617"/>
                    <a:pt x="1464945" y="246507"/>
                  </a:cubicBezTo>
                  <a:cubicBezTo>
                    <a:pt x="1464945" y="257175"/>
                    <a:pt x="1461516" y="266319"/>
                    <a:pt x="1454658" y="273939"/>
                  </a:cubicBezTo>
                  <a:cubicBezTo>
                    <a:pt x="1447800" y="281559"/>
                    <a:pt x="1439545" y="285369"/>
                    <a:pt x="1429893" y="285369"/>
                  </a:cubicBezTo>
                  <a:cubicBezTo>
                    <a:pt x="1418209" y="284861"/>
                    <a:pt x="1410970" y="278892"/>
                    <a:pt x="1408176" y="267462"/>
                  </a:cubicBezTo>
                  <a:cubicBezTo>
                    <a:pt x="1403604" y="245364"/>
                    <a:pt x="1397000" y="227330"/>
                    <a:pt x="1388364" y="213360"/>
                  </a:cubicBezTo>
                  <a:close/>
                  <a:moveTo>
                    <a:pt x="989838" y="207645"/>
                  </a:moveTo>
                  <a:lnTo>
                    <a:pt x="1054227" y="212598"/>
                  </a:lnTo>
                  <a:cubicBezTo>
                    <a:pt x="1059307" y="213106"/>
                    <a:pt x="1061847" y="214630"/>
                    <a:pt x="1061847" y="217170"/>
                  </a:cubicBezTo>
                  <a:cubicBezTo>
                    <a:pt x="1061847" y="223520"/>
                    <a:pt x="1056386" y="228727"/>
                    <a:pt x="1045464" y="232791"/>
                  </a:cubicBezTo>
                  <a:lnTo>
                    <a:pt x="1045464" y="250698"/>
                  </a:lnTo>
                  <a:lnTo>
                    <a:pt x="1089279" y="250698"/>
                  </a:lnTo>
                  <a:lnTo>
                    <a:pt x="1112901" y="217551"/>
                  </a:lnTo>
                  <a:lnTo>
                    <a:pt x="1159383" y="249555"/>
                  </a:lnTo>
                  <a:cubicBezTo>
                    <a:pt x="1163193" y="252095"/>
                    <a:pt x="1164336" y="254381"/>
                    <a:pt x="1162812" y="256413"/>
                  </a:cubicBezTo>
                  <a:cubicBezTo>
                    <a:pt x="1161288" y="258699"/>
                    <a:pt x="1157605" y="259842"/>
                    <a:pt x="1151763" y="259842"/>
                  </a:cubicBezTo>
                  <a:lnTo>
                    <a:pt x="1045464" y="259842"/>
                  </a:lnTo>
                  <a:lnTo>
                    <a:pt x="1045464" y="325755"/>
                  </a:lnTo>
                  <a:lnTo>
                    <a:pt x="1123569" y="325755"/>
                  </a:lnTo>
                  <a:lnTo>
                    <a:pt x="1148715" y="290322"/>
                  </a:lnTo>
                  <a:lnTo>
                    <a:pt x="1195959" y="324231"/>
                  </a:lnTo>
                  <a:cubicBezTo>
                    <a:pt x="1199769" y="326771"/>
                    <a:pt x="1200912" y="329184"/>
                    <a:pt x="1199388" y="331470"/>
                  </a:cubicBezTo>
                  <a:cubicBezTo>
                    <a:pt x="1197864" y="333756"/>
                    <a:pt x="1194181" y="334899"/>
                    <a:pt x="1188339" y="334899"/>
                  </a:cubicBezTo>
                  <a:lnTo>
                    <a:pt x="838200" y="334899"/>
                  </a:lnTo>
                  <a:lnTo>
                    <a:pt x="838200" y="325755"/>
                  </a:lnTo>
                  <a:lnTo>
                    <a:pt x="989838" y="325755"/>
                  </a:lnTo>
                  <a:lnTo>
                    <a:pt x="989838" y="259842"/>
                  </a:lnTo>
                  <a:lnTo>
                    <a:pt x="870585" y="259842"/>
                  </a:lnTo>
                  <a:lnTo>
                    <a:pt x="870585" y="250698"/>
                  </a:lnTo>
                  <a:lnTo>
                    <a:pt x="989838" y="250698"/>
                  </a:lnTo>
                  <a:close/>
                  <a:moveTo>
                    <a:pt x="1501521" y="148590"/>
                  </a:moveTo>
                  <a:lnTo>
                    <a:pt x="1568958" y="152781"/>
                  </a:lnTo>
                  <a:cubicBezTo>
                    <a:pt x="1574546" y="152781"/>
                    <a:pt x="1577340" y="154305"/>
                    <a:pt x="1577340" y="157353"/>
                  </a:cubicBezTo>
                  <a:cubicBezTo>
                    <a:pt x="1577340" y="162179"/>
                    <a:pt x="1572006" y="167386"/>
                    <a:pt x="1561338" y="172974"/>
                  </a:cubicBezTo>
                  <a:lnTo>
                    <a:pt x="1561338" y="193167"/>
                  </a:lnTo>
                  <a:lnTo>
                    <a:pt x="1577340" y="170688"/>
                  </a:lnTo>
                  <a:lnTo>
                    <a:pt x="1610106" y="192786"/>
                  </a:lnTo>
                  <a:cubicBezTo>
                    <a:pt x="1613662" y="195072"/>
                    <a:pt x="1614805" y="197231"/>
                    <a:pt x="1613535" y="199263"/>
                  </a:cubicBezTo>
                  <a:cubicBezTo>
                    <a:pt x="1612265" y="201295"/>
                    <a:pt x="1608836" y="202311"/>
                    <a:pt x="1603248" y="202311"/>
                  </a:cubicBezTo>
                  <a:lnTo>
                    <a:pt x="1561338" y="202311"/>
                  </a:lnTo>
                  <a:lnTo>
                    <a:pt x="1561338" y="227838"/>
                  </a:lnTo>
                  <a:cubicBezTo>
                    <a:pt x="1561338" y="240030"/>
                    <a:pt x="1561846" y="263525"/>
                    <a:pt x="1562862" y="298323"/>
                  </a:cubicBezTo>
                  <a:cubicBezTo>
                    <a:pt x="1563370" y="312293"/>
                    <a:pt x="1558290" y="323215"/>
                    <a:pt x="1547622" y="331089"/>
                  </a:cubicBezTo>
                  <a:cubicBezTo>
                    <a:pt x="1535684" y="339979"/>
                    <a:pt x="1515364" y="345948"/>
                    <a:pt x="1486662" y="348996"/>
                  </a:cubicBezTo>
                  <a:cubicBezTo>
                    <a:pt x="1485392" y="334772"/>
                    <a:pt x="1481963" y="324358"/>
                    <a:pt x="1476375" y="317754"/>
                  </a:cubicBezTo>
                  <a:cubicBezTo>
                    <a:pt x="1470279" y="310896"/>
                    <a:pt x="1458468" y="304038"/>
                    <a:pt x="1440942" y="297180"/>
                  </a:cubicBezTo>
                  <a:lnTo>
                    <a:pt x="1442085" y="291084"/>
                  </a:lnTo>
                  <a:lnTo>
                    <a:pt x="1488567" y="292608"/>
                  </a:lnTo>
                  <a:cubicBezTo>
                    <a:pt x="1493647" y="292862"/>
                    <a:pt x="1497203" y="291973"/>
                    <a:pt x="1499235" y="289941"/>
                  </a:cubicBezTo>
                  <a:cubicBezTo>
                    <a:pt x="1501775" y="287401"/>
                    <a:pt x="1503045" y="282702"/>
                    <a:pt x="1503045" y="275844"/>
                  </a:cubicBezTo>
                  <a:lnTo>
                    <a:pt x="1503045" y="219837"/>
                  </a:lnTo>
                  <a:lnTo>
                    <a:pt x="1503045" y="202311"/>
                  </a:lnTo>
                  <a:lnTo>
                    <a:pt x="1384173" y="202311"/>
                  </a:lnTo>
                  <a:lnTo>
                    <a:pt x="1384173" y="193167"/>
                  </a:lnTo>
                  <a:lnTo>
                    <a:pt x="1502664" y="193167"/>
                  </a:lnTo>
                  <a:cubicBezTo>
                    <a:pt x="1502410" y="178435"/>
                    <a:pt x="1502029" y="163576"/>
                    <a:pt x="1501521" y="148590"/>
                  </a:cubicBezTo>
                  <a:close/>
                  <a:moveTo>
                    <a:pt x="561594" y="108585"/>
                  </a:moveTo>
                  <a:lnTo>
                    <a:pt x="635508" y="114300"/>
                  </a:lnTo>
                  <a:cubicBezTo>
                    <a:pt x="641350" y="114554"/>
                    <a:pt x="644271" y="116205"/>
                    <a:pt x="644271" y="119253"/>
                  </a:cubicBezTo>
                  <a:cubicBezTo>
                    <a:pt x="644271" y="125603"/>
                    <a:pt x="638048" y="131064"/>
                    <a:pt x="625602" y="135636"/>
                  </a:cubicBezTo>
                  <a:lnTo>
                    <a:pt x="625602" y="219075"/>
                  </a:lnTo>
                  <a:cubicBezTo>
                    <a:pt x="625602" y="254381"/>
                    <a:pt x="626110" y="292608"/>
                    <a:pt x="627126" y="333756"/>
                  </a:cubicBezTo>
                  <a:cubicBezTo>
                    <a:pt x="627126" y="339852"/>
                    <a:pt x="625475" y="343281"/>
                    <a:pt x="622173" y="344043"/>
                  </a:cubicBezTo>
                  <a:cubicBezTo>
                    <a:pt x="603123" y="346583"/>
                    <a:pt x="582676" y="347853"/>
                    <a:pt x="560832" y="347853"/>
                  </a:cubicBezTo>
                  <a:cubicBezTo>
                    <a:pt x="562356" y="311785"/>
                    <a:pt x="563118" y="268859"/>
                    <a:pt x="563118" y="219075"/>
                  </a:cubicBezTo>
                  <a:lnTo>
                    <a:pt x="563118" y="185166"/>
                  </a:lnTo>
                  <a:cubicBezTo>
                    <a:pt x="563118" y="154686"/>
                    <a:pt x="562610" y="129159"/>
                    <a:pt x="561594" y="108585"/>
                  </a:cubicBezTo>
                  <a:close/>
                  <a:moveTo>
                    <a:pt x="1036701" y="49149"/>
                  </a:moveTo>
                  <a:cubicBezTo>
                    <a:pt x="1052449" y="73787"/>
                    <a:pt x="1067689" y="92202"/>
                    <a:pt x="1082421" y="104394"/>
                  </a:cubicBezTo>
                  <a:cubicBezTo>
                    <a:pt x="1091819" y="88138"/>
                    <a:pt x="1099693" y="69723"/>
                    <a:pt x="1106043" y="49149"/>
                  </a:cubicBezTo>
                  <a:close/>
                  <a:moveTo>
                    <a:pt x="869442" y="30099"/>
                  </a:moveTo>
                  <a:lnTo>
                    <a:pt x="931164" y="34671"/>
                  </a:lnTo>
                  <a:cubicBezTo>
                    <a:pt x="938022" y="35433"/>
                    <a:pt x="941578" y="37338"/>
                    <a:pt x="941832" y="40386"/>
                  </a:cubicBezTo>
                  <a:cubicBezTo>
                    <a:pt x="941832" y="46736"/>
                    <a:pt x="936117" y="52070"/>
                    <a:pt x="924687" y="56388"/>
                  </a:cubicBezTo>
                  <a:lnTo>
                    <a:pt x="924687" y="180213"/>
                  </a:lnTo>
                  <a:cubicBezTo>
                    <a:pt x="924687" y="186817"/>
                    <a:pt x="920750" y="190881"/>
                    <a:pt x="912876" y="192405"/>
                  </a:cubicBezTo>
                  <a:cubicBezTo>
                    <a:pt x="903224" y="193675"/>
                    <a:pt x="888746" y="195326"/>
                    <a:pt x="869442" y="197358"/>
                  </a:cubicBezTo>
                  <a:cubicBezTo>
                    <a:pt x="870458" y="159512"/>
                    <a:pt x="870966" y="134874"/>
                    <a:pt x="870966" y="123444"/>
                  </a:cubicBezTo>
                  <a:lnTo>
                    <a:pt x="870966" y="91821"/>
                  </a:lnTo>
                  <a:cubicBezTo>
                    <a:pt x="870966" y="68961"/>
                    <a:pt x="870458" y="48387"/>
                    <a:pt x="869442" y="30099"/>
                  </a:cubicBezTo>
                  <a:close/>
                  <a:moveTo>
                    <a:pt x="1120902" y="11811"/>
                  </a:moveTo>
                  <a:lnTo>
                    <a:pt x="1179576" y="42291"/>
                  </a:lnTo>
                  <a:cubicBezTo>
                    <a:pt x="1183132" y="44577"/>
                    <a:pt x="1184910" y="47244"/>
                    <a:pt x="1184910" y="50292"/>
                  </a:cubicBezTo>
                  <a:cubicBezTo>
                    <a:pt x="1184402" y="56388"/>
                    <a:pt x="1177417" y="61087"/>
                    <a:pt x="1163955" y="64389"/>
                  </a:cubicBezTo>
                  <a:cubicBezTo>
                    <a:pt x="1152017" y="89789"/>
                    <a:pt x="1138809" y="111379"/>
                    <a:pt x="1124331" y="129159"/>
                  </a:cubicBezTo>
                  <a:cubicBezTo>
                    <a:pt x="1141095" y="136271"/>
                    <a:pt x="1164844" y="142621"/>
                    <a:pt x="1195578" y="148209"/>
                  </a:cubicBezTo>
                  <a:lnTo>
                    <a:pt x="1194435" y="155067"/>
                  </a:lnTo>
                  <a:cubicBezTo>
                    <a:pt x="1182751" y="159639"/>
                    <a:pt x="1173353" y="165989"/>
                    <a:pt x="1166241" y="174117"/>
                  </a:cubicBezTo>
                  <a:cubicBezTo>
                    <a:pt x="1158875" y="182753"/>
                    <a:pt x="1152017" y="195326"/>
                    <a:pt x="1145667" y="211836"/>
                  </a:cubicBezTo>
                  <a:cubicBezTo>
                    <a:pt x="1118743" y="197612"/>
                    <a:pt x="1097534" y="183134"/>
                    <a:pt x="1082040" y="168402"/>
                  </a:cubicBezTo>
                  <a:cubicBezTo>
                    <a:pt x="1060196" y="183896"/>
                    <a:pt x="1033145" y="196850"/>
                    <a:pt x="1000887" y="207264"/>
                  </a:cubicBezTo>
                  <a:lnTo>
                    <a:pt x="996696" y="201549"/>
                  </a:lnTo>
                  <a:cubicBezTo>
                    <a:pt x="1021334" y="182245"/>
                    <a:pt x="1041908" y="161798"/>
                    <a:pt x="1058418" y="140208"/>
                  </a:cubicBezTo>
                  <a:cubicBezTo>
                    <a:pt x="1044448" y="118364"/>
                    <a:pt x="1034161" y="88011"/>
                    <a:pt x="1027557" y="49149"/>
                  </a:cubicBezTo>
                  <a:lnTo>
                    <a:pt x="1007364" y="49149"/>
                  </a:lnTo>
                  <a:lnTo>
                    <a:pt x="1007364" y="40005"/>
                  </a:lnTo>
                  <a:lnTo>
                    <a:pt x="1101090" y="40005"/>
                  </a:lnTo>
                  <a:close/>
                  <a:moveTo>
                    <a:pt x="139065" y="5334"/>
                  </a:moveTo>
                  <a:lnTo>
                    <a:pt x="219456" y="9906"/>
                  </a:lnTo>
                  <a:cubicBezTo>
                    <a:pt x="224790" y="10668"/>
                    <a:pt x="227711" y="12827"/>
                    <a:pt x="228219" y="16383"/>
                  </a:cubicBezTo>
                  <a:cubicBezTo>
                    <a:pt x="228219" y="23749"/>
                    <a:pt x="221488" y="29718"/>
                    <a:pt x="208026" y="34290"/>
                  </a:cubicBezTo>
                  <a:lnTo>
                    <a:pt x="208026" y="147447"/>
                  </a:lnTo>
                  <a:lnTo>
                    <a:pt x="270510" y="147447"/>
                  </a:lnTo>
                  <a:lnTo>
                    <a:pt x="301752" y="103632"/>
                  </a:lnTo>
                  <a:lnTo>
                    <a:pt x="355473" y="145161"/>
                  </a:lnTo>
                  <a:cubicBezTo>
                    <a:pt x="359029" y="147955"/>
                    <a:pt x="360045" y="150495"/>
                    <a:pt x="358521" y="152781"/>
                  </a:cubicBezTo>
                  <a:cubicBezTo>
                    <a:pt x="356743" y="155321"/>
                    <a:pt x="352933" y="156591"/>
                    <a:pt x="347091" y="156591"/>
                  </a:cubicBezTo>
                  <a:lnTo>
                    <a:pt x="208026" y="156591"/>
                  </a:lnTo>
                  <a:lnTo>
                    <a:pt x="208026" y="219456"/>
                  </a:lnTo>
                  <a:cubicBezTo>
                    <a:pt x="208026" y="260604"/>
                    <a:pt x="208534" y="298831"/>
                    <a:pt x="209550" y="334137"/>
                  </a:cubicBezTo>
                  <a:cubicBezTo>
                    <a:pt x="209550" y="337439"/>
                    <a:pt x="208788" y="340106"/>
                    <a:pt x="207264" y="342138"/>
                  </a:cubicBezTo>
                  <a:cubicBezTo>
                    <a:pt x="206248" y="343662"/>
                    <a:pt x="204978" y="344551"/>
                    <a:pt x="203454" y="344805"/>
                  </a:cubicBezTo>
                  <a:cubicBezTo>
                    <a:pt x="184150" y="347091"/>
                    <a:pt x="162433" y="348234"/>
                    <a:pt x="138303" y="348234"/>
                  </a:cubicBezTo>
                  <a:cubicBezTo>
                    <a:pt x="139827" y="302006"/>
                    <a:pt x="140589" y="259080"/>
                    <a:pt x="140589" y="219456"/>
                  </a:cubicBezTo>
                  <a:lnTo>
                    <a:pt x="140589" y="156591"/>
                  </a:lnTo>
                  <a:lnTo>
                    <a:pt x="0" y="156591"/>
                  </a:lnTo>
                  <a:lnTo>
                    <a:pt x="0" y="147447"/>
                  </a:lnTo>
                  <a:lnTo>
                    <a:pt x="140589" y="147447"/>
                  </a:lnTo>
                  <a:lnTo>
                    <a:pt x="140589" y="86487"/>
                  </a:lnTo>
                  <a:cubicBezTo>
                    <a:pt x="140589" y="61849"/>
                    <a:pt x="140081" y="34798"/>
                    <a:pt x="139065" y="5334"/>
                  </a:cubicBezTo>
                  <a:close/>
                  <a:moveTo>
                    <a:pt x="942975" y="4953"/>
                  </a:moveTo>
                  <a:lnTo>
                    <a:pt x="1005459" y="11811"/>
                  </a:lnTo>
                  <a:cubicBezTo>
                    <a:pt x="1012825" y="12573"/>
                    <a:pt x="1016508" y="14732"/>
                    <a:pt x="1016508" y="18288"/>
                  </a:cubicBezTo>
                  <a:cubicBezTo>
                    <a:pt x="1016762" y="23368"/>
                    <a:pt x="1010793" y="28321"/>
                    <a:pt x="998601" y="33147"/>
                  </a:cubicBezTo>
                  <a:lnTo>
                    <a:pt x="998601" y="187452"/>
                  </a:lnTo>
                  <a:cubicBezTo>
                    <a:pt x="998601" y="196088"/>
                    <a:pt x="992759" y="201803"/>
                    <a:pt x="981075" y="204597"/>
                  </a:cubicBezTo>
                  <a:cubicBezTo>
                    <a:pt x="964819" y="208915"/>
                    <a:pt x="951865" y="211074"/>
                    <a:pt x="942213" y="211074"/>
                  </a:cubicBezTo>
                  <a:cubicBezTo>
                    <a:pt x="943229" y="170180"/>
                    <a:pt x="943737" y="139192"/>
                    <a:pt x="943737" y="118110"/>
                  </a:cubicBezTo>
                  <a:lnTo>
                    <a:pt x="943737" y="77724"/>
                  </a:lnTo>
                  <a:cubicBezTo>
                    <a:pt x="943737" y="45212"/>
                    <a:pt x="943483" y="20955"/>
                    <a:pt x="942975" y="4953"/>
                  </a:cubicBezTo>
                  <a:close/>
                  <a:moveTo>
                    <a:pt x="1453515" y="3810"/>
                  </a:moveTo>
                  <a:lnTo>
                    <a:pt x="1520190" y="9525"/>
                  </a:lnTo>
                  <a:cubicBezTo>
                    <a:pt x="1525270" y="9779"/>
                    <a:pt x="1527810" y="11303"/>
                    <a:pt x="1527810" y="14097"/>
                  </a:cubicBezTo>
                  <a:cubicBezTo>
                    <a:pt x="1527810" y="19431"/>
                    <a:pt x="1522476" y="24638"/>
                    <a:pt x="1511808" y="29718"/>
                  </a:cubicBezTo>
                  <a:lnTo>
                    <a:pt x="1511808" y="68580"/>
                  </a:lnTo>
                  <a:lnTo>
                    <a:pt x="1537716" y="68580"/>
                  </a:lnTo>
                  <a:lnTo>
                    <a:pt x="1556766" y="41910"/>
                  </a:lnTo>
                  <a:lnTo>
                    <a:pt x="1598676" y="69342"/>
                  </a:lnTo>
                  <a:cubicBezTo>
                    <a:pt x="1601724" y="71374"/>
                    <a:pt x="1602613" y="73279"/>
                    <a:pt x="1601343" y="75057"/>
                  </a:cubicBezTo>
                  <a:cubicBezTo>
                    <a:pt x="1600073" y="76835"/>
                    <a:pt x="1597152" y="77724"/>
                    <a:pt x="1592580" y="77724"/>
                  </a:cubicBezTo>
                  <a:lnTo>
                    <a:pt x="1511808" y="77724"/>
                  </a:lnTo>
                  <a:lnTo>
                    <a:pt x="1511808" y="136017"/>
                  </a:lnTo>
                  <a:lnTo>
                    <a:pt x="1545717" y="136017"/>
                  </a:lnTo>
                  <a:lnTo>
                    <a:pt x="1569339" y="102870"/>
                  </a:lnTo>
                  <a:lnTo>
                    <a:pt x="1614297" y="134874"/>
                  </a:lnTo>
                  <a:cubicBezTo>
                    <a:pt x="1617853" y="137414"/>
                    <a:pt x="1618869" y="139700"/>
                    <a:pt x="1617345" y="141732"/>
                  </a:cubicBezTo>
                  <a:cubicBezTo>
                    <a:pt x="1615821" y="144018"/>
                    <a:pt x="1612265" y="145161"/>
                    <a:pt x="1606677" y="145161"/>
                  </a:cubicBezTo>
                  <a:lnTo>
                    <a:pt x="1378839" y="145161"/>
                  </a:lnTo>
                  <a:lnTo>
                    <a:pt x="1378839" y="136017"/>
                  </a:lnTo>
                  <a:lnTo>
                    <a:pt x="1454277" y="136017"/>
                  </a:lnTo>
                  <a:lnTo>
                    <a:pt x="1454277" y="77724"/>
                  </a:lnTo>
                  <a:lnTo>
                    <a:pt x="1391412" y="77724"/>
                  </a:lnTo>
                  <a:lnTo>
                    <a:pt x="1391412" y="68580"/>
                  </a:lnTo>
                  <a:lnTo>
                    <a:pt x="1454277" y="68580"/>
                  </a:lnTo>
                  <a:lnTo>
                    <a:pt x="1454277" y="62484"/>
                  </a:lnTo>
                  <a:cubicBezTo>
                    <a:pt x="1454023" y="42926"/>
                    <a:pt x="1453769" y="23368"/>
                    <a:pt x="1453515" y="3810"/>
                  </a:cubicBezTo>
                  <a:close/>
                  <a:moveTo>
                    <a:pt x="1296162" y="3048"/>
                  </a:moveTo>
                  <a:lnTo>
                    <a:pt x="1363218" y="8763"/>
                  </a:lnTo>
                  <a:cubicBezTo>
                    <a:pt x="1368044" y="9017"/>
                    <a:pt x="1370457" y="10541"/>
                    <a:pt x="1370457" y="13335"/>
                  </a:cubicBezTo>
                  <a:cubicBezTo>
                    <a:pt x="1370457" y="18415"/>
                    <a:pt x="1364996" y="23622"/>
                    <a:pt x="1354074" y="28956"/>
                  </a:cubicBezTo>
                  <a:lnTo>
                    <a:pt x="1354074" y="93726"/>
                  </a:lnTo>
                  <a:lnTo>
                    <a:pt x="1369314" y="68580"/>
                  </a:lnTo>
                  <a:lnTo>
                    <a:pt x="1400937" y="92583"/>
                  </a:lnTo>
                  <a:cubicBezTo>
                    <a:pt x="1405509" y="96139"/>
                    <a:pt x="1407160" y="99314"/>
                    <a:pt x="1405890" y="102108"/>
                  </a:cubicBezTo>
                  <a:cubicBezTo>
                    <a:pt x="1404620" y="104648"/>
                    <a:pt x="1401191" y="105918"/>
                    <a:pt x="1395603" y="105918"/>
                  </a:cubicBezTo>
                  <a:lnTo>
                    <a:pt x="1354074" y="105918"/>
                  </a:lnTo>
                  <a:lnTo>
                    <a:pt x="1354074" y="155067"/>
                  </a:lnTo>
                  <a:cubicBezTo>
                    <a:pt x="1367536" y="152781"/>
                    <a:pt x="1381633" y="150114"/>
                    <a:pt x="1396365" y="147066"/>
                  </a:cubicBezTo>
                  <a:lnTo>
                    <a:pt x="1398651" y="153543"/>
                  </a:lnTo>
                  <a:cubicBezTo>
                    <a:pt x="1382649" y="164465"/>
                    <a:pt x="1367790" y="173863"/>
                    <a:pt x="1354074" y="181737"/>
                  </a:cubicBezTo>
                  <a:lnTo>
                    <a:pt x="1354074" y="299847"/>
                  </a:lnTo>
                  <a:cubicBezTo>
                    <a:pt x="1354074" y="313309"/>
                    <a:pt x="1348867" y="323723"/>
                    <a:pt x="1338453" y="331089"/>
                  </a:cubicBezTo>
                  <a:cubicBezTo>
                    <a:pt x="1327277" y="338963"/>
                    <a:pt x="1308862" y="344297"/>
                    <a:pt x="1283208" y="347091"/>
                  </a:cubicBezTo>
                  <a:cubicBezTo>
                    <a:pt x="1281938" y="331089"/>
                    <a:pt x="1279144" y="319786"/>
                    <a:pt x="1274826" y="313182"/>
                  </a:cubicBezTo>
                  <a:cubicBezTo>
                    <a:pt x="1270508" y="306324"/>
                    <a:pt x="1261618" y="299466"/>
                    <a:pt x="1248156" y="292608"/>
                  </a:cubicBezTo>
                  <a:lnTo>
                    <a:pt x="1249299" y="286512"/>
                  </a:lnTo>
                  <a:lnTo>
                    <a:pt x="1285113" y="288036"/>
                  </a:lnTo>
                  <a:cubicBezTo>
                    <a:pt x="1289939" y="288290"/>
                    <a:pt x="1293114" y="287655"/>
                    <a:pt x="1294638" y="286131"/>
                  </a:cubicBezTo>
                  <a:cubicBezTo>
                    <a:pt x="1296416" y="284607"/>
                    <a:pt x="1297305" y="281051"/>
                    <a:pt x="1297305" y="275463"/>
                  </a:cubicBezTo>
                  <a:lnTo>
                    <a:pt x="1297305" y="211455"/>
                  </a:lnTo>
                  <a:cubicBezTo>
                    <a:pt x="1291209" y="214503"/>
                    <a:pt x="1286637" y="216662"/>
                    <a:pt x="1283589" y="217932"/>
                  </a:cubicBezTo>
                  <a:cubicBezTo>
                    <a:pt x="1282827" y="229362"/>
                    <a:pt x="1279271" y="235077"/>
                    <a:pt x="1272921" y="235077"/>
                  </a:cubicBezTo>
                  <a:cubicBezTo>
                    <a:pt x="1269365" y="235077"/>
                    <a:pt x="1266952" y="231521"/>
                    <a:pt x="1265682" y="224409"/>
                  </a:cubicBezTo>
                  <a:lnTo>
                    <a:pt x="1251585" y="168021"/>
                  </a:lnTo>
                  <a:cubicBezTo>
                    <a:pt x="1261745" y="167767"/>
                    <a:pt x="1276985" y="166370"/>
                    <a:pt x="1297305" y="163830"/>
                  </a:cubicBezTo>
                  <a:lnTo>
                    <a:pt x="1297305" y="105918"/>
                  </a:lnTo>
                  <a:lnTo>
                    <a:pt x="1253871" y="105918"/>
                  </a:lnTo>
                  <a:lnTo>
                    <a:pt x="1253871" y="96774"/>
                  </a:lnTo>
                  <a:lnTo>
                    <a:pt x="1297305" y="96774"/>
                  </a:lnTo>
                  <a:lnTo>
                    <a:pt x="1297305" y="73152"/>
                  </a:lnTo>
                  <a:cubicBezTo>
                    <a:pt x="1297305" y="43688"/>
                    <a:pt x="1296924" y="20320"/>
                    <a:pt x="1296162" y="3048"/>
                  </a:cubicBezTo>
                  <a:close/>
                  <a:moveTo>
                    <a:pt x="558546" y="0"/>
                  </a:moveTo>
                  <a:lnTo>
                    <a:pt x="634746" y="16383"/>
                  </a:lnTo>
                  <a:cubicBezTo>
                    <a:pt x="639572" y="17399"/>
                    <a:pt x="641985" y="19431"/>
                    <a:pt x="641985" y="22479"/>
                  </a:cubicBezTo>
                  <a:cubicBezTo>
                    <a:pt x="641985" y="29083"/>
                    <a:pt x="634238" y="33909"/>
                    <a:pt x="618744" y="36957"/>
                  </a:cubicBezTo>
                  <a:cubicBezTo>
                    <a:pt x="618490" y="37465"/>
                    <a:pt x="618109" y="37973"/>
                    <a:pt x="617601" y="38481"/>
                  </a:cubicBezTo>
                  <a:cubicBezTo>
                    <a:pt x="642239" y="58801"/>
                    <a:pt x="666623" y="74676"/>
                    <a:pt x="690753" y="86106"/>
                  </a:cubicBezTo>
                  <a:cubicBezTo>
                    <a:pt x="716661" y="98298"/>
                    <a:pt x="748284" y="108585"/>
                    <a:pt x="785622" y="116967"/>
                  </a:cubicBezTo>
                  <a:lnTo>
                    <a:pt x="784860" y="123825"/>
                  </a:lnTo>
                  <a:cubicBezTo>
                    <a:pt x="766572" y="131699"/>
                    <a:pt x="751459" y="151638"/>
                    <a:pt x="739521" y="183642"/>
                  </a:cubicBezTo>
                  <a:cubicBezTo>
                    <a:pt x="707263" y="166116"/>
                    <a:pt x="681355" y="147320"/>
                    <a:pt x="661797" y="127254"/>
                  </a:cubicBezTo>
                  <a:cubicBezTo>
                    <a:pt x="641985" y="106934"/>
                    <a:pt x="624713" y="81026"/>
                    <a:pt x="609981" y="49530"/>
                  </a:cubicBezTo>
                  <a:cubicBezTo>
                    <a:pt x="567309" y="110236"/>
                    <a:pt x="503936" y="156464"/>
                    <a:pt x="419862" y="188214"/>
                  </a:cubicBezTo>
                  <a:lnTo>
                    <a:pt x="416052" y="183642"/>
                  </a:lnTo>
                  <a:cubicBezTo>
                    <a:pt x="468884" y="140462"/>
                    <a:pt x="510032" y="93345"/>
                    <a:pt x="539496" y="42291"/>
                  </a:cubicBezTo>
                  <a:cubicBezTo>
                    <a:pt x="548640" y="26543"/>
                    <a:pt x="554990" y="12446"/>
                    <a:pt x="558546" y="0"/>
                  </a:cubicBezTo>
                  <a:close/>
                </a:path>
              </a:pathLst>
            </a:custGeom>
            <a:solidFill>
              <a:srgbClr val="548235"/>
            </a:solidFill>
            <a:ln>
              <a:noFill/>
            </a:ln>
            <a:effectLst>
              <a:outerShdw blurRad="76200" dir="18900000" sy="23000" kx="-1200000" algn="b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defPPr>
                <a:defRPr lang="zh-CN"/>
              </a:defPPr>
              <a:lvl1pPr algn="just">
                <a:defRPr sz="4400" kern="100">
                  <a:solidFill>
                    <a:schemeClr val="tx1">
                      <a:lumMod val="85000"/>
                      <a:lumOff val="15000"/>
                    </a:schemeClr>
                  </a:solidFill>
                  <a:latin typeface="方正特雅宋简体" panose="02000500000000000000" pitchFamily="2" charset="-122"/>
                  <a:ea typeface="方正特雅宋简体" panose="02000500000000000000" pitchFamily="2" charset="-122"/>
                  <a:cs typeface="方正粗楷简体" panose="02000000000000000000" pitchFamily="2" charset="-122"/>
                </a:defRPr>
              </a:lvl1pPr>
            </a:lstStyle>
            <a:p>
              <a:endParaRPr lang="zh-CN" altLang="en-US"/>
            </a:p>
          </p:txBody>
        </p:sp>
      </p:grpSp>
      <p:pic>
        <p:nvPicPr>
          <p:cNvPr id="22" name="Picture 2" descr="美丽的阳光在薄雾清晨的山脉。图片素材"/>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5906" b="71457" l="0" r="100000">
                        <a14:foregroundMark x1="2875" y1="48819" x2="40000" y2="64961"/>
                        <a14:foregroundMark x1="21625" y1="61811" x2="26250" y2="71457"/>
                        <a14:foregroundMark x1="43375" y1="57283" x2="50375" y2="69882"/>
                        <a14:foregroundMark x1="41000" y1="59449" x2="46250" y2="71260"/>
                        <a14:backgroundMark x1="68375" y1="30118" x2="87000" y2="29724"/>
                      </a14:backgroundRemoval>
                    </a14:imgEffect>
                  </a14:imgLayer>
                </a14:imgProps>
              </a:ext>
              <a:ext uri="{28A0092B-C50C-407E-A947-70E740481C1C}">
                <a14:useLocalDpi xmlns:a14="http://schemas.microsoft.com/office/drawing/2010/main" val="0"/>
              </a:ext>
            </a:extLst>
          </a:blip>
          <a:srcRect t="30970" b="34667"/>
          <a:stretch>
            <a:fillRect/>
          </a:stretch>
        </p:blipFill>
        <p:spPr bwMode="auto">
          <a:xfrm>
            <a:off x="0" y="4197611"/>
            <a:ext cx="12192000" cy="266038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接连接符 5"/>
          <p:cNvCxnSpPr/>
          <p:nvPr/>
        </p:nvCxnSpPr>
        <p:spPr>
          <a:xfrm>
            <a:off x="5947317" y="2066693"/>
            <a:ext cx="0" cy="186597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 name="文本框 3"/>
          <p:cNvSpPr txBox="1"/>
          <p:nvPr/>
        </p:nvSpPr>
        <p:spPr>
          <a:xfrm>
            <a:off x="771525" y="206375"/>
            <a:ext cx="10059670" cy="645160"/>
          </a:xfrm>
          <a:prstGeom prst="rect">
            <a:avLst/>
          </a:prstGeom>
          <a:noFill/>
        </p:spPr>
        <p:txBody>
          <a:bodyPr wrap="square" rtlCol="0">
            <a:spAutoFit/>
          </a:bodyPr>
          <a:lstStyle/>
          <a:p>
            <a:pPr algn="just"/>
            <a:r>
              <a:rPr lang="zh-CN" altLang="en-US" sz="3600" dirty="0">
                <a:solidFill>
                  <a:schemeClr val="bg1"/>
                </a:solidFill>
                <a:latin typeface="微软雅黑" panose="020B0503020204020204" charset="-122"/>
                <a:ea typeface="微软雅黑" panose="020B0503020204020204" charset="-122"/>
              </a:rPr>
              <a:t>习近平生态文明思想的理论体系</a:t>
            </a:r>
          </a:p>
        </p:txBody>
      </p:sp>
      <p:sp>
        <p:nvSpPr>
          <p:cNvPr id="5" name="文本框 4"/>
          <p:cNvSpPr txBox="1"/>
          <p:nvPr/>
        </p:nvSpPr>
        <p:spPr>
          <a:xfrm>
            <a:off x="3931920" y="5019040"/>
            <a:ext cx="7487920" cy="521970"/>
          </a:xfrm>
          <a:prstGeom prst="rect">
            <a:avLst/>
          </a:prstGeom>
          <a:noFill/>
        </p:spPr>
        <p:txBody>
          <a:bodyPr wrap="square" rtlCol="0">
            <a:spAutoFit/>
          </a:bodyPr>
          <a:lstStyle/>
          <a:p>
            <a:pPr algn="ctr"/>
            <a:r>
              <a:rPr lang="zh-CN" altLang="en-US" sz="2800" dirty="0">
                <a:solidFill>
                  <a:schemeClr val="bg1"/>
                </a:solidFill>
                <a:latin typeface="微软雅黑" panose="020B0503020204020204" charset="-122"/>
                <a:ea typeface="微软雅黑" panose="020B0503020204020204" charset="-122"/>
              </a:rPr>
              <a:t>——《习近平生态文明思想学习纲要》（</a:t>
            </a:r>
            <a:r>
              <a:rPr lang="en-US" altLang="zh-CN" sz="2800" dirty="0">
                <a:solidFill>
                  <a:schemeClr val="bg1"/>
                </a:solidFill>
                <a:latin typeface="微软雅黑" panose="020B0503020204020204" charset="-122"/>
                <a:ea typeface="微软雅黑" panose="020B0503020204020204" charset="-122"/>
              </a:rPr>
              <a:t>2022</a:t>
            </a:r>
            <a:r>
              <a:rPr lang="zh-CN" altLang="en-US" sz="2800" dirty="0">
                <a:solidFill>
                  <a:schemeClr val="bg1"/>
                </a:solidFill>
                <a:latin typeface="微软雅黑" panose="020B0503020204020204" charset="-122"/>
                <a:ea typeface="微软雅黑" panose="020B0503020204020204" charset="-122"/>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9" name="组合 2"/>
          <p:cNvGrpSpPr/>
          <p:nvPr/>
        </p:nvGrpSpPr>
        <p:grpSpPr>
          <a:xfrm>
            <a:off x="3142411" y="1354835"/>
            <a:ext cx="1088558" cy="3912905"/>
            <a:chOff x="3306241" y="1354835"/>
            <a:chExt cx="1088558" cy="3912905"/>
          </a:xfrm>
        </p:grpSpPr>
        <p:cxnSp>
          <p:nvCxnSpPr>
            <p:cNvPr id="3145802" name="直接连接符 62"/>
            <p:cNvCxnSpPr/>
            <p:nvPr/>
          </p:nvCxnSpPr>
          <p:spPr>
            <a:xfrm>
              <a:off x="3306241" y="3306792"/>
              <a:ext cx="518542"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3" name="直接连接符 63"/>
            <p:cNvCxnSpPr/>
            <p:nvPr/>
          </p:nvCxnSpPr>
          <p:spPr>
            <a:xfrm>
              <a:off x="3824783" y="135483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4" name="直接连接符 65"/>
            <p:cNvCxnSpPr/>
            <p:nvPr/>
          </p:nvCxnSpPr>
          <p:spPr>
            <a:xfrm>
              <a:off x="3824783" y="265562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5" name="直接连接符 82"/>
            <p:cNvCxnSpPr/>
            <p:nvPr/>
          </p:nvCxnSpPr>
          <p:spPr>
            <a:xfrm flipV="1">
              <a:off x="3824783" y="1354836"/>
              <a:ext cx="0" cy="391290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6" name="直接连接符 83"/>
            <p:cNvCxnSpPr/>
            <p:nvPr/>
          </p:nvCxnSpPr>
          <p:spPr>
            <a:xfrm>
              <a:off x="3824783" y="4002174"/>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7" name="直接连接符 84"/>
            <p:cNvCxnSpPr/>
            <p:nvPr/>
          </p:nvCxnSpPr>
          <p:spPr>
            <a:xfrm>
              <a:off x="3824783" y="5267740"/>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049690" name="平行四边形 64"/>
          <p:cNvSpPr/>
          <p:nvPr/>
        </p:nvSpPr>
        <p:spPr>
          <a:xfrm>
            <a:off x="3827780" y="1066165"/>
            <a:ext cx="2985135" cy="861695"/>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rPr>
              <a:t>第十三章</a:t>
            </a:r>
            <a:r>
              <a:rPr lang="en-US" altLang="zh-CN" sz="1600" b="1" dirty="0">
                <a:solidFill>
                  <a:schemeClr val="tx1"/>
                </a:solidFill>
                <a:latin typeface="微软雅黑" panose="020B0503020204020204" charset="-122"/>
                <a:ea typeface="微软雅黑" panose="020B0503020204020204" charset="-122"/>
              </a:rPr>
              <a:t> </a:t>
            </a:r>
            <a:r>
              <a:rPr lang="zh-CN" altLang="en-US" sz="1600" b="1" dirty="0">
                <a:solidFill>
                  <a:schemeClr val="tx1"/>
                </a:solidFill>
                <a:latin typeface="微软雅黑" panose="020B0503020204020204" charset="-122"/>
                <a:ea typeface="微软雅黑" panose="020B0503020204020204" charset="-122"/>
              </a:rPr>
              <a:t>维护和塑造国家安全</a:t>
            </a:r>
          </a:p>
          <a:p>
            <a:pPr algn="ctr">
              <a:lnSpc>
                <a:spcPct val="120000"/>
              </a:lnSpc>
              <a:buClrTx/>
              <a:buSzTx/>
              <a:buFontTx/>
            </a:pPr>
            <a:r>
              <a:rPr lang="zh-CN" altLang="en-US" sz="1600" b="1" dirty="0">
                <a:solidFill>
                  <a:schemeClr val="tx1"/>
                </a:solidFill>
                <a:latin typeface="微软雅黑" panose="020B0503020204020204" charset="-122"/>
                <a:ea typeface="微软雅黑" panose="020B0503020204020204" charset="-122"/>
              </a:rPr>
              <a:t>（总体国家安全观）</a:t>
            </a:r>
            <a:endParaRPr lang="en-US" altLang="zh-CN" sz="1600" b="1" dirty="0">
              <a:solidFill>
                <a:schemeClr val="tx1"/>
              </a:solidFill>
              <a:latin typeface="微软雅黑" panose="020B0503020204020204" charset="-122"/>
              <a:ea typeface="微软雅黑" panose="020B0503020204020204" charset="-122"/>
            </a:endParaRPr>
          </a:p>
        </p:txBody>
      </p:sp>
      <p:grpSp>
        <p:nvGrpSpPr>
          <p:cNvPr id="514" name="组合 13"/>
          <p:cNvGrpSpPr/>
          <p:nvPr/>
        </p:nvGrpSpPr>
        <p:grpSpPr>
          <a:xfrm>
            <a:off x="2387223" y="686884"/>
            <a:ext cx="7311769" cy="0"/>
            <a:chOff x="2415798" y="1010793"/>
            <a:chExt cx="7311769" cy="0"/>
          </a:xfrm>
        </p:grpSpPr>
        <p:cxnSp>
          <p:nvCxnSpPr>
            <p:cNvPr id="3145818" name="直接箭头连接符 14"/>
            <p:cNvCxnSpPr/>
            <p:nvPr/>
          </p:nvCxnSpPr>
          <p:spPr>
            <a:xfrm>
              <a:off x="726013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cxnSp>
          <p:nvCxnSpPr>
            <p:cNvPr id="3145819" name="直接箭头连接符 15"/>
            <p:cNvCxnSpPr/>
            <p:nvPr/>
          </p:nvCxnSpPr>
          <p:spPr>
            <a:xfrm flipH="1">
              <a:off x="241579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grpSp>
      <p:sp>
        <p:nvSpPr>
          <p:cNvPr id="1049694" name="平行四边形 61"/>
          <p:cNvSpPr/>
          <p:nvPr/>
        </p:nvSpPr>
        <p:spPr>
          <a:xfrm>
            <a:off x="589280" y="2655570"/>
            <a:ext cx="2836545" cy="899160"/>
          </a:xfrm>
          <a:prstGeom prst="roundRect">
            <a:avLst/>
          </a:prstGeom>
          <a:gradFill>
            <a:gsLst>
              <a:gs pos="52000">
                <a:srgbClr val="AF1E22"/>
              </a:gs>
              <a:gs pos="100000">
                <a:srgbClr val="E97C30"/>
              </a:gs>
            </a:gsLst>
            <a:lin ang="2400000" scaled="0"/>
          </a:gradFill>
          <a:ln>
            <a:noFill/>
          </a:ln>
          <a:effectLst>
            <a:outerShdw blurRad="584200" dist="292100" dir="2100000" algn="t" rotWithShape="0">
              <a:srgbClr val="AF1E22">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国家安全体系和安全能力现代化</a:t>
            </a:r>
          </a:p>
        </p:txBody>
      </p:sp>
      <p:sp>
        <p:nvSpPr>
          <p:cNvPr id="13" name="平行四边形 66"/>
          <p:cNvSpPr/>
          <p:nvPr>
            <p:custDataLst>
              <p:tags r:id="rId1"/>
            </p:custDataLst>
          </p:nvPr>
        </p:nvSpPr>
        <p:spPr>
          <a:xfrm>
            <a:off x="3992221" y="4237812"/>
            <a:ext cx="2644163" cy="973218"/>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sz="16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第十四章  建设巩固国防和强大人民军队</a:t>
            </a:r>
          </a:p>
          <a:p>
            <a:pPr algn="ctr">
              <a:lnSpc>
                <a:spcPct val="120000"/>
              </a:lnSpc>
            </a:pPr>
            <a:r>
              <a:rPr sz="16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（习近平强军思想）</a:t>
            </a:r>
          </a:p>
        </p:txBody>
      </p:sp>
      <p:grpSp>
        <p:nvGrpSpPr>
          <p:cNvPr id="2" name="组合 39"/>
          <p:cNvGrpSpPr/>
          <p:nvPr/>
        </p:nvGrpSpPr>
        <p:grpSpPr>
          <a:xfrm>
            <a:off x="6565641" y="1048393"/>
            <a:ext cx="4791687" cy="1066083"/>
            <a:chOff x="6881871" y="3657608"/>
            <a:chExt cx="4791687" cy="1066083"/>
          </a:xfrm>
        </p:grpSpPr>
        <p:cxnSp>
          <p:nvCxnSpPr>
            <p:cNvPr id="24" name="连接符: 肘形 12"/>
            <p:cNvCxnSpPr/>
            <p:nvPr>
              <p:custDataLst>
                <p:tags r:id="rId11"/>
              </p:custDataLst>
            </p:nvPr>
          </p:nvCxnSpPr>
          <p:spPr>
            <a:xfrm flipV="1">
              <a:off x="6881871" y="3823945"/>
              <a:ext cx="665643" cy="267117"/>
            </a:xfrm>
            <a:prstGeom prst="bentConnector3">
              <a:avLst>
                <a:gd name="adj1" fmla="val 50026"/>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连接符: 肘形 14"/>
            <p:cNvCxnSpPr/>
            <p:nvPr>
              <p:custDataLst>
                <p:tags r:id="rId12"/>
              </p:custDataLst>
            </p:nvPr>
          </p:nvCxnSpPr>
          <p:spPr>
            <a:xfrm>
              <a:off x="6881871" y="4122177"/>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45813" name="直接箭头连接符 16"/>
            <p:cNvCxnSpPr/>
            <p:nvPr>
              <p:custDataLst>
                <p:tags r:id="rId13"/>
              </p:custDataLst>
            </p:nvPr>
          </p:nvCxnSpPr>
          <p:spPr>
            <a:xfrm>
              <a:off x="6881871" y="412535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26" name="文本框 87"/>
            <p:cNvSpPr txBox="1"/>
            <p:nvPr>
              <p:custDataLst>
                <p:tags r:id="rId14"/>
              </p:custDataLst>
            </p:nvPr>
          </p:nvSpPr>
          <p:spPr>
            <a:xfrm>
              <a:off x="7658453" y="3657608"/>
              <a:ext cx="2316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坚持总体国家安全观的原因</a:t>
              </a:r>
            </a:p>
          </p:txBody>
        </p:sp>
        <p:sp>
          <p:nvSpPr>
            <p:cNvPr id="27" name="文本框 88"/>
            <p:cNvSpPr txBox="1"/>
            <p:nvPr>
              <p:custDataLst>
                <p:tags r:id="rId15"/>
              </p:custDataLst>
            </p:nvPr>
          </p:nvSpPr>
          <p:spPr>
            <a:xfrm>
              <a:off x="7631148" y="4037577"/>
              <a:ext cx="19608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总体国家安全观的内涵</a:t>
              </a:r>
            </a:p>
          </p:txBody>
        </p:sp>
        <p:sp>
          <p:nvSpPr>
            <p:cNvPr id="28" name="文本框 89"/>
            <p:cNvSpPr txBox="1"/>
            <p:nvPr>
              <p:custDataLst>
                <p:tags r:id="rId16"/>
              </p:custDataLst>
            </p:nvPr>
          </p:nvSpPr>
          <p:spPr>
            <a:xfrm>
              <a:off x="7658453" y="4416986"/>
              <a:ext cx="4015105" cy="306705"/>
            </a:xfrm>
            <a:prstGeom prst="rect">
              <a:avLst/>
            </a:prstGeom>
            <a:noFill/>
          </p:spPr>
          <p:txBody>
            <a:bodyPr wrap="none" rtlCol="0">
              <a:spAutoFit/>
            </a:bodyPr>
            <a:lstStyle/>
            <a:p>
              <a:pPr algn="l"/>
              <a:r>
                <a:rPr lang="zh-CN" altLang="en-US" sz="1400" dirty="0">
                  <a:solidFill>
                    <a:srgbClr val="FF0000"/>
                  </a:solidFill>
                  <a:latin typeface="微软雅黑" panose="020B0503020204020204" charset="-122"/>
                  <a:ea typeface="微软雅黑" panose="020B0503020204020204" charset="-122"/>
                </a:rPr>
                <a:t>全面贯彻落实总体国家安全观的要求</a:t>
              </a:r>
              <a:r>
                <a:rPr lang="en-US" altLang="zh-CN" sz="1400" dirty="0">
                  <a:solidFill>
                    <a:srgbClr val="FF0000"/>
                  </a:solidFill>
                  <a:latin typeface="微软雅黑" panose="020B0503020204020204" charset="-122"/>
                  <a:ea typeface="微软雅黑" panose="020B0503020204020204" charset="-122"/>
                </a:rPr>
                <a:t>P267-P268</a:t>
              </a:r>
            </a:p>
          </p:txBody>
        </p:sp>
        <p:sp>
          <p:nvSpPr>
            <p:cNvPr id="29" name="椭圆 95"/>
            <p:cNvSpPr/>
            <p:nvPr>
              <p:custDataLst>
                <p:tags r:id="rId17"/>
              </p:custDataLst>
            </p:nvPr>
          </p:nvSpPr>
          <p:spPr>
            <a:xfrm>
              <a:off x="7547514" y="372803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680" name="椭圆 96"/>
            <p:cNvSpPr/>
            <p:nvPr>
              <p:custDataLst>
                <p:tags r:id="rId18"/>
              </p:custDataLst>
            </p:nvPr>
          </p:nvSpPr>
          <p:spPr>
            <a:xfrm>
              <a:off x="7539894" y="410357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97"/>
            <p:cNvSpPr/>
            <p:nvPr>
              <p:custDataLst>
                <p:tags r:id="rId19"/>
              </p:custDataLst>
            </p:nvPr>
          </p:nvSpPr>
          <p:spPr>
            <a:xfrm>
              <a:off x="7541255" y="449041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39"/>
          <p:cNvGrpSpPr/>
          <p:nvPr/>
        </p:nvGrpSpPr>
        <p:grpSpPr>
          <a:xfrm>
            <a:off x="6469756" y="4237998"/>
            <a:ext cx="5653382" cy="984803"/>
            <a:chOff x="6874251" y="3685548"/>
            <a:chExt cx="5653382" cy="984803"/>
          </a:xfrm>
        </p:grpSpPr>
        <p:cxnSp>
          <p:nvCxnSpPr>
            <p:cNvPr id="4" name="连接符: 肘形 12"/>
            <p:cNvCxnSpPr/>
            <p:nvPr>
              <p:custDataLst>
                <p:tags r:id="rId2"/>
              </p:custDataLst>
            </p:nvPr>
          </p:nvCxnSpPr>
          <p:spPr>
            <a:xfrm flipV="1">
              <a:off x="6881871" y="387093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 name="连接符: 肘形 14"/>
            <p:cNvCxnSpPr/>
            <p:nvPr>
              <p:custDataLst>
                <p:tags r:id="rId3"/>
              </p:custDataLst>
            </p:nvPr>
          </p:nvCxnSpPr>
          <p:spPr>
            <a:xfrm>
              <a:off x="6874251" y="413805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16"/>
            <p:cNvCxnSpPr/>
            <p:nvPr>
              <p:custDataLst>
                <p:tags r:id="rId4"/>
              </p:custDataLst>
            </p:nvPr>
          </p:nvCxnSpPr>
          <p:spPr>
            <a:xfrm>
              <a:off x="6874251" y="4120907"/>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7" name="文本框 87"/>
            <p:cNvSpPr txBox="1"/>
            <p:nvPr>
              <p:custDataLst>
                <p:tags r:id="rId5"/>
              </p:custDataLst>
            </p:nvPr>
          </p:nvSpPr>
          <p:spPr>
            <a:xfrm>
              <a:off x="7666708" y="3685548"/>
              <a:ext cx="2316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习近平强军思想的形成背景</a:t>
              </a:r>
            </a:p>
          </p:txBody>
        </p:sp>
        <p:sp>
          <p:nvSpPr>
            <p:cNvPr id="8" name="文本框 88"/>
            <p:cNvSpPr txBox="1"/>
            <p:nvPr>
              <p:custDataLst>
                <p:tags r:id="rId6"/>
              </p:custDataLst>
            </p:nvPr>
          </p:nvSpPr>
          <p:spPr>
            <a:xfrm>
              <a:off x="7623528" y="4024877"/>
              <a:ext cx="4904105"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习近平强军思想的理论体系（“十一个明确”</a:t>
              </a:r>
              <a:r>
                <a:rPr lang="en-US" altLang="zh-CN" sz="1400" dirty="0">
                  <a:latin typeface="微软雅黑" panose="020B0503020204020204" charset="-122"/>
                  <a:ea typeface="微软雅黑" panose="020B0503020204020204" charset="-122"/>
                </a:rPr>
                <a:t>P277-P278</a:t>
              </a:r>
              <a:r>
                <a:rPr lang="zh-CN" altLang="en-US" sz="1400" dirty="0">
                  <a:latin typeface="微软雅黑" panose="020B0503020204020204" charset="-122"/>
                  <a:ea typeface="微软雅黑" panose="020B0503020204020204" charset="-122"/>
                </a:rPr>
                <a:t>）</a:t>
              </a:r>
            </a:p>
          </p:txBody>
        </p:sp>
        <p:sp>
          <p:nvSpPr>
            <p:cNvPr id="9" name="文本框 89"/>
            <p:cNvSpPr txBox="1"/>
            <p:nvPr>
              <p:custDataLst>
                <p:tags r:id="rId7"/>
              </p:custDataLst>
            </p:nvPr>
          </p:nvSpPr>
          <p:spPr>
            <a:xfrm>
              <a:off x="7629243" y="4363646"/>
              <a:ext cx="2316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习近平强军思想的实践要求</a:t>
              </a:r>
            </a:p>
          </p:txBody>
        </p:sp>
        <p:sp>
          <p:nvSpPr>
            <p:cNvPr id="10" name="椭圆 95"/>
            <p:cNvSpPr/>
            <p:nvPr>
              <p:custDataLst>
                <p:tags r:id="rId8"/>
              </p:custDataLst>
            </p:nvPr>
          </p:nvSpPr>
          <p:spPr>
            <a:xfrm>
              <a:off x="7574819" y="378708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96"/>
            <p:cNvSpPr/>
            <p:nvPr>
              <p:custDataLst>
                <p:tags r:id="rId9"/>
              </p:custDataLst>
            </p:nvPr>
          </p:nvSpPr>
          <p:spPr>
            <a:xfrm>
              <a:off x="7547514" y="406420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97"/>
            <p:cNvSpPr/>
            <p:nvPr>
              <p:custDataLst>
                <p:tags r:id="rId10"/>
              </p:custDataLst>
            </p:nvPr>
          </p:nvSpPr>
          <p:spPr>
            <a:xfrm>
              <a:off x="7547605" y="449739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9694"/>
                                        </p:tgtEl>
                                        <p:attrNameLst>
                                          <p:attrName>style.visibility</p:attrName>
                                        </p:attrNameLst>
                                      </p:cBhvr>
                                      <p:to>
                                        <p:strVal val="visible"/>
                                      </p:to>
                                    </p:set>
                                    <p:animEffect transition="in" filter="wipe(left)">
                                      <p:cBhvr>
                                        <p:cTn id="7" dur="500"/>
                                        <p:tgtEl>
                                          <p:spTgt spid="10496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9"/>
                                        </p:tgtEl>
                                        <p:attrNameLst>
                                          <p:attrName>style.visibility</p:attrName>
                                        </p:attrNameLst>
                                      </p:cBhvr>
                                      <p:to>
                                        <p:strVal val="visible"/>
                                      </p:to>
                                    </p:set>
                                    <p:animEffect transition="in" filter="wipe(left)">
                                      <p:cBhvr>
                                        <p:cTn id="11" dur="500"/>
                                        <p:tgtEl>
                                          <p:spTgt spid="50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49690"/>
                                        </p:tgtEl>
                                        <p:attrNameLst>
                                          <p:attrName>style.visibility</p:attrName>
                                        </p:attrNameLst>
                                      </p:cBhvr>
                                      <p:to>
                                        <p:strVal val="visible"/>
                                      </p:to>
                                    </p:set>
                                    <p:animEffect transition="in" filter="wipe(left)">
                                      <p:cBhvr>
                                        <p:cTn id="15" dur="500"/>
                                        <p:tgtEl>
                                          <p:spTgt spid="104969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90" grpId="0" bldLvl="0" animBg="1"/>
      <p:bldP spid="1049694" grpId="0" bldLvl="0" animBg="1"/>
      <p:bldP spid="13"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rot="16200000">
            <a:off x="4566000" y="-768000"/>
            <a:ext cx="3060000" cy="12192000"/>
          </a:xfrm>
          <a:prstGeom prst="rect">
            <a:avLst/>
          </a:prstGeom>
          <a:gradFill>
            <a:gsLst>
              <a:gs pos="0">
                <a:srgbClr val="AF0000"/>
              </a:gs>
              <a:gs pos="100000">
                <a:srgbClr val="DD1807"/>
              </a:gs>
            </a:gsLst>
            <a:lin ang="5400000" scaled="0"/>
          </a:gradFill>
          <a:ln w="19050">
            <a:noFill/>
          </a:ln>
          <a:effectLst>
            <a:outerShdw dist="101600" dir="16200000" algn="tl" rotWithShape="0">
              <a:srgbClr val="EFD0B6"/>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black"/>
              </a:solidFill>
            </a:endParaRPr>
          </a:p>
        </p:txBody>
      </p:sp>
      <p:sp>
        <p:nvSpPr>
          <p:cNvPr id="5" name="işlídê"/>
          <p:cNvSpPr/>
          <p:nvPr/>
        </p:nvSpPr>
        <p:spPr>
          <a:xfrm>
            <a:off x="814860" y="411062"/>
            <a:ext cx="10562280" cy="4867268"/>
          </a:xfrm>
          <a:prstGeom prst="rect">
            <a:avLst/>
          </a:prstGeom>
          <a:solidFill>
            <a:schemeClr val="bg1"/>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10" name="矩形 9"/>
          <p:cNvSpPr/>
          <p:nvPr/>
        </p:nvSpPr>
        <p:spPr>
          <a:xfrm>
            <a:off x="1115833" y="1170867"/>
            <a:ext cx="4644000" cy="3567451"/>
          </a:xfrm>
          <a:prstGeom prst="rect">
            <a:avLst/>
          </a:prstGeom>
          <a:ln>
            <a:noFill/>
          </a:ln>
        </p:spPr>
        <p:txBody>
          <a:bodyPr wrap="square">
            <a:spAutoFit/>
          </a:bodyPr>
          <a:lstStyle/>
          <a:p>
            <a:pPr marL="342900" indent="-342900" algn="just">
              <a:lnSpc>
                <a:spcPct val="150000"/>
              </a:lnSpc>
              <a:spcAft>
                <a:spcPts val="1200"/>
              </a:spcAft>
              <a:buClr>
                <a:srgbClr val="C00000"/>
              </a:buClr>
              <a:buFont typeface="Wingdings" panose="05000000000000000000" pitchFamily="2" charset="2"/>
              <a:buChar char="n"/>
            </a:pPr>
            <a:r>
              <a:rPr lang="zh-CN" altLang="en-US" dirty="0">
                <a:solidFill>
                  <a:srgbClr val="333333"/>
                </a:solidFill>
                <a:latin typeface="微软雅黑" panose="020B0503020204020204" charset="-122"/>
                <a:ea typeface="微软雅黑" panose="020B0503020204020204" charset="-122"/>
                <a:cs typeface="Times New Roman" panose="02020503050405090304" pitchFamily="18" charset="0"/>
              </a:rPr>
              <a:t>明确党对人民军队的绝对领导是人民军队建军之本、强军之魂</a:t>
            </a:r>
            <a:endParaRPr lang="en-US" altLang="zh-CN" dirty="0">
              <a:solidFill>
                <a:srgbClr val="333333"/>
              </a:solidFill>
              <a:latin typeface="微软雅黑" panose="020B0503020204020204" charset="-122"/>
              <a:ea typeface="微软雅黑" panose="020B0503020204020204" charset="-122"/>
              <a:cs typeface="Times New Roman" panose="02020503050405090304" pitchFamily="18" charset="0"/>
            </a:endParaRPr>
          </a:p>
          <a:p>
            <a:pPr marL="342900" indent="-342900" algn="just">
              <a:lnSpc>
                <a:spcPct val="150000"/>
              </a:lnSpc>
              <a:spcAft>
                <a:spcPts val="1200"/>
              </a:spcAft>
              <a:buClr>
                <a:srgbClr val="C00000"/>
              </a:buClr>
              <a:buFont typeface="Wingdings" panose="05000000000000000000" pitchFamily="2" charset="2"/>
              <a:buChar char="n"/>
            </a:pPr>
            <a:r>
              <a:rPr lang="zh-CN" altLang="en-US" dirty="0">
                <a:solidFill>
                  <a:srgbClr val="333333"/>
                </a:solidFill>
                <a:latin typeface="微软雅黑" panose="020B0503020204020204" charset="-122"/>
                <a:ea typeface="微软雅黑" panose="020B0503020204020204" charset="-122"/>
                <a:cs typeface="Times New Roman" panose="02020503050405090304" pitchFamily="18" charset="0"/>
              </a:rPr>
              <a:t>明确强国必须强军</a:t>
            </a:r>
            <a:endParaRPr lang="en-US" altLang="zh-CN" dirty="0">
              <a:solidFill>
                <a:srgbClr val="333333"/>
              </a:solidFill>
              <a:latin typeface="微软雅黑" panose="020B0503020204020204" charset="-122"/>
              <a:ea typeface="微软雅黑" panose="020B0503020204020204" charset="-122"/>
              <a:cs typeface="Times New Roman" panose="02020503050405090304" pitchFamily="18" charset="0"/>
            </a:endParaRPr>
          </a:p>
          <a:p>
            <a:pPr marL="342900" indent="-342900" algn="just">
              <a:lnSpc>
                <a:spcPct val="150000"/>
              </a:lnSpc>
              <a:spcAft>
                <a:spcPts val="1200"/>
              </a:spcAft>
              <a:buClr>
                <a:srgbClr val="C00000"/>
              </a:buClr>
              <a:buFont typeface="Wingdings" panose="05000000000000000000" pitchFamily="2" charset="2"/>
              <a:buChar char="n"/>
            </a:pPr>
            <a:r>
              <a:rPr lang="zh-CN" altLang="en-US" dirty="0">
                <a:solidFill>
                  <a:srgbClr val="333333"/>
                </a:solidFill>
                <a:latin typeface="微软雅黑" panose="020B0503020204020204" charset="-122"/>
                <a:ea typeface="微软雅黑" panose="020B0503020204020204" charset="-122"/>
                <a:cs typeface="Times New Roman" panose="02020503050405090304" pitchFamily="18" charset="0"/>
              </a:rPr>
              <a:t>明确党在新时代的强军目标</a:t>
            </a:r>
            <a:endParaRPr lang="en-US" altLang="zh-CN" dirty="0">
              <a:solidFill>
                <a:srgbClr val="333333"/>
              </a:solidFill>
              <a:latin typeface="微软雅黑" panose="020B0503020204020204" charset="-122"/>
              <a:ea typeface="微软雅黑" panose="020B0503020204020204" charset="-122"/>
              <a:cs typeface="Times New Roman" panose="02020503050405090304" pitchFamily="18" charset="0"/>
            </a:endParaRPr>
          </a:p>
          <a:p>
            <a:pPr marL="342900" indent="-342900" algn="just">
              <a:lnSpc>
                <a:spcPct val="150000"/>
              </a:lnSpc>
              <a:spcAft>
                <a:spcPts val="1200"/>
              </a:spcAft>
              <a:buClr>
                <a:srgbClr val="C00000"/>
              </a:buClr>
              <a:buFont typeface="Wingdings" panose="05000000000000000000" pitchFamily="2" charset="2"/>
              <a:buChar char="n"/>
            </a:pPr>
            <a:r>
              <a:rPr lang="zh-CN" altLang="en-US" dirty="0">
                <a:solidFill>
                  <a:srgbClr val="333333"/>
                </a:solidFill>
                <a:latin typeface="微软雅黑" panose="020B0503020204020204" charset="-122"/>
                <a:ea typeface="微软雅黑" panose="020B0503020204020204" charset="-122"/>
                <a:cs typeface="Times New Roman" panose="02020503050405090304" pitchFamily="18" charset="0"/>
              </a:rPr>
              <a:t>明确军队是要准备打仗的</a:t>
            </a:r>
            <a:endParaRPr lang="en-US" altLang="zh-CN" dirty="0">
              <a:solidFill>
                <a:srgbClr val="333333"/>
              </a:solidFill>
              <a:latin typeface="微软雅黑" panose="020B0503020204020204" charset="-122"/>
              <a:ea typeface="微软雅黑" panose="020B0503020204020204" charset="-122"/>
              <a:cs typeface="Times New Roman" panose="02020503050405090304" pitchFamily="18" charset="0"/>
            </a:endParaRPr>
          </a:p>
          <a:p>
            <a:pPr marL="342900" indent="-342900" algn="just">
              <a:lnSpc>
                <a:spcPct val="150000"/>
              </a:lnSpc>
              <a:spcAft>
                <a:spcPts val="1200"/>
              </a:spcAft>
              <a:buClr>
                <a:srgbClr val="C00000"/>
              </a:buClr>
              <a:buFont typeface="Wingdings" panose="05000000000000000000" pitchFamily="2" charset="2"/>
              <a:buChar char="n"/>
            </a:pPr>
            <a:r>
              <a:rPr lang="zh-CN" altLang="en-US" dirty="0">
                <a:solidFill>
                  <a:srgbClr val="333333"/>
                </a:solidFill>
                <a:latin typeface="微软雅黑" panose="020B0503020204020204" charset="-122"/>
                <a:ea typeface="微软雅黑" panose="020B0503020204020204" charset="-122"/>
                <a:cs typeface="Times New Roman" panose="02020503050405090304" pitchFamily="18" charset="0"/>
              </a:rPr>
              <a:t>明确推进强军事业必须坚持政治建军、改革强军、</a:t>
            </a:r>
            <a:r>
              <a:rPr lang="zh-CN" altLang="en-US" dirty="0">
                <a:solidFill>
                  <a:srgbClr val="FF0000"/>
                </a:solidFill>
                <a:highlight>
                  <a:srgbClr val="FFFF00"/>
                </a:highlight>
                <a:latin typeface="微软雅黑" panose="020B0503020204020204" charset="-122"/>
                <a:ea typeface="微软雅黑" panose="020B0503020204020204" charset="-122"/>
                <a:cs typeface="Times New Roman" panose="02020503050405090304" pitchFamily="18" charset="0"/>
              </a:rPr>
              <a:t>科技</a:t>
            </a:r>
            <a:r>
              <a:rPr lang="zh-CN" altLang="en-US" dirty="0">
                <a:solidFill>
                  <a:srgbClr val="FF0000"/>
                </a:solidFill>
                <a:latin typeface="微软雅黑" panose="020B0503020204020204" charset="-122"/>
                <a:ea typeface="微软雅黑" panose="020B0503020204020204" charset="-122"/>
                <a:cs typeface="Times New Roman" panose="02020503050405090304" pitchFamily="18" charset="0"/>
              </a:rPr>
              <a:t>强军</a:t>
            </a:r>
            <a:r>
              <a:rPr lang="zh-CN" altLang="en-US" dirty="0">
                <a:solidFill>
                  <a:srgbClr val="333333"/>
                </a:solidFill>
                <a:latin typeface="微软雅黑" panose="020B0503020204020204" charset="-122"/>
                <a:ea typeface="微软雅黑" panose="020B0503020204020204" charset="-122"/>
                <a:cs typeface="Times New Roman" panose="02020503050405090304" pitchFamily="18" charset="0"/>
              </a:rPr>
              <a:t>、人才强军、依法治军</a:t>
            </a:r>
            <a:endParaRPr lang="en-US" altLang="zh-CN" dirty="0">
              <a:solidFill>
                <a:srgbClr val="333333"/>
              </a:solidFill>
              <a:latin typeface="微软雅黑" panose="020B0503020204020204" charset="-122"/>
              <a:ea typeface="微软雅黑" panose="020B0503020204020204" charset="-122"/>
              <a:cs typeface="Times New Roman" panose="02020503050405090304" pitchFamily="18" charset="0"/>
            </a:endParaRPr>
          </a:p>
        </p:txBody>
      </p:sp>
      <p:pic>
        <p:nvPicPr>
          <p:cNvPr id="13" name="图片 12" descr="upload_post_object_v2_943865234"/>
          <p:cNvPicPr>
            <a:picLocks noChangeAspect="1"/>
          </p:cNvPicPr>
          <p:nvPr>
            <p:custDataLst>
              <p:tags r:id="rId1"/>
            </p:custDataLst>
          </p:nvPr>
        </p:nvPicPr>
        <p:blipFill>
          <a:blip r:embed="rId4"/>
          <a:stretch>
            <a:fillRect/>
          </a:stretch>
        </p:blipFill>
        <p:spPr>
          <a:xfrm>
            <a:off x="6065466" y="1310788"/>
            <a:ext cx="30568" cy="3698694"/>
          </a:xfrm>
          <a:prstGeom prst="rect">
            <a:avLst/>
          </a:prstGeom>
        </p:spPr>
      </p:pic>
      <p:grpSp>
        <p:nvGrpSpPr>
          <p:cNvPr id="6" name="组合 5"/>
          <p:cNvGrpSpPr/>
          <p:nvPr/>
        </p:nvGrpSpPr>
        <p:grpSpPr>
          <a:xfrm>
            <a:off x="1196780" y="625266"/>
            <a:ext cx="9583262" cy="353568"/>
            <a:chOff x="1197415" y="1303446"/>
            <a:chExt cx="9583262" cy="353568"/>
          </a:xfrm>
        </p:grpSpPr>
        <p:cxnSp>
          <p:nvCxnSpPr>
            <p:cNvPr id="7" name="直接连接符 6"/>
            <p:cNvCxnSpPr/>
            <p:nvPr/>
          </p:nvCxnSpPr>
          <p:spPr>
            <a:xfrm>
              <a:off x="3176206" y="1479087"/>
              <a:ext cx="7604471" cy="0"/>
            </a:xfrm>
            <a:prstGeom prst="line">
              <a:avLst/>
            </a:prstGeom>
            <a:ln>
              <a:solidFill>
                <a:srgbClr val="B00000"/>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197415" y="1303446"/>
              <a:ext cx="1880616" cy="353568"/>
            </a:xfrm>
            <a:custGeom>
              <a:avLst/>
              <a:gdLst/>
              <a:ahLst/>
              <a:cxnLst/>
              <a:rect l="l" t="t" r="r" b="b"/>
              <a:pathLst>
                <a:path w="1880616" h="353568">
                  <a:moveTo>
                    <a:pt x="1795653" y="236220"/>
                  </a:moveTo>
                  <a:cubicBezTo>
                    <a:pt x="1795653" y="262382"/>
                    <a:pt x="1795780" y="281940"/>
                    <a:pt x="1796034" y="294894"/>
                  </a:cubicBezTo>
                  <a:lnTo>
                    <a:pt x="1805940" y="295275"/>
                  </a:lnTo>
                  <a:cubicBezTo>
                    <a:pt x="1808734" y="295529"/>
                    <a:pt x="1811020" y="294513"/>
                    <a:pt x="1812798" y="292227"/>
                  </a:cubicBezTo>
                  <a:cubicBezTo>
                    <a:pt x="1814830" y="289687"/>
                    <a:pt x="1815846" y="285877"/>
                    <a:pt x="1815846" y="280797"/>
                  </a:cubicBezTo>
                  <a:lnTo>
                    <a:pt x="1815846" y="236220"/>
                  </a:lnTo>
                  <a:close/>
                  <a:moveTo>
                    <a:pt x="1795653" y="174879"/>
                  </a:moveTo>
                  <a:lnTo>
                    <a:pt x="1795653" y="227076"/>
                  </a:lnTo>
                  <a:lnTo>
                    <a:pt x="1815846" y="227076"/>
                  </a:lnTo>
                  <a:lnTo>
                    <a:pt x="1815846" y="174879"/>
                  </a:lnTo>
                  <a:close/>
                  <a:moveTo>
                    <a:pt x="1723263" y="174879"/>
                  </a:moveTo>
                  <a:cubicBezTo>
                    <a:pt x="1722755" y="196723"/>
                    <a:pt x="1721739" y="214122"/>
                    <a:pt x="1720215" y="227076"/>
                  </a:cubicBezTo>
                  <a:lnTo>
                    <a:pt x="1744599" y="227076"/>
                  </a:lnTo>
                  <a:lnTo>
                    <a:pt x="1744599" y="174879"/>
                  </a:lnTo>
                  <a:close/>
                  <a:moveTo>
                    <a:pt x="1213866" y="150114"/>
                  </a:moveTo>
                  <a:lnTo>
                    <a:pt x="1213866" y="243078"/>
                  </a:lnTo>
                  <a:lnTo>
                    <a:pt x="1240155" y="243078"/>
                  </a:lnTo>
                  <a:lnTo>
                    <a:pt x="1240155" y="150114"/>
                  </a:lnTo>
                  <a:close/>
                  <a:moveTo>
                    <a:pt x="1591818" y="142494"/>
                  </a:moveTo>
                  <a:lnTo>
                    <a:pt x="1591818" y="261747"/>
                  </a:lnTo>
                  <a:lnTo>
                    <a:pt x="1610106" y="261747"/>
                  </a:lnTo>
                  <a:lnTo>
                    <a:pt x="1610106" y="142494"/>
                  </a:lnTo>
                  <a:close/>
                  <a:moveTo>
                    <a:pt x="1373886" y="126873"/>
                  </a:moveTo>
                  <a:cubicBezTo>
                    <a:pt x="1373886" y="155829"/>
                    <a:pt x="1371981" y="181102"/>
                    <a:pt x="1368171" y="202692"/>
                  </a:cubicBezTo>
                  <a:lnTo>
                    <a:pt x="1423797" y="202692"/>
                  </a:lnTo>
                  <a:lnTo>
                    <a:pt x="1423797" y="126873"/>
                  </a:lnTo>
                  <a:close/>
                  <a:moveTo>
                    <a:pt x="672465" y="125349"/>
                  </a:moveTo>
                  <a:lnTo>
                    <a:pt x="731901" y="170307"/>
                  </a:lnTo>
                  <a:cubicBezTo>
                    <a:pt x="735711" y="173355"/>
                    <a:pt x="736854" y="176022"/>
                    <a:pt x="735330" y="178308"/>
                  </a:cubicBezTo>
                  <a:cubicBezTo>
                    <a:pt x="733552" y="180848"/>
                    <a:pt x="729615" y="182118"/>
                    <a:pt x="723519" y="182118"/>
                  </a:cubicBezTo>
                  <a:lnTo>
                    <a:pt x="385191" y="182118"/>
                  </a:lnTo>
                  <a:lnTo>
                    <a:pt x="385191" y="172212"/>
                  </a:lnTo>
                  <a:lnTo>
                    <a:pt x="638937" y="172212"/>
                  </a:lnTo>
                  <a:close/>
                  <a:moveTo>
                    <a:pt x="1795653" y="113538"/>
                  </a:moveTo>
                  <a:lnTo>
                    <a:pt x="1795653" y="165735"/>
                  </a:lnTo>
                  <a:lnTo>
                    <a:pt x="1815846" y="165735"/>
                  </a:lnTo>
                  <a:lnTo>
                    <a:pt x="1815846" y="113538"/>
                  </a:lnTo>
                  <a:close/>
                  <a:moveTo>
                    <a:pt x="1723263" y="113538"/>
                  </a:moveTo>
                  <a:lnTo>
                    <a:pt x="1723263" y="165735"/>
                  </a:lnTo>
                  <a:lnTo>
                    <a:pt x="1744599" y="165735"/>
                  </a:lnTo>
                  <a:lnTo>
                    <a:pt x="1744599" y="113538"/>
                  </a:lnTo>
                  <a:close/>
                  <a:moveTo>
                    <a:pt x="904494" y="109347"/>
                  </a:moveTo>
                  <a:lnTo>
                    <a:pt x="978408" y="115062"/>
                  </a:lnTo>
                  <a:cubicBezTo>
                    <a:pt x="984250" y="115316"/>
                    <a:pt x="987171" y="116967"/>
                    <a:pt x="987171" y="120015"/>
                  </a:cubicBezTo>
                  <a:cubicBezTo>
                    <a:pt x="987171" y="126365"/>
                    <a:pt x="980948" y="131826"/>
                    <a:pt x="968502" y="136398"/>
                  </a:cubicBezTo>
                  <a:lnTo>
                    <a:pt x="968502" y="219837"/>
                  </a:lnTo>
                  <a:cubicBezTo>
                    <a:pt x="968502" y="255143"/>
                    <a:pt x="969010" y="293370"/>
                    <a:pt x="970026" y="334518"/>
                  </a:cubicBezTo>
                  <a:cubicBezTo>
                    <a:pt x="970026" y="340614"/>
                    <a:pt x="968375" y="344043"/>
                    <a:pt x="965073" y="344805"/>
                  </a:cubicBezTo>
                  <a:cubicBezTo>
                    <a:pt x="946023" y="347345"/>
                    <a:pt x="925576" y="348615"/>
                    <a:pt x="903732" y="348615"/>
                  </a:cubicBezTo>
                  <a:cubicBezTo>
                    <a:pt x="905256" y="312547"/>
                    <a:pt x="906018" y="269621"/>
                    <a:pt x="906018" y="219837"/>
                  </a:cubicBezTo>
                  <a:lnTo>
                    <a:pt x="906018" y="185928"/>
                  </a:lnTo>
                  <a:cubicBezTo>
                    <a:pt x="906018" y="155448"/>
                    <a:pt x="905510" y="129921"/>
                    <a:pt x="904494" y="109347"/>
                  </a:cubicBezTo>
                  <a:close/>
                  <a:moveTo>
                    <a:pt x="1737741" y="58674"/>
                  </a:moveTo>
                  <a:cubicBezTo>
                    <a:pt x="1726819" y="73406"/>
                    <a:pt x="1714500" y="87249"/>
                    <a:pt x="1700784" y="100203"/>
                  </a:cubicBezTo>
                  <a:lnTo>
                    <a:pt x="1728597" y="104394"/>
                  </a:lnTo>
                  <a:lnTo>
                    <a:pt x="1758315" y="104394"/>
                  </a:lnTo>
                  <a:lnTo>
                    <a:pt x="1772412" y="58674"/>
                  </a:lnTo>
                  <a:close/>
                  <a:moveTo>
                    <a:pt x="1213866" y="51816"/>
                  </a:moveTo>
                  <a:lnTo>
                    <a:pt x="1213866" y="140970"/>
                  </a:lnTo>
                  <a:lnTo>
                    <a:pt x="1240155" y="140970"/>
                  </a:lnTo>
                  <a:lnTo>
                    <a:pt x="1240155" y="51816"/>
                  </a:lnTo>
                  <a:close/>
                  <a:moveTo>
                    <a:pt x="1373886" y="43434"/>
                  </a:moveTo>
                  <a:lnTo>
                    <a:pt x="1373886" y="117729"/>
                  </a:lnTo>
                  <a:lnTo>
                    <a:pt x="1423797" y="117729"/>
                  </a:lnTo>
                  <a:lnTo>
                    <a:pt x="1423797" y="43434"/>
                  </a:lnTo>
                  <a:close/>
                  <a:moveTo>
                    <a:pt x="1248537" y="14859"/>
                  </a:moveTo>
                  <a:lnTo>
                    <a:pt x="1306449" y="38100"/>
                  </a:lnTo>
                  <a:cubicBezTo>
                    <a:pt x="1309497" y="38862"/>
                    <a:pt x="1311021" y="40386"/>
                    <a:pt x="1311021" y="42672"/>
                  </a:cubicBezTo>
                  <a:cubicBezTo>
                    <a:pt x="1310767" y="47498"/>
                    <a:pt x="1305687" y="53467"/>
                    <a:pt x="1295781" y="60579"/>
                  </a:cubicBezTo>
                  <a:lnTo>
                    <a:pt x="1295781" y="148209"/>
                  </a:lnTo>
                  <a:cubicBezTo>
                    <a:pt x="1295781" y="177673"/>
                    <a:pt x="1296162" y="214884"/>
                    <a:pt x="1296924" y="259842"/>
                  </a:cubicBezTo>
                  <a:cubicBezTo>
                    <a:pt x="1296924" y="265176"/>
                    <a:pt x="1293368" y="268351"/>
                    <a:pt x="1286256" y="269367"/>
                  </a:cubicBezTo>
                  <a:cubicBezTo>
                    <a:pt x="1273810" y="272669"/>
                    <a:pt x="1258443" y="274701"/>
                    <a:pt x="1240155" y="275463"/>
                  </a:cubicBezTo>
                  <a:lnTo>
                    <a:pt x="1240155" y="252222"/>
                  </a:lnTo>
                  <a:lnTo>
                    <a:pt x="1213866" y="252222"/>
                  </a:lnTo>
                  <a:lnTo>
                    <a:pt x="1213866" y="272796"/>
                  </a:lnTo>
                  <a:cubicBezTo>
                    <a:pt x="1213866" y="276352"/>
                    <a:pt x="1212977" y="279146"/>
                    <a:pt x="1211199" y="281178"/>
                  </a:cubicBezTo>
                  <a:cubicBezTo>
                    <a:pt x="1209421" y="282956"/>
                    <a:pt x="1206500" y="284353"/>
                    <a:pt x="1202436" y="285369"/>
                  </a:cubicBezTo>
                  <a:cubicBezTo>
                    <a:pt x="1188720" y="287909"/>
                    <a:pt x="1173099" y="289433"/>
                    <a:pt x="1155573" y="289941"/>
                  </a:cubicBezTo>
                  <a:cubicBezTo>
                    <a:pt x="1156589" y="256413"/>
                    <a:pt x="1157097" y="217678"/>
                    <a:pt x="1157097" y="173736"/>
                  </a:cubicBezTo>
                  <a:lnTo>
                    <a:pt x="1157097" y="85725"/>
                  </a:lnTo>
                  <a:cubicBezTo>
                    <a:pt x="1157097" y="57531"/>
                    <a:pt x="1156843" y="36957"/>
                    <a:pt x="1156335" y="24003"/>
                  </a:cubicBezTo>
                  <a:lnTo>
                    <a:pt x="1222248" y="42672"/>
                  </a:lnTo>
                  <a:lnTo>
                    <a:pt x="1232535" y="42672"/>
                  </a:lnTo>
                  <a:close/>
                  <a:moveTo>
                    <a:pt x="139065" y="6096"/>
                  </a:moveTo>
                  <a:lnTo>
                    <a:pt x="219456" y="10668"/>
                  </a:lnTo>
                  <a:cubicBezTo>
                    <a:pt x="224790" y="11430"/>
                    <a:pt x="227711" y="13589"/>
                    <a:pt x="228219" y="17145"/>
                  </a:cubicBezTo>
                  <a:cubicBezTo>
                    <a:pt x="228219" y="24511"/>
                    <a:pt x="221488" y="30480"/>
                    <a:pt x="208026" y="35052"/>
                  </a:cubicBezTo>
                  <a:lnTo>
                    <a:pt x="208026" y="148209"/>
                  </a:lnTo>
                  <a:lnTo>
                    <a:pt x="270510" y="148209"/>
                  </a:lnTo>
                  <a:lnTo>
                    <a:pt x="301752" y="104394"/>
                  </a:lnTo>
                  <a:lnTo>
                    <a:pt x="355473" y="145923"/>
                  </a:lnTo>
                  <a:cubicBezTo>
                    <a:pt x="359029" y="148717"/>
                    <a:pt x="360045" y="151257"/>
                    <a:pt x="358521" y="153543"/>
                  </a:cubicBezTo>
                  <a:cubicBezTo>
                    <a:pt x="356743" y="156083"/>
                    <a:pt x="352933" y="157353"/>
                    <a:pt x="347091" y="157353"/>
                  </a:cubicBezTo>
                  <a:lnTo>
                    <a:pt x="208026" y="157353"/>
                  </a:lnTo>
                  <a:lnTo>
                    <a:pt x="208026" y="220218"/>
                  </a:lnTo>
                  <a:cubicBezTo>
                    <a:pt x="208026" y="261366"/>
                    <a:pt x="208534" y="299593"/>
                    <a:pt x="209550" y="334899"/>
                  </a:cubicBezTo>
                  <a:cubicBezTo>
                    <a:pt x="209550" y="338201"/>
                    <a:pt x="208788" y="340868"/>
                    <a:pt x="207264" y="342900"/>
                  </a:cubicBezTo>
                  <a:cubicBezTo>
                    <a:pt x="206248" y="344424"/>
                    <a:pt x="204978" y="345313"/>
                    <a:pt x="203454" y="345567"/>
                  </a:cubicBezTo>
                  <a:cubicBezTo>
                    <a:pt x="184150" y="347853"/>
                    <a:pt x="162433" y="348996"/>
                    <a:pt x="138303" y="348996"/>
                  </a:cubicBezTo>
                  <a:cubicBezTo>
                    <a:pt x="139827" y="302768"/>
                    <a:pt x="140589" y="259842"/>
                    <a:pt x="140589" y="220218"/>
                  </a:cubicBezTo>
                  <a:lnTo>
                    <a:pt x="140589" y="157353"/>
                  </a:lnTo>
                  <a:lnTo>
                    <a:pt x="0" y="157353"/>
                  </a:lnTo>
                  <a:lnTo>
                    <a:pt x="0" y="148209"/>
                  </a:lnTo>
                  <a:lnTo>
                    <a:pt x="140589" y="148209"/>
                  </a:lnTo>
                  <a:lnTo>
                    <a:pt x="140589" y="87249"/>
                  </a:lnTo>
                  <a:cubicBezTo>
                    <a:pt x="140589" y="62611"/>
                    <a:pt x="140081" y="35560"/>
                    <a:pt x="139065" y="6096"/>
                  </a:cubicBezTo>
                  <a:close/>
                  <a:moveTo>
                    <a:pt x="1430655" y="4953"/>
                  </a:moveTo>
                  <a:lnTo>
                    <a:pt x="1490472" y="27813"/>
                  </a:lnTo>
                  <a:cubicBezTo>
                    <a:pt x="1495298" y="29083"/>
                    <a:pt x="1497711" y="30988"/>
                    <a:pt x="1497711" y="33528"/>
                  </a:cubicBezTo>
                  <a:cubicBezTo>
                    <a:pt x="1497711" y="38862"/>
                    <a:pt x="1492377" y="45212"/>
                    <a:pt x="1481709" y="52578"/>
                  </a:cubicBezTo>
                  <a:lnTo>
                    <a:pt x="1481709" y="135636"/>
                  </a:lnTo>
                  <a:cubicBezTo>
                    <a:pt x="1481709" y="191516"/>
                    <a:pt x="1482471" y="246634"/>
                    <a:pt x="1483995" y="300990"/>
                  </a:cubicBezTo>
                  <a:cubicBezTo>
                    <a:pt x="1484757" y="313690"/>
                    <a:pt x="1479550" y="323723"/>
                    <a:pt x="1468374" y="331089"/>
                  </a:cubicBezTo>
                  <a:cubicBezTo>
                    <a:pt x="1455674" y="339217"/>
                    <a:pt x="1434084" y="345059"/>
                    <a:pt x="1403604" y="348615"/>
                  </a:cubicBezTo>
                  <a:cubicBezTo>
                    <a:pt x="1401826" y="333375"/>
                    <a:pt x="1397762" y="322326"/>
                    <a:pt x="1391412" y="315468"/>
                  </a:cubicBezTo>
                  <a:cubicBezTo>
                    <a:pt x="1384808" y="308356"/>
                    <a:pt x="1371346" y="300736"/>
                    <a:pt x="1351026" y="292608"/>
                  </a:cubicBezTo>
                  <a:lnTo>
                    <a:pt x="1352931" y="285369"/>
                  </a:lnTo>
                  <a:lnTo>
                    <a:pt x="1408938" y="287655"/>
                  </a:lnTo>
                  <a:cubicBezTo>
                    <a:pt x="1414780" y="287909"/>
                    <a:pt x="1418717" y="286639"/>
                    <a:pt x="1420749" y="283845"/>
                  </a:cubicBezTo>
                  <a:cubicBezTo>
                    <a:pt x="1422781" y="281305"/>
                    <a:pt x="1423797" y="276225"/>
                    <a:pt x="1423797" y="268605"/>
                  </a:cubicBezTo>
                  <a:lnTo>
                    <a:pt x="1423797" y="211836"/>
                  </a:lnTo>
                  <a:lnTo>
                    <a:pt x="1366647" y="211836"/>
                  </a:lnTo>
                  <a:cubicBezTo>
                    <a:pt x="1360043" y="243840"/>
                    <a:pt x="1347470" y="270764"/>
                    <a:pt x="1328928" y="292608"/>
                  </a:cubicBezTo>
                  <a:cubicBezTo>
                    <a:pt x="1311656" y="312928"/>
                    <a:pt x="1285494" y="333248"/>
                    <a:pt x="1250442" y="353568"/>
                  </a:cubicBezTo>
                  <a:lnTo>
                    <a:pt x="1245870" y="347853"/>
                  </a:lnTo>
                  <a:cubicBezTo>
                    <a:pt x="1273556" y="314325"/>
                    <a:pt x="1292352" y="282702"/>
                    <a:pt x="1302258" y="252984"/>
                  </a:cubicBezTo>
                  <a:cubicBezTo>
                    <a:pt x="1311910" y="223266"/>
                    <a:pt x="1316482" y="180975"/>
                    <a:pt x="1315974" y="126111"/>
                  </a:cubicBezTo>
                  <a:lnTo>
                    <a:pt x="1315974" y="91440"/>
                  </a:lnTo>
                  <a:cubicBezTo>
                    <a:pt x="1315974" y="65532"/>
                    <a:pt x="1315847" y="39497"/>
                    <a:pt x="1315593" y="13335"/>
                  </a:cubicBezTo>
                  <a:lnTo>
                    <a:pt x="1382649" y="34290"/>
                  </a:lnTo>
                  <a:lnTo>
                    <a:pt x="1414653" y="34290"/>
                  </a:lnTo>
                  <a:close/>
                  <a:moveTo>
                    <a:pt x="901446" y="762"/>
                  </a:moveTo>
                  <a:lnTo>
                    <a:pt x="977646" y="17145"/>
                  </a:lnTo>
                  <a:cubicBezTo>
                    <a:pt x="982472" y="18161"/>
                    <a:pt x="984885" y="20193"/>
                    <a:pt x="984885" y="23241"/>
                  </a:cubicBezTo>
                  <a:cubicBezTo>
                    <a:pt x="984885" y="29845"/>
                    <a:pt x="977138" y="34671"/>
                    <a:pt x="961644" y="37719"/>
                  </a:cubicBezTo>
                  <a:cubicBezTo>
                    <a:pt x="961390" y="38227"/>
                    <a:pt x="961009" y="38735"/>
                    <a:pt x="960501" y="39243"/>
                  </a:cubicBezTo>
                  <a:cubicBezTo>
                    <a:pt x="985139" y="59563"/>
                    <a:pt x="1009523" y="75438"/>
                    <a:pt x="1033653" y="86868"/>
                  </a:cubicBezTo>
                  <a:cubicBezTo>
                    <a:pt x="1059561" y="99060"/>
                    <a:pt x="1091184" y="109347"/>
                    <a:pt x="1128522" y="117729"/>
                  </a:cubicBezTo>
                  <a:lnTo>
                    <a:pt x="1127760" y="124587"/>
                  </a:lnTo>
                  <a:cubicBezTo>
                    <a:pt x="1109472" y="132461"/>
                    <a:pt x="1094359" y="152400"/>
                    <a:pt x="1082421" y="184404"/>
                  </a:cubicBezTo>
                  <a:cubicBezTo>
                    <a:pt x="1050163" y="166878"/>
                    <a:pt x="1024255" y="148082"/>
                    <a:pt x="1004697" y="128016"/>
                  </a:cubicBezTo>
                  <a:cubicBezTo>
                    <a:pt x="984885" y="107696"/>
                    <a:pt x="967613" y="81788"/>
                    <a:pt x="952881" y="50292"/>
                  </a:cubicBezTo>
                  <a:cubicBezTo>
                    <a:pt x="910209" y="110998"/>
                    <a:pt x="846836" y="157226"/>
                    <a:pt x="762762" y="188976"/>
                  </a:cubicBezTo>
                  <a:lnTo>
                    <a:pt x="758952" y="184404"/>
                  </a:lnTo>
                  <a:cubicBezTo>
                    <a:pt x="811784" y="141224"/>
                    <a:pt x="852932" y="94107"/>
                    <a:pt x="882396" y="43053"/>
                  </a:cubicBezTo>
                  <a:cubicBezTo>
                    <a:pt x="891540" y="27305"/>
                    <a:pt x="897890" y="13208"/>
                    <a:pt x="901446" y="762"/>
                  </a:cubicBezTo>
                  <a:close/>
                  <a:moveTo>
                    <a:pt x="1699260" y="0"/>
                  </a:moveTo>
                  <a:lnTo>
                    <a:pt x="1766316" y="16383"/>
                  </a:lnTo>
                  <a:cubicBezTo>
                    <a:pt x="1771650" y="17653"/>
                    <a:pt x="1774317" y="19939"/>
                    <a:pt x="1774317" y="23241"/>
                  </a:cubicBezTo>
                  <a:cubicBezTo>
                    <a:pt x="1774317" y="28575"/>
                    <a:pt x="1767332" y="32512"/>
                    <a:pt x="1753362" y="35052"/>
                  </a:cubicBezTo>
                  <a:cubicBezTo>
                    <a:pt x="1750060" y="40640"/>
                    <a:pt x="1746885" y="45720"/>
                    <a:pt x="1743837" y="50292"/>
                  </a:cubicBezTo>
                  <a:lnTo>
                    <a:pt x="1768221" y="50292"/>
                  </a:lnTo>
                  <a:lnTo>
                    <a:pt x="1784604" y="27051"/>
                  </a:lnTo>
                  <a:lnTo>
                    <a:pt x="1829562" y="52578"/>
                  </a:lnTo>
                  <a:cubicBezTo>
                    <a:pt x="1832864" y="54356"/>
                    <a:pt x="1834515" y="56642"/>
                    <a:pt x="1834515" y="59436"/>
                  </a:cubicBezTo>
                  <a:cubicBezTo>
                    <a:pt x="1834515" y="66040"/>
                    <a:pt x="1827784" y="70231"/>
                    <a:pt x="1814322" y="72009"/>
                  </a:cubicBezTo>
                  <a:cubicBezTo>
                    <a:pt x="1802130" y="84201"/>
                    <a:pt x="1789430" y="94996"/>
                    <a:pt x="1776222" y="104394"/>
                  </a:cubicBezTo>
                  <a:lnTo>
                    <a:pt x="1808226" y="104394"/>
                  </a:lnTo>
                  <a:lnTo>
                    <a:pt x="1823466" y="77343"/>
                  </a:lnTo>
                  <a:lnTo>
                    <a:pt x="1872996" y="96774"/>
                  </a:lnTo>
                  <a:cubicBezTo>
                    <a:pt x="1875536" y="97536"/>
                    <a:pt x="1877568" y="98933"/>
                    <a:pt x="1879092" y="100965"/>
                  </a:cubicBezTo>
                  <a:cubicBezTo>
                    <a:pt x="1880108" y="102235"/>
                    <a:pt x="1880616" y="103632"/>
                    <a:pt x="1880616" y="105156"/>
                  </a:cubicBezTo>
                  <a:cubicBezTo>
                    <a:pt x="1880616" y="109474"/>
                    <a:pt x="1876298" y="115062"/>
                    <a:pt x="1867662" y="121920"/>
                  </a:cubicBezTo>
                  <a:lnTo>
                    <a:pt x="1867662" y="154686"/>
                  </a:lnTo>
                  <a:cubicBezTo>
                    <a:pt x="1867662" y="196088"/>
                    <a:pt x="1868170" y="245745"/>
                    <a:pt x="1869186" y="303657"/>
                  </a:cubicBezTo>
                  <a:cubicBezTo>
                    <a:pt x="1869694" y="316611"/>
                    <a:pt x="1865503" y="326390"/>
                    <a:pt x="1856613" y="332994"/>
                  </a:cubicBezTo>
                  <a:cubicBezTo>
                    <a:pt x="1847469" y="340106"/>
                    <a:pt x="1831086" y="345186"/>
                    <a:pt x="1807464" y="348234"/>
                  </a:cubicBezTo>
                  <a:cubicBezTo>
                    <a:pt x="1806956" y="331470"/>
                    <a:pt x="1803273" y="319532"/>
                    <a:pt x="1796415" y="312420"/>
                  </a:cubicBezTo>
                  <a:lnTo>
                    <a:pt x="1796415" y="312801"/>
                  </a:lnTo>
                  <a:cubicBezTo>
                    <a:pt x="1796415" y="320167"/>
                    <a:pt x="1792097" y="324612"/>
                    <a:pt x="1783461" y="326136"/>
                  </a:cubicBezTo>
                  <a:cubicBezTo>
                    <a:pt x="1768729" y="328676"/>
                    <a:pt x="1755267" y="329946"/>
                    <a:pt x="1743075" y="329946"/>
                  </a:cubicBezTo>
                  <a:cubicBezTo>
                    <a:pt x="1744091" y="303530"/>
                    <a:pt x="1744599" y="275336"/>
                    <a:pt x="1744599" y="245364"/>
                  </a:cubicBezTo>
                  <a:lnTo>
                    <a:pt x="1744599" y="236220"/>
                  </a:lnTo>
                  <a:lnTo>
                    <a:pt x="1718691" y="236220"/>
                  </a:lnTo>
                  <a:cubicBezTo>
                    <a:pt x="1714119" y="262382"/>
                    <a:pt x="1704594" y="283591"/>
                    <a:pt x="1690116" y="299847"/>
                  </a:cubicBezTo>
                  <a:cubicBezTo>
                    <a:pt x="1676654" y="315087"/>
                    <a:pt x="1655064" y="330327"/>
                    <a:pt x="1625346" y="345567"/>
                  </a:cubicBezTo>
                  <a:lnTo>
                    <a:pt x="1621917" y="338709"/>
                  </a:lnTo>
                  <a:cubicBezTo>
                    <a:pt x="1641475" y="314833"/>
                    <a:pt x="1654810" y="291973"/>
                    <a:pt x="1661922" y="270129"/>
                  </a:cubicBezTo>
                  <a:cubicBezTo>
                    <a:pt x="1669542" y="246507"/>
                    <a:pt x="1673352" y="214249"/>
                    <a:pt x="1673352" y="173355"/>
                  </a:cubicBezTo>
                  <a:lnTo>
                    <a:pt x="1673352" y="122301"/>
                  </a:lnTo>
                  <a:cubicBezTo>
                    <a:pt x="1669796" y="124841"/>
                    <a:pt x="1666113" y="127254"/>
                    <a:pt x="1662303" y="129540"/>
                  </a:cubicBezTo>
                  <a:cubicBezTo>
                    <a:pt x="1665351" y="131064"/>
                    <a:pt x="1666875" y="132842"/>
                    <a:pt x="1666875" y="134874"/>
                  </a:cubicBezTo>
                  <a:cubicBezTo>
                    <a:pt x="1666875" y="140462"/>
                    <a:pt x="1662430" y="146304"/>
                    <a:pt x="1653540" y="152400"/>
                  </a:cubicBezTo>
                  <a:lnTo>
                    <a:pt x="1653540" y="275463"/>
                  </a:lnTo>
                  <a:cubicBezTo>
                    <a:pt x="1653540" y="280543"/>
                    <a:pt x="1652778" y="283845"/>
                    <a:pt x="1651254" y="285369"/>
                  </a:cubicBezTo>
                  <a:cubicBezTo>
                    <a:pt x="1649730" y="287147"/>
                    <a:pt x="1646174" y="288417"/>
                    <a:pt x="1640586" y="289179"/>
                  </a:cubicBezTo>
                  <a:cubicBezTo>
                    <a:pt x="1626108" y="291719"/>
                    <a:pt x="1615948" y="292989"/>
                    <a:pt x="1610106" y="292989"/>
                  </a:cubicBezTo>
                  <a:lnTo>
                    <a:pt x="1610106" y="270891"/>
                  </a:lnTo>
                  <a:lnTo>
                    <a:pt x="1591818" y="270891"/>
                  </a:lnTo>
                  <a:lnTo>
                    <a:pt x="1591818" y="298704"/>
                  </a:lnTo>
                  <a:cubicBezTo>
                    <a:pt x="1591818" y="302260"/>
                    <a:pt x="1590802" y="305054"/>
                    <a:pt x="1588770" y="307086"/>
                  </a:cubicBezTo>
                  <a:cubicBezTo>
                    <a:pt x="1586992" y="308864"/>
                    <a:pt x="1583690" y="310261"/>
                    <a:pt x="1578864" y="311277"/>
                  </a:cubicBezTo>
                  <a:cubicBezTo>
                    <a:pt x="1571244" y="313055"/>
                    <a:pt x="1560703" y="314325"/>
                    <a:pt x="1547241" y="315087"/>
                  </a:cubicBezTo>
                  <a:cubicBezTo>
                    <a:pt x="1548257" y="280035"/>
                    <a:pt x="1548765" y="254635"/>
                    <a:pt x="1548765" y="238887"/>
                  </a:cubicBezTo>
                  <a:lnTo>
                    <a:pt x="1548765" y="200787"/>
                  </a:lnTo>
                  <a:cubicBezTo>
                    <a:pt x="1540637" y="210693"/>
                    <a:pt x="1532128" y="220345"/>
                    <a:pt x="1523238" y="229743"/>
                  </a:cubicBezTo>
                  <a:lnTo>
                    <a:pt x="1517523" y="224790"/>
                  </a:lnTo>
                  <a:cubicBezTo>
                    <a:pt x="1540891" y="161290"/>
                    <a:pt x="1554861" y="101981"/>
                    <a:pt x="1559433" y="46863"/>
                  </a:cubicBezTo>
                  <a:lnTo>
                    <a:pt x="1527048" y="46863"/>
                  </a:lnTo>
                  <a:lnTo>
                    <a:pt x="1527048" y="37719"/>
                  </a:lnTo>
                  <a:lnTo>
                    <a:pt x="1616964" y="37719"/>
                  </a:lnTo>
                  <a:lnTo>
                    <a:pt x="1637538" y="9144"/>
                  </a:lnTo>
                  <a:lnTo>
                    <a:pt x="1677162" y="36957"/>
                  </a:lnTo>
                  <a:cubicBezTo>
                    <a:pt x="1680718" y="39243"/>
                    <a:pt x="1681734" y="41529"/>
                    <a:pt x="1680210" y="43815"/>
                  </a:cubicBezTo>
                  <a:cubicBezTo>
                    <a:pt x="1678940" y="45847"/>
                    <a:pt x="1675511" y="46863"/>
                    <a:pt x="1669923" y="46863"/>
                  </a:cubicBezTo>
                  <a:lnTo>
                    <a:pt x="1617726" y="46863"/>
                  </a:lnTo>
                  <a:cubicBezTo>
                    <a:pt x="1610868" y="79375"/>
                    <a:pt x="1602105" y="107442"/>
                    <a:pt x="1591437" y="131064"/>
                  </a:cubicBezTo>
                  <a:lnTo>
                    <a:pt x="1597533" y="133350"/>
                  </a:lnTo>
                  <a:lnTo>
                    <a:pt x="1604010" y="133350"/>
                  </a:lnTo>
                  <a:lnTo>
                    <a:pt x="1618488" y="108204"/>
                  </a:lnTo>
                  <a:lnTo>
                    <a:pt x="1653159" y="125349"/>
                  </a:lnTo>
                  <a:cubicBezTo>
                    <a:pt x="1676019" y="83439"/>
                    <a:pt x="1691386" y="41656"/>
                    <a:pt x="1699260" y="0"/>
                  </a:cubicBezTo>
                  <a:close/>
                </a:path>
              </a:pathLst>
            </a:custGeom>
            <a:solidFill>
              <a:srgbClr val="C00000"/>
            </a:solidFill>
            <a:ln>
              <a:noFill/>
            </a:ln>
            <a:effectLst>
              <a:outerShdw blurRad="76200" dir="18900000" sy="23000" kx="-1200000" algn="b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defPPr>
                <a:defRPr lang="zh-CN"/>
              </a:defPPr>
              <a:lvl1pPr algn="just">
                <a:defRPr sz="4400" kern="100">
                  <a:solidFill>
                    <a:prstClr val="black">
                      <a:lumMod val="85000"/>
                      <a:lumOff val="15000"/>
                    </a:prstClr>
                  </a:solidFill>
                  <a:latin typeface="方正特雅宋_GBK" panose="02000500000000000000" charset="-122"/>
                  <a:ea typeface="方正特雅宋_GBK" panose="02000500000000000000" charset="-122"/>
                  <a:cs typeface="方正粗楷简体" panose="02000000000000000000" pitchFamily="2" charset="-122"/>
                </a:defRPr>
              </a:lvl1pPr>
            </a:lstStyle>
            <a:p>
              <a:endParaRPr lang="zh-CN" altLang="en-US" dirty="0"/>
            </a:p>
          </p:txBody>
        </p:sp>
      </p:grpSp>
      <p:sp>
        <p:nvSpPr>
          <p:cNvPr id="15" name="矩形 14"/>
          <p:cNvSpPr/>
          <p:nvPr/>
        </p:nvSpPr>
        <p:spPr>
          <a:xfrm>
            <a:off x="6462628" y="1170867"/>
            <a:ext cx="4644000" cy="3305841"/>
          </a:xfrm>
          <a:prstGeom prst="rect">
            <a:avLst/>
          </a:prstGeom>
          <a:ln>
            <a:noFill/>
          </a:ln>
        </p:spPr>
        <p:txBody>
          <a:bodyPr wrap="square">
            <a:spAutoFit/>
          </a:bodyPr>
          <a:lstStyle/>
          <a:p>
            <a:pPr marL="342900" indent="-342900" algn="just">
              <a:lnSpc>
                <a:spcPct val="150000"/>
              </a:lnSpc>
              <a:spcAft>
                <a:spcPts val="1200"/>
              </a:spcAft>
              <a:buClr>
                <a:srgbClr val="C00000"/>
              </a:buClr>
              <a:buFont typeface="Wingdings" panose="05000000000000000000" pitchFamily="2" charset="2"/>
              <a:buChar char="n"/>
            </a:pPr>
            <a:r>
              <a:rPr lang="zh-CN" altLang="en-US" dirty="0">
                <a:solidFill>
                  <a:srgbClr val="333333"/>
                </a:solidFill>
                <a:latin typeface="微软雅黑" panose="020B0503020204020204" charset="-122"/>
                <a:ea typeface="微软雅黑" panose="020B0503020204020204" charset="-122"/>
                <a:cs typeface="Times New Roman" panose="02020503050405090304" pitchFamily="18" charset="0"/>
              </a:rPr>
              <a:t>明确改革是强军的必由之路</a:t>
            </a:r>
            <a:endParaRPr lang="en-US" altLang="zh-CN" dirty="0">
              <a:solidFill>
                <a:srgbClr val="333333"/>
              </a:solidFill>
              <a:latin typeface="微软雅黑" panose="020B0503020204020204" charset="-122"/>
              <a:ea typeface="微软雅黑" panose="020B0503020204020204" charset="-122"/>
              <a:cs typeface="Times New Roman" panose="02020503050405090304" pitchFamily="18" charset="0"/>
            </a:endParaRPr>
          </a:p>
          <a:p>
            <a:pPr marL="342900" indent="-342900" algn="just">
              <a:lnSpc>
                <a:spcPct val="150000"/>
              </a:lnSpc>
              <a:spcAft>
                <a:spcPts val="1200"/>
              </a:spcAft>
              <a:buClr>
                <a:srgbClr val="C00000"/>
              </a:buClr>
              <a:buFont typeface="Wingdings" panose="05000000000000000000" pitchFamily="2" charset="2"/>
              <a:buChar char="n"/>
            </a:pPr>
            <a:r>
              <a:rPr lang="zh-CN" altLang="en-US" dirty="0">
                <a:solidFill>
                  <a:srgbClr val="FF0000"/>
                </a:solidFill>
                <a:latin typeface="微软雅黑" panose="020B0503020204020204" charset="-122"/>
                <a:ea typeface="微软雅黑" panose="020B0503020204020204" charset="-122"/>
                <a:cs typeface="Times New Roman" panose="02020503050405090304" pitchFamily="18" charset="0"/>
              </a:rPr>
              <a:t>明确</a:t>
            </a:r>
            <a:r>
              <a:rPr lang="zh-CN" altLang="en-US" dirty="0">
                <a:solidFill>
                  <a:srgbClr val="FF0000"/>
                </a:solidFill>
                <a:highlight>
                  <a:srgbClr val="FFFF00"/>
                </a:highlight>
                <a:latin typeface="微软雅黑" panose="020B0503020204020204" charset="-122"/>
                <a:ea typeface="微软雅黑" panose="020B0503020204020204" charset="-122"/>
                <a:cs typeface="Times New Roman" panose="02020503050405090304" pitchFamily="18" charset="0"/>
              </a:rPr>
              <a:t>科技</a:t>
            </a:r>
            <a:r>
              <a:rPr lang="zh-CN" altLang="en-US" dirty="0">
                <a:solidFill>
                  <a:srgbClr val="FF0000"/>
                </a:solidFill>
                <a:latin typeface="微软雅黑" panose="020B0503020204020204" charset="-122"/>
                <a:ea typeface="微软雅黑" panose="020B0503020204020204" charset="-122"/>
                <a:cs typeface="Times New Roman" panose="02020503050405090304" pitchFamily="18" charset="0"/>
              </a:rPr>
              <a:t>是核心战斗力</a:t>
            </a:r>
            <a:endParaRPr lang="en-US" altLang="zh-CN" dirty="0">
              <a:solidFill>
                <a:srgbClr val="FF0000"/>
              </a:solidFill>
              <a:latin typeface="微软雅黑" panose="020B0503020204020204" charset="-122"/>
              <a:ea typeface="微软雅黑" panose="020B0503020204020204" charset="-122"/>
              <a:cs typeface="Times New Roman" panose="02020503050405090304" pitchFamily="18" charset="0"/>
            </a:endParaRPr>
          </a:p>
          <a:p>
            <a:pPr marL="342900" indent="-342900" algn="just">
              <a:lnSpc>
                <a:spcPct val="150000"/>
              </a:lnSpc>
              <a:spcAft>
                <a:spcPts val="1200"/>
              </a:spcAft>
              <a:buClr>
                <a:srgbClr val="C00000"/>
              </a:buClr>
              <a:buFont typeface="Wingdings" panose="05000000000000000000" pitchFamily="2" charset="2"/>
              <a:buChar char="n"/>
            </a:pPr>
            <a:r>
              <a:rPr lang="zh-CN" altLang="en-US" dirty="0">
                <a:solidFill>
                  <a:srgbClr val="333333"/>
                </a:solidFill>
                <a:latin typeface="微软雅黑" panose="020B0503020204020204" charset="-122"/>
                <a:ea typeface="微软雅黑" panose="020B0503020204020204" charset="-122"/>
                <a:cs typeface="Times New Roman" panose="02020503050405090304" pitchFamily="18" charset="0"/>
              </a:rPr>
              <a:t>明确强军之道要在得人</a:t>
            </a:r>
            <a:endParaRPr lang="en-US" altLang="zh-CN" dirty="0">
              <a:solidFill>
                <a:srgbClr val="333333"/>
              </a:solidFill>
              <a:latin typeface="微软雅黑" panose="020B0503020204020204" charset="-122"/>
              <a:ea typeface="微软雅黑" panose="020B0503020204020204" charset="-122"/>
              <a:cs typeface="Times New Roman" panose="02020503050405090304" pitchFamily="18" charset="0"/>
            </a:endParaRPr>
          </a:p>
          <a:p>
            <a:pPr marL="342900" indent="-342900" algn="just">
              <a:lnSpc>
                <a:spcPct val="150000"/>
              </a:lnSpc>
              <a:spcAft>
                <a:spcPts val="1200"/>
              </a:spcAft>
              <a:buClr>
                <a:srgbClr val="C00000"/>
              </a:buClr>
              <a:buFont typeface="Wingdings" panose="05000000000000000000" pitchFamily="2" charset="2"/>
              <a:buChar char="n"/>
            </a:pPr>
            <a:r>
              <a:rPr lang="zh-CN" altLang="en-US" dirty="0">
                <a:solidFill>
                  <a:srgbClr val="333333"/>
                </a:solidFill>
                <a:latin typeface="微软雅黑" panose="020B0503020204020204" charset="-122"/>
                <a:ea typeface="微软雅黑" panose="020B0503020204020204" charset="-122"/>
                <a:cs typeface="Times New Roman" panose="02020503050405090304" pitchFamily="18" charset="0"/>
              </a:rPr>
              <a:t>明确依法治军是我们党建军治军基本方式</a:t>
            </a:r>
            <a:endParaRPr lang="en-US" altLang="zh-CN" dirty="0">
              <a:solidFill>
                <a:srgbClr val="333333"/>
              </a:solidFill>
              <a:latin typeface="微软雅黑" panose="020B0503020204020204" charset="-122"/>
              <a:ea typeface="微软雅黑" panose="020B0503020204020204" charset="-122"/>
              <a:cs typeface="Times New Roman" panose="02020503050405090304" pitchFamily="18" charset="0"/>
            </a:endParaRPr>
          </a:p>
          <a:p>
            <a:pPr marL="342900" indent="-342900" algn="just">
              <a:lnSpc>
                <a:spcPct val="150000"/>
              </a:lnSpc>
              <a:spcAft>
                <a:spcPts val="1200"/>
              </a:spcAft>
              <a:buClr>
                <a:srgbClr val="C00000"/>
              </a:buClr>
              <a:buFont typeface="Wingdings" panose="05000000000000000000" pitchFamily="2" charset="2"/>
              <a:buChar char="n"/>
            </a:pPr>
            <a:r>
              <a:rPr lang="zh-CN" altLang="en-US" dirty="0">
                <a:solidFill>
                  <a:srgbClr val="333333"/>
                </a:solidFill>
                <a:latin typeface="微软雅黑" panose="020B0503020204020204" charset="-122"/>
                <a:ea typeface="微软雅黑" panose="020B0503020204020204" charset="-122"/>
                <a:cs typeface="Times New Roman" panose="02020503050405090304" pitchFamily="18" charset="0"/>
              </a:rPr>
              <a:t>明确军民融合发展是兴国之举、强军之策</a:t>
            </a:r>
            <a:endParaRPr lang="en-US" altLang="zh-CN" dirty="0">
              <a:solidFill>
                <a:srgbClr val="333333"/>
              </a:solidFill>
              <a:latin typeface="微软雅黑" panose="020B0503020204020204" charset="-122"/>
              <a:ea typeface="微软雅黑" panose="020B0503020204020204" charset="-122"/>
              <a:cs typeface="Times New Roman" panose="02020503050405090304" pitchFamily="18" charset="0"/>
            </a:endParaRPr>
          </a:p>
          <a:p>
            <a:pPr marL="342900" indent="-342900" algn="just">
              <a:lnSpc>
                <a:spcPct val="150000"/>
              </a:lnSpc>
              <a:spcAft>
                <a:spcPts val="1200"/>
              </a:spcAft>
              <a:buClr>
                <a:srgbClr val="C00000"/>
              </a:buClr>
              <a:buFont typeface="Wingdings" panose="05000000000000000000" pitchFamily="2" charset="2"/>
              <a:buChar char="n"/>
            </a:pPr>
            <a:r>
              <a:rPr lang="zh-CN" altLang="en-US" dirty="0">
                <a:solidFill>
                  <a:srgbClr val="333333"/>
                </a:solidFill>
                <a:latin typeface="微软雅黑" panose="020B0503020204020204" charset="-122"/>
                <a:ea typeface="微软雅黑" panose="020B0503020204020204" charset="-122"/>
                <a:cs typeface="Times New Roman" panose="02020503050405090304" pitchFamily="18" charset="0"/>
              </a:rPr>
              <a:t>明确作风优良是我军鲜明特色和政治优势</a:t>
            </a:r>
            <a:endParaRPr lang="zh-CN" altLang="en-US" dirty="0">
              <a:solidFill>
                <a:prstClr val="black">
                  <a:lumMod val="85000"/>
                  <a:lumOff val="15000"/>
                </a:prstClr>
              </a:solidFill>
              <a:latin typeface="微软雅黑" panose="020B0503020204020204" charset="-122"/>
              <a:ea typeface="微软雅黑" panose="020B0503020204020204" charset="-122"/>
            </a:endParaRPr>
          </a:p>
        </p:txBody>
      </p:sp>
      <p:sp>
        <p:nvSpPr>
          <p:cNvPr id="2" name="文本框 1"/>
          <p:cNvSpPr txBox="1"/>
          <p:nvPr/>
        </p:nvSpPr>
        <p:spPr>
          <a:xfrm>
            <a:off x="387349" y="5448862"/>
            <a:ext cx="11417300" cy="1137556"/>
          </a:xfrm>
          <a:prstGeom prst="rect">
            <a:avLst/>
          </a:prstGeom>
          <a:noFill/>
        </p:spPr>
        <p:txBody>
          <a:bodyPr wrap="square" rtlCol="0">
            <a:spAutoFit/>
          </a:bodyPr>
          <a:lstStyle/>
          <a:p>
            <a:pPr algn="just">
              <a:lnSpc>
                <a:spcPct val="130000"/>
              </a:lnSpc>
            </a:pPr>
            <a:r>
              <a:rPr lang="zh-CN" altLang="en-US"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       这</a:t>
            </a:r>
            <a:r>
              <a:rPr lang="en-US" altLang="zh-CN"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a:t>
            </a:r>
            <a:r>
              <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十一个明确</a:t>
            </a:r>
            <a:r>
              <a:rPr lang="en-US" altLang="zh-CN"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a:t>
            </a:r>
            <a:r>
              <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深刻回答了强军兴军的根本保证、时代要求、奋斗目标、根本指向、战略布局、必由之路、强大引擎、根本大计、法治保障、重要依托、特有优势等重大问题，涵盖新时代军队建设、改革和军事斗争准备各领域各方面，贯通军事力量建设和运用全过程，以体系性创新、创造性升华丰富发展了党的军事指导理论。</a:t>
            </a:r>
          </a:p>
        </p:txBody>
      </p:sp>
      <p:sp>
        <p:nvSpPr>
          <p:cNvPr id="3" name="文本框 2"/>
          <p:cNvSpPr txBox="1"/>
          <p:nvPr/>
        </p:nvSpPr>
        <p:spPr>
          <a:xfrm>
            <a:off x="1585595" y="128905"/>
            <a:ext cx="8989695" cy="737235"/>
          </a:xfrm>
          <a:prstGeom prst="rect">
            <a:avLst/>
          </a:prstGeom>
          <a:noFill/>
        </p:spPr>
        <p:txBody>
          <a:bodyPr wrap="square" rtlCol="0">
            <a:spAutoFit/>
          </a:bodyPr>
          <a:lstStyle/>
          <a:p>
            <a:pPr algn="ctr">
              <a:lnSpc>
                <a:spcPct val="150000"/>
              </a:lnSpc>
            </a:pPr>
            <a:r>
              <a:rPr lang="zh-CN" altLang="en-US" sz="2800" b="1" dirty="0">
                <a:solidFill>
                  <a:schemeClr val="tx1">
                    <a:lumMod val="85000"/>
                    <a:lumOff val="15000"/>
                  </a:schemeClr>
                </a:solidFill>
                <a:latin typeface="微软雅黑" panose="020B0503020204020204" charset="-122"/>
                <a:ea typeface="微软雅黑" panose="020B0503020204020204" charset="-122"/>
              </a:rPr>
              <a:t>二、习近平强军思想的科学体系</a:t>
            </a:r>
          </a:p>
        </p:txBody>
      </p:sp>
      <p:sp>
        <p:nvSpPr>
          <p:cNvPr id="4" name="文本框 3"/>
          <p:cNvSpPr txBox="1"/>
          <p:nvPr/>
        </p:nvSpPr>
        <p:spPr>
          <a:xfrm>
            <a:off x="3550285" y="4725670"/>
            <a:ext cx="7025005" cy="553085"/>
          </a:xfrm>
          <a:prstGeom prst="rect">
            <a:avLst/>
          </a:prstGeom>
          <a:noFill/>
        </p:spPr>
        <p:txBody>
          <a:bodyPr wrap="square" rtlCol="0">
            <a:spAutoFit/>
          </a:bodyPr>
          <a:lstStyle/>
          <a:p>
            <a:pPr algn="r">
              <a:lnSpc>
                <a:spcPct val="150000"/>
              </a:lnSpc>
            </a:pPr>
            <a:r>
              <a:rPr lang="zh-CN" altLang="en-US" sz="2000" b="1" dirty="0">
                <a:solidFill>
                  <a:srgbClr val="FF0000"/>
                </a:solidFill>
                <a:latin typeface="微软雅黑" panose="020B0503020204020204" charset="-122"/>
                <a:ea typeface="微软雅黑" panose="020B0503020204020204" charset="-122"/>
              </a:rPr>
              <a:t>——《习近平强军思想学习纲要（2023年版）》</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9" name="组合 2"/>
          <p:cNvGrpSpPr/>
          <p:nvPr/>
        </p:nvGrpSpPr>
        <p:grpSpPr>
          <a:xfrm>
            <a:off x="3024936" y="1354835"/>
            <a:ext cx="1088558" cy="3912905"/>
            <a:chOff x="3306241" y="1354835"/>
            <a:chExt cx="1088558" cy="3912905"/>
          </a:xfrm>
        </p:grpSpPr>
        <p:cxnSp>
          <p:nvCxnSpPr>
            <p:cNvPr id="3145802" name="直接连接符 62"/>
            <p:cNvCxnSpPr/>
            <p:nvPr/>
          </p:nvCxnSpPr>
          <p:spPr>
            <a:xfrm>
              <a:off x="3306241" y="3306792"/>
              <a:ext cx="518542"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3" name="直接连接符 63"/>
            <p:cNvCxnSpPr/>
            <p:nvPr/>
          </p:nvCxnSpPr>
          <p:spPr>
            <a:xfrm>
              <a:off x="3824783" y="135483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4" name="直接连接符 65"/>
            <p:cNvCxnSpPr/>
            <p:nvPr/>
          </p:nvCxnSpPr>
          <p:spPr>
            <a:xfrm>
              <a:off x="3824783" y="2655625"/>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5" name="直接连接符 82"/>
            <p:cNvCxnSpPr/>
            <p:nvPr/>
          </p:nvCxnSpPr>
          <p:spPr>
            <a:xfrm flipV="1">
              <a:off x="3824783" y="1354836"/>
              <a:ext cx="0" cy="391290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6" name="直接连接符 83"/>
            <p:cNvCxnSpPr/>
            <p:nvPr/>
          </p:nvCxnSpPr>
          <p:spPr>
            <a:xfrm>
              <a:off x="3824783" y="4002174"/>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45807" name="直接连接符 84"/>
            <p:cNvCxnSpPr/>
            <p:nvPr/>
          </p:nvCxnSpPr>
          <p:spPr>
            <a:xfrm>
              <a:off x="3824783" y="5267740"/>
              <a:ext cx="57001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049690" name="平行四边形 64"/>
          <p:cNvSpPr/>
          <p:nvPr/>
        </p:nvSpPr>
        <p:spPr>
          <a:xfrm>
            <a:off x="3827780" y="899160"/>
            <a:ext cx="2836545" cy="827405"/>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buClrTx/>
              <a:buSzTx/>
              <a:buFontTx/>
            </a:pPr>
            <a:r>
              <a:rPr sz="1600" b="1" dirty="0">
                <a:solidFill>
                  <a:schemeClr val="tx1"/>
                </a:solidFill>
                <a:latin typeface="微软雅黑" panose="020B0503020204020204" charset="-122"/>
                <a:ea typeface="微软雅黑" panose="020B0503020204020204" charset="-122"/>
              </a:rPr>
              <a:t>第十五章 坚持“一国两制”和推进祖国完全统一</a:t>
            </a:r>
          </a:p>
        </p:txBody>
      </p:sp>
      <p:grpSp>
        <p:nvGrpSpPr>
          <p:cNvPr id="514" name="组合 13"/>
          <p:cNvGrpSpPr/>
          <p:nvPr/>
        </p:nvGrpSpPr>
        <p:grpSpPr>
          <a:xfrm>
            <a:off x="2387223" y="686884"/>
            <a:ext cx="7311769" cy="0"/>
            <a:chOff x="2415798" y="1010793"/>
            <a:chExt cx="7311769" cy="0"/>
          </a:xfrm>
        </p:grpSpPr>
        <p:cxnSp>
          <p:nvCxnSpPr>
            <p:cNvPr id="3145818" name="直接箭头连接符 14"/>
            <p:cNvCxnSpPr/>
            <p:nvPr/>
          </p:nvCxnSpPr>
          <p:spPr>
            <a:xfrm>
              <a:off x="726013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cxnSp>
          <p:nvCxnSpPr>
            <p:cNvPr id="3145819" name="直接箭头连接符 15"/>
            <p:cNvCxnSpPr/>
            <p:nvPr/>
          </p:nvCxnSpPr>
          <p:spPr>
            <a:xfrm flipH="1">
              <a:off x="2415798" y="1010793"/>
              <a:ext cx="2467429" cy="0"/>
            </a:xfrm>
            <a:prstGeom prst="straightConnector1">
              <a:avLst/>
            </a:prstGeom>
            <a:ln w="3175">
              <a:solidFill>
                <a:srgbClr val="FFFFE1"/>
              </a:solidFill>
              <a:tailEnd type="diamond"/>
            </a:ln>
          </p:spPr>
          <p:style>
            <a:lnRef idx="1">
              <a:schemeClr val="accent1"/>
            </a:lnRef>
            <a:fillRef idx="0">
              <a:schemeClr val="accent1"/>
            </a:fillRef>
            <a:effectRef idx="0">
              <a:schemeClr val="accent1"/>
            </a:effectRef>
            <a:fontRef idx="minor">
              <a:schemeClr val="tx1"/>
            </a:fontRef>
          </p:style>
        </p:cxnSp>
      </p:grpSp>
      <p:sp>
        <p:nvSpPr>
          <p:cNvPr id="1049694" name="平行四边形 61"/>
          <p:cNvSpPr/>
          <p:nvPr/>
        </p:nvSpPr>
        <p:spPr>
          <a:xfrm>
            <a:off x="589280" y="2655570"/>
            <a:ext cx="2836545" cy="899160"/>
          </a:xfrm>
          <a:prstGeom prst="roundRect">
            <a:avLst/>
          </a:prstGeom>
          <a:gradFill>
            <a:gsLst>
              <a:gs pos="52000">
                <a:srgbClr val="AF1E22"/>
              </a:gs>
              <a:gs pos="100000">
                <a:srgbClr val="E97C30"/>
              </a:gs>
            </a:gsLst>
            <a:lin ang="2400000" scaled="0"/>
          </a:gradFill>
          <a:ln>
            <a:noFill/>
          </a:ln>
          <a:effectLst>
            <a:outerShdw blurRad="584200" dist="292100" dir="2100000" algn="t" rotWithShape="0">
              <a:srgbClr val="AF1E22">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2200" b="1" dirty="0">
                <a:effectLst>
                  <a:outerShdw blurRad="38100" dist="38100" dir="2700000" algn="tl">
                    <a:srgbClr val="000000">
                      <a:alpha val="43137"/>
                    </a:srgbClr>
                  </a:outerShdw>
                </a:effectLst>
                <a:latin typeface="微软雅黑" panose="020B0503020204020204" charset="-122"/>
                <a:ea typeface="微软雅黑" panose="020B0503020204020204" charset="-122"/>
              </a:rPr>
              <a:t>共同体理论</a:t>
            </a:r>
          </a:p>
        </p:txBody>
      </p:sp>
      <p:sp>
        <p:nvSpPr>
          <p:cNvPr id="13" name="平行四边形 66"/>
          <p:cNvSpPr/>
          <p:nvPr>
            <p:custDataLst>
              <p:tags r:id="rId1"/>
            </p:custDataLst>
          </p:nvPr>
        </p:nvSpPr>
        <p:spPr>
          <a:xfrm>
            <a:off x="3740150" y="4014470"/>
            <a:ext cx="2924810" cy="1196975"/>
          </a:xfrm>
          <a:prstGeom prst="roundRect">
            <a:avLst/>
          </a:prstGeom>
          <a:solidFill>
            <a:schemeClr val="bg1"/>
          </a:solidFill>
          <a:ln w="38100">
            <a:gradFill>
              <a:gsLst>
                <a:gs pos="41000">
                  <a:srgbClr val="B82C24"/>
                </a:gs>
                <a:gs pos="100000">
                  <a:srgbClr val="E97C30"/>
                </a:gs>
              </a:gsLst>
              <a:lin ang="7800000" scaled="0"/>
            </a:gradFill>
          </a:ln>
          <a:effectLst>
            <a:outerShdw blurRad="76200" dir="18900000" sy="23000" kx="-1200000" algn="bl"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sz="16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第十</a:t>
            </a:r>
            <a:r>
              <a:rPr lang="zh-CN" sz="16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六</a:t>
            </a:r>
            <a:r>
              <a:rPr sz="16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章  中国特色大国外交和推动构建人类命运共同体</a:t>
            </a:r>
          </a:p>
          <a:p>
            <a:pPr algn="ctr">
              <a:lnSpc>
                <a:spcPct val="120000"/>
              </a:lnSpc>
            </a:pPr>
            <a:r>
              <a:rPr sz="16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（习近平</a:t>
            </a:r>
            <a:r>
              <a:rPr lang="zh-CN" sz="16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外交</a:t>
            </a:r>
            <a:r>
              <a:rPr sz="16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思想）</a:t>
            </a:r>
          </a:p>
        </p:txBody>
      </p:sp>
      <p:grpSp>
        <p:nvGrpSpPr>
          <p:cNvPr id="2" name="组合 39"/>
          <p:cNvGrpSpPr/>
          <p:nvPr/>
        </p:nvGrpSpPr>
        <p:grpSpPr>
          <a:xfrm>
            <a:off x="6565641" y="1048393"/>
            <a:ext cx="2915262" cy="1066083"/>
            <a:chOff x="6881871" y="3657608"/>
            <a:chExt cx="2915262" cy="1066083"/>
          </a:xfrm>
        </p:grpSpPr>
        <p:cxnSp>
          <p:nvCxnSpPr>
            <p:cNvPr id="24" name="连接符: 肘形 12"/>
            <p:cNvCxnSpPr/>
            <p:nvPr>
              <p:custDataLst>
                <p:tags r:id="rId11"/>
              </p:custDataLst>
            </p:nvPr>
          </p:nvCxnSpPr>
          <p:spPr>
            <a:xfrm flipV="1">
              <a:off x="6881871" y="3823945"/>
              <a:ext cx="665643" cy="267117"/>
            </a:xfrm>
            <a:prstGeom prst="bentConnector3">
              <a:avLst>
                <a:gd name="adj1" fmla="val 50026"/>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连接符: 肘形 14"/>
            <p:cNvCxnSpPr/>
            <p:nvPr>
              <p:custDataLst>
                <p:tags r:id="rId12"/>
              </p:custDataLst>
            </p:nvPr>
          </p:nvCxnSpPr>
          <p:spPr>
            <a:xfrm>
              <a:off x="6881871" y="4122177"/>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45813" name="直接箭头连接符 16"/>
            <p:cNvCxnSpPr/>
            <p:nvPr>
              <p:custDataLst>
                <p:tags r:id="rId13"/>
              </p:custDataLst>
            </p:nvPr>
          </p:nvCxnSpPr>
          <p:spPr>
            <a:xfrm>
              <a:off x="6881871" y="4125352"/>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26" name="文本框 87"/>
            <p:cNvSpPr txBox="1"/>
            <p:nvPr>
              <p:custDataLst>
                <p:tags r:id="rId14"/>
              </p:custDataLst>
            </p:nvPr>
          </p:nvSpPr>
          <p:spPr>
            <a:xfrm>
              <a:off x="7658453" y="3657608"/>
              <a:ext cx="21386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“一国两制”的背景意义</a:t>
              </a:r>
            </a:p>
          </p:txBody>
        </p:sp>
        <p:sp>
          <p:nvSpPr>
            <p:cNvPr id="27" name="文本框 88"/>
            <p:cNvSpPr txBox="1"/>
            <p:nvPr>
              <p:custDataLst>
                <p:tags r:id="rId15"/>
              </p:custDataLst>
            </p:nvPr>
          </p:nvSpPr>
          <p:spPr>
            <a:xfrm>
              <a:off x="7631148" y="4037577"/>
              <a:ext cx="21386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“一国两制”的科学内涵</a:t>
              </a:r>
            </a:p>
          </p:txBody>
        </p:sp>
        <p:sp>
          <p:nvSpPr>
            <p:cNvPr id="28" name="文本框 89"/>
            <p:cNvSpPr txBox="1"/>
            <p:nvPr>
              <p:custDataLst>
                <p:tags r:id="rId16"/>
              </p:custDataLst>
            </p:nvPr>
          </p:nvSpPr>
          <p:spPr>
            <a:xfrm>
              <a:off x="7658453" y="4416986"/>
              <a:ext cx="21386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“一国两制”的实践要求</a:t>
              </a:r>
            </a:p>
          </p:txBody>
        </p:sp>
        <p:sp>
          <p:nvSpPr>
            <p:cNvPr id="29" name="椭圆 95"/>
            <p:cNvSpPr/>
            <p:nvPr>
              <p:custDataLst>
                <p:tags r:id="rId17"/>
              </p:custDataLst>
            </p:nvPr>
          </p:nvSpPr>
          <p:spPr>
            <a:xfrm>
              <a:off x="7547514" y="372803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680" name="椭圆 96"/>
            <p:cNvSpPr/>
            <p:nvPr>
              <p:custDataLst>
                <p:tags r:id="rId18"/>
              </p:custDataLst>
            </p:nvPr>
          </p:nvSpPr>
          <p:spPr>
            <a:xfrm>
              <a:off x="7539894" y="410357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97"/>
            <p:cNvSpPr/>
            <p:nvPr>
              <p:custDataLst>
                <p:tags r:id="rId19"/>
              </p:custDataLst>
            </p:nvPr>
          </p:nvSpPr>
          <p:spPr>
            <a:xfrm>
              <a:off x="7541255" y="4490414"/>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39"/>
          <p:cNvGrpSpPr/>
          <p:nvPr/>
        </p:nvGrpSpPr>
        <p:grpSpPr>
          <a:xfrm>
            <a:off x="6469756" y="4237998"/>
            <a:ext cx="5475582" cy="1631233"/>
            <a:chOff x="6874251" y="3685548"/>
            <a:chExt cx="5475582" cy="1631233"/>
          </a:xfrm>
        </p:grpSpPr>
        <p:cxnSp>
          <p:nvCxnSpPr>
            <p:cNvPr id="4" name="连接符: 肘形 12"/>
            <p:cNvCxnSpPr/>
            <p:nvPr>
              <p:custDataLst>
                <p:tags r:id="rId2"/>
              </p:custDataLst>
            </p:nvPr>
          </p:nvCxnSpPr>
          <p:spPr>
            <a:xfrm flipV="1">
              <a:off x="6881871" y="3870935"/>
              <a:ext cx="665643" cy="267117"/>
            </a:xfrm>
            <a:prstGeom prst="bent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 name="连接符: 肘形 14"/>
            <p:cNvCxnSpPr/>
            <p:nvPr>
              <p:custDataLst>
                <p:tags r:id="rId3"/>
              </p:custDataLst>
            </p:nvPr>
          </p:nvCxnSpPr>
          <p:spPr>
            <a:xfrm>
              <a:off x="6874251" y="4138052"/>
              <a:ext cx="659384" cy="359373"/>
            </a:xfrm>
            <a:prstGeom prst="bentConnector3">
              <a:avLst>
                <a:gd name="adj1" fmla="val 50722"/>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16"/>
            <p:cNvCxnSpPr/>
            <p:nvPr>
              <p:custDataLst>
                <p:tags r:id="rId4"/>
              </p:custDataLst>
            </p:nvPr>
          </p:nvCxnSpPr>
          <p:spPr>
            <a:xfrm>
              <a:off x="6874251" y="4120907"/>
              <a:ext cx="665643" cy="47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7" name="文本框 87"/>
            <p:cNvSpPr txBox="1"/>
            <p:nvPr>
              <p:custDataLst>
                <p:tags r:id="rId5"/>
              </p:custDataLst>
            </p:nvPr>
          </p:nvSpPr>
          <p:spPr>
            <a:xfrm>
              <a:off x="7666708" y="3685548"/>
              <a:ext cx="2316480"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习近平外交思想的形成背景</a:t>
              </a:r>
            </a:p>
          </p:txBody>
        </p:sp>
        <p:sp>
          <p:nvSpPr>
            <p:cNvPr id="8" name="文本框 88"/>
            <p:cNvSpPr txBox="1"/>
            <p:nvPr>
              <p:custDataLst>
                <p:tags r:id="rId6"/>
              </p:custDataLst>
            </p:nvPr>
          </p:nvSpPr>
          <p:spPr>
            <a:xfrm>
              <a:off x="7623528" y="4024877"/>
              <a:ext cx="4726305" cy="30670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习近平外交思想的理论体系（“十个坚持”</a:t>
              </a:r>
              <a:r>
                <a:rPr lang="en-US" altLang="zh-CN" sz="1400" dirty="0">
                  <a:latin typeface="微软雅黑" panose="020B0503020204020204" charset="-122"/>
                  <a:ea typeface="微软雅黑" panose="020B0503020204020204" charset="-122"/>
                </a:rPr>
                <a:t>P315-P316</a:t>
              </a:r>
              <a:r>
                <a:rPr lang="zh-CN" altLang="en-US" sz="1400" dirty="0">
                  <a:latin typeface="微软雅黑" panose="020B0503020204020204" charset="-122"/>
                  <a:ea typeface="微软雅黑" panose="020B0503020204020204" charset="-122"/>
                </a:rPr>
                <a:t>）</a:t>
              </a:r>
            </a:p>
          </p:txBody>
        </p:sp>
        <p:sp>
          <p:nvSpPr>
            <p:cNvPr id="9" name="文本框 89"/>
            <p:cNvSpPr txBox="1"/>
            <p:nvPr>
              <p:custDataLst>
                <p:tags r:id="rId7"/>
              </p:custDataLst>
            </p:nvPr>
          </p:nvSpPr>
          <p:spPr>
            <a:xfrm>
              <a:off x="7629243" y="4363646"/>
              <a:ext cx="2316480" cy="953135"/>
            </a:xfrm>
            <a:prstGeom prst="rect">
              <a:avLst/>
            </a:prstGeom>
            <a:noFill/>
          </p:spPr>
          <p:txBody>
            <a:bodyPr wrap="none" rtlCol="0">
              <a:spAutoFit/>
            </a:bodyPr>
            <a:lstStyle/>
            <a:p>
              <a:pPr algn="l"/>
              <a:r>
                <a:rPr lang="zh-CN" altLang="en-US" sz="1400" dirty="0">
                  <a:latin typeface="微软雅黑" panose="020B0503020204020204" charset="-122"/>
                  <a:ea typeface="微软雅黑" panose="020B0503020204020204" charset="-122"/>
                </a:rPr>
                <a:t>习近平外交思想的实践路径</a:t>
              </a:r>
            </a:p>
            <a:p>
              <a:pPr algn="l"/>
              <a:r>
                <a:rPr lang="zh-CN" altLang="en-US" sz="1400" dirty="0">
                  <a:latin typeface="微软雅黑" panose="020B0503020204020204" charset="-122"/>
                  <a:ea typeface="微软雅黑" panose="020B0503020204020204" charset="-122"/>
                </a:rPr>
                <a:t>全面推进中国特色大国外交</a:t>
              </a:r>
            </a:p>
            <a:p>
              <a:pPr algn="l"/>
              <a:r>
                <a:rPr lang="zh-CN" altLang="en-US" sz="1400" dirty="0">
                  <a:latin typeface="微软雅黑" panose="020B0503020204020204" charset="-122"/>
                  <a:ea typeface="微软雅黑" panose="020B0503020204020204" charset="-122"/>
                </a:rPr>
                <a:t>推动构建人类命运共同体</a:t>
              </a:r>
            </a:p>
            <a:p>
              <a:pPr algn="l"/>
              <a:endParaRPr lang="zh-CN" altLang="en-US" sz="1400" dirty="0">
                <a:latin typeface="微软雅黑" panose="020B0503020204020204" charset="-122"/>
                <a:ea typeface="微软雅黑" panose="020B0503020204020204" charset="-122"/>
              </a:endParaRPr>
            </a:p>
          </p:txBody>
        </p:sp>
        <p:sp>
          <p:nvSpPr>
            <p:cNvPr id="10" name="椭圆 95"/>
            <p:cNvSpPr/>
            <p:nvPr>
              <p:custDataLst>
                <p:tags r:id="rId8"/>
              </p:custDataLst>
            </p:nvPr>
          </p:nvSpPr>
          <p:spPr>
            <a:xfrm>
              <a:off x="7574819" y="378708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96"/>
            <p:cNvSpPr/>
            <p:nvPr>
              <p:custDataLst>
                <p:tags r:id="rId9"/>
              </p:custDataLst>
            </p:nvPr>
          </p:nvSpPr>
          <p:spPr>
            <a:xfrm>
              <a:off x="7547514" y="406420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97"/>
            <p:cNvSpPr/>
            <p:nvPr>
              <p:custDataLst>
                <p:tags r:id="rId10"/>
              </p:custDataLst>
            </p:nvPr>
          </p:nvSpPr>
          <p:spPr>
            <a:xfrm>
              <a:off x="7547605" y="4497399"/>
              <a:ext cx="83871" cy="83871"/>
            </a:xfrm>
            <a:prstGeom prst="ellips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9694"/>
                                        </p:tgtEl>
                                        <p:attrNameLst>
                                          <p:attrName>style.visibility</p:attrName>
                                        </p:attrNameLst>
                                      </p:cBhvr>
                                      <p:to>
                                        <p:strVal val="visible"/>
                                      </p:to>
                                    </p:set>
                                    <p:animEffect transition="in" filter="wipe(left)">
                                      <p:cBhvr>
                                        <p:cTn id="7" dur="500"/>
                                        <p:tgtEl>
                                          <p:spTgt spid="10496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9"/>
                                        </p:tgtEl>
                                        <p:attrNameLst>
                                          <p:attrName>style.visibility</p:attrName>
                                        </p:attrNameLst>
                                      </p:cBhvr>
                                      <p:to>
                                        <p:strVal val="visible"/>
                                      </p:to>
                                    </p:set>
                                    <p:animEffect transition="in" filter="wipe(left)">
                                      <p:cBhvr>
                                        <p:cTn id="11" dur="500"/>
                                        <p:tgtEl>
                                          <p:spTgt spid="50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49690"/>
                                        </p:tgtEl>
                                        <p:attrNameLst>
                                          <p:attrName>style.visibility</p:attrName>
                                        </p:attrNameLst>
                                      </p:cBhvr>
                                      <p:to>
                                        <p:strVal val="visible"/>
                                      </p:to>
                                    </p:set>
                                    <p:animEffect transition="in" filter="wipe(left)">
                                      <p:cBhvr>
                                        <p:cTn id="15" dur="500"/>
                                        <p:tgtEl>
                                          <p:spTgt spid="104969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90" grpId="0" bldLvl="0" animBg="1"/>
      <p:bldP spid="1049694" grpId="0" bldLvl="0" animBg="1"/>
      <p:bldP spid="13"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rot="16200000">
            <a:off x="4938975" y="-1586992"/>
            <a:ext cx="2341684" cy="12204000"/>
          </a:xfrm>
          <a:prstGeom prst="rect">
            <a:avLst/>
          </a:prstGeom>
          <a:gradFill>
            <a:gsLst>
              <a:gs pos="0">
                <a:srgbClr val="AF0000"/>
              </a:gs>
              <a:gs pos="100000">
                <a:srgbClr val="DD1807"/>
              </a:gs>
            </a:gsLst>
            <a:lin ang="5400000" scaled="0"/>
          </a:gradFill>
          <a:ln w="19050">
            <a:gradFill>
              <a:gsLst>
                <a:gs pos="0">
                  <a:srgbClr val="FAE7D0"/>
                </a:gs>
                <a:gs pos="24000">
                  <a:srgbClr val="FAE7D0"/>
                </a:gs>
                <a:gs pos="83000">
                  <a:srgbClr val="D49A78"/>
                </a:gs>
                <a:gs pos="100000">
                  <a:srgbClr val="EFD0B6"/>
                </a:gs>
              </a:gsLst>
              <a:lin ang="5400000" scaled="1"/>
            </a:gradFill>
          </a:ln>
          <a:effectLst>
            <a:outerShdw dist="101600" dir="16200000" algn="tl" rotWithShape="0">
              <a:srgbClr val="EFD0B6"/>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17" y="5171425"/>
            <a:ext cx="12192000" cy="1686575"/>
          </a:xfrm>
          <a:prstGeom prst="rect">
            <a:avLst/>
          </a:prstGeom>
        </p:spPr>
      </p:pic>
      <p:sp>
        <p:nvSpPr>
          <p:cNvPr id="4" name="işlídê"/>
          <p:cNvSpPr/>
          <p:nvPr/>
        </p:nvSpPr>
        <p:spPr>
          <a:xfrm>
            <a:off x="665228" y="1257231"/>
            <a:ext cx="10845910" cy="5496883"/>
          </a:xfrm>
          <a:prstGeom prst="rect">
            <a:avLst/>
          </a:prstGeom>
          <a:solidFill>
            <a:schemeClr val="bg1"/>
          </a:solidFill>
          <a:ln>
            <a:noFill/>
          </a:ln>
          <a:effectLst>
            <a:outerShdw blurRad="508000" dist="127000" dir="42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p:cNvSpPr txBox="1"/>
          <p:nvPr/>
        </p:nvSpPr>
        <p:spPr>
          <a:xfrm>
            <a:off x="1264873" y="1568307"/>
            <a:ext cx="4680000" cy="4874732"/>
          </a:xfrm>
          <a:prstGeom prst="rect">
            <a:avLst/>
          </a:prstGeom>
          <a:noFill/>
        </p:spPr>
        <p:txBody>
          <a:bodyPr wrap="square">
            <a:spAutoFit/>
          </a:bodyPr>
          <a:lstStyle/>
          <a:p>
            <a:pPr marL="285750" indent="-285750" algn="just">
              <a:lnSpc>
                <a:spcPct val="120000"/>
              </a:lnSpc>
              <a:spcBef>
                <a:spcPts val="600"/>
              </a:spcBef>
              <a:spcAft>
                <a:spcPts val="1200"/>
              </a:spcAft>
              <a:buClr>
                <a:srgbClr val="B00000"/>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坚持以维护党中央权威为统领加强党对对外工作的集中统一领导</a:t>
            </a:r>
            <a:endParaRPr lang="en-US" altLang="zh-CN" dirty="0">
              <a:solidFill>
                <a:schemeClr val="tx1">
                  <a:lumMod val="85000"/>
                  <a:lumOff val="15000"/>
                </a:schemeClr>
              </a:solidFill>
              <a:latin typeface="微软雅黑" panose="020B0503020204020204" charset="-122"/>
              <a:ea typeface="微软雅黑" panose="020B0503020204020204" charset="-122"/>
            </a:endParaRPr>
          </a:p>
          <a:p>
            <a:pPr marL="285750" indent="-285750" algn="just">
              <a:lnSpc>
                <a:spcPct val="120000"/>
              </a:lnSpc>
              <a:spcBef>
                <a:spcPts val="600"/>
              </a:spcBef>
              <a:spcAft>
                <a:spcPts val="1200"/>
              </a:spcAft>
              <a:buClr>
                <a:srgbClr val="B00000"/>
              </a:buClr>
              <a:buSzPct val="80000"/>
              <a:buFont typeface="Wingdings" panose="05000000000000000000" pitchFamily="2" charset="2"/>
              <a:buChar char="n"/>
            </a:pPr>
            <a:r>
              <a:rPr lang="zh-CN" altLang="en-US" dirty="0">
                <a:solidFill>
                  <a:schemeClr val="tx1">
                    <a:lumMod val="85000"/>
                    <a:lumOff val="15000"/>
                  </a:schemeClr>
                </a:solidFill>
                <a:latin typeface="微软雅黑" panose="020B0503020204020204" charset="-122"/>
                <a:ea typeface="微软雅黑" panose="020B0503020204020204" charset="-122"/>
              </a:rPr>
              <a:t>坚持以实现中华民族伟大复兴为使命推进</a:t>
            </a:r>
            <a:r>
              <a:rPr lang="zh-CN" altLang="en-US" dirty="0">
                <a:solidFill>
                  <a:srgbClr val="FF0000"/>
                </a:solidFill>
                <a:latin typeface="微软雅黑" panose="020B0503020204020204" charset="-122"/>
                <a:ea typeface="微软雅黑" panose="020B0503020204020204" charset="-122"/>
              </a:rPr>
              <a:t>中国特色大国外交</a:t>
            </a:r>
            <a:endParaRPr lang="en-US" altLang="zh-CN" dirty="0">
              <a:solidFill>
                <a:srgbClr val="FF0000"/>
              </a:solidFill>
              <a:latin typeface="微软雅黑" panose="020B0503020204020204" charset="-122"/>
              <a:ea typeface="微软雅黑" panose="020B0503020204020204" charset="-122"/>
            </a:endParaRPr>
          </a:p>
          <a:p>
            <a:pPr marL="285750" indent="-285750" algn="just">
              <a:lnSpc>
                <a:spcPct val="120000"/>
              </a:lnSpc>
              <a:spcBef>
                <a:spcPts val="600"/>
              </a:spcBef>
              <a:spcAft>
                <a:spcPts val="1200"/>
              </a:spcAft>
              <a:buClr>
                <a:srgbClr val="B00000"/>
              </a:buClr>
              <a:buSzPct val="80000"/>
              <a:buFont typeface="Wingdings" panose="05000000000000000000" pitchFamily="2" charset="2"/>
              <a:buChar char="n"/>
            </a:pPr>
            <a:r>
              <a:rPr lang="zh-CN" altLang="en-US" dirty="0">
                <a:solidFill>
                  <a:srgbClr val="3E3A3A">
                    <a:lumMod val="75000"/>
                  </a:srgbClr>
                </a:solidFill>
                <a:latin typeface="微软雅黑" panose="020B0503020204020204" charset="-122"/>
                <a:ea typeface="微软雅黑" panose="020B0503020204020204" charset="-122"/>
              </a:rPr>
              <a:t>坚持以维护世界和平、促进共同发展为宗旨推动构建</a:t>
            </a:r>
            <a:r>
              <a:rPr lang="zh-CN" altLang="en-US" dirty="0">
                <a:solidFill>
                  <a:srgbClr val="FF0000"/>
                </a:solidFill>
                <a:highlight>
                  <a:srgbClr val="FFFF00"/>
                </a:highlight>
                <a:latin typeface="微软雅黑" panose="020B0503020204020204" charset="-122"/>
                <a:ea typeface="微软雅黑" panose="020B0503020204020204" charset="-122"/>
              </a:rPr>
              <a:t>人类命运共同体</a:t>
            </a:r>
            <a:endParaRPr lang="zh-CN" altLang="en-US" dirty="0">
              <a:solidFill>
                <a:srgbClr val="3E3A3A">
                  <a:lumMod val="75000"/>
                </a:srgbClr>
              </a:solidFill>
              <a:latin typeface="微软雅黑" panose="020B0503020204020204" charset="-122"/>
              <a:ea typeface="微软雅黑" panose="020B0503020204020204" charset="-122"/>
            </a:endParaRPr>
          </a:p>
          <a:p>
            <a:pPr marL="285750" indent="-285750" algn="just">
              <a:lnSpc>
                <a:spcPct val="120000"/>
              </a:lnSpc>
              <a:spcBef>
                <a:spcPts val="600"/>
              </a:spcBef>
              <a:spcAft>
                <a:spcPts val="1200"/>
              </a:spcAft>
              <a:buClr>
                <a:srgbClr val="B00000"/>
              </a:buClr>
              <a:buSzPct val="80000"/>
              <a:buFont typeface="Wingdings" panose="05000000000000000000" pitchFamily="2" charset="2"/>
              <a:buChar char="n"/>
            </a:pPr>
            <a:r>
              <a:rPr lang="zh-CN" altLang="en-US" dirty="0">
                <a:latin typeface="微软雅黑" panose="020B0503020204020204" charset="-122"/>
                <a:ea typeface="微软雅黑" panose="020B0503020204020204" charset="-122"/>
              </a:rPr>
              <a:t>坚持以中国特色社会主义为根本增强</a:t>
            </a:r>
            <a:r>
              <a:rPr lang="zh-CN" altLang="en-US" dirty="0">
                <a:solidFill>
                  <a:srgbClr val="FF0000"/>
                </a:solidFill>
                <a:latin typeface="微软雅黑" panose="020B0503020204020204" charset="-122"/>
                <a:ea typeface="微软雅黑" panose="020B0503020204020204" charset="-122"/>
              </a:rPr>
              <a:t>战略自信</a:t>
            </a:r>
          </a:p>
          <a:p>
            <a:pPr marL="285750" indent="-285750" algn="just">
              <a:lnSpc>
                <a:spcPct val="120000"/>
              </a:lnSpc>
              <a:spcBef>
                <a:spcPts val="600"/>
              </a:spcBef>
              <a:spcAft>
                <a:spcPts val="1200"/>
              </a:spcAft>
              <a:buClr>
                <a:srgbClr val="B00000"/>
              </a:buClr>
              <a:buSzPct val="80000"/>
              <a:buFont typeface="Wingdings" panose="05000000000000000000" pitchFamily="2" charset="2"/>
              <a:buChar char="n"/>
            </a:pPr>
            <a:r>
              <a:rPr lang="zh-CN" altLang="en-US" dirty="0">
                <a:solidFill>
                  <a:srgbClr val="3E3A3A">
                    <a:lumMod val="75000"/>
                  </a:srgbClr>
                </a:solidFill>
                <a:latin typeface="微软雅黑" panose="020B0503020204020204" charset="-122"/>
                <a:ea typeface="微软雅黑" panose="020B0503020204020204" charset="-122"/>
              </a:rPr>
              <a:t>坚持以共商共建共享为原则推动“一带一路”建设</a:t>
            </a:r>
            <a:endParaRPr lang="en-US" altLang="zh-CN" dirty="0">
              <a:solidFill>
                <a:srgbClr val="3E3A3A">
                  <a:lumMod val="75000"/>
                </a:srgbClr>
              </a:solidFill>
              <a:latin typeface="微软雅黑" panose="020B0503020204020204" charset="-122"/>
              <a:ea typeface="微软雅黑" panose="020B0503020204020204" charset="-122"/>
            </a:endParaRPr>
          </a:p>
          <a:p>
            <a:pPr marL="742950" lvl="1" indent="-285750" algn="just">
              <a:lnSpc>
                <a:spcPct val="120000"/>
              </a:lnSpc>
              <a:spcBef>
                <a:spcPts val="600"/>
              </a:spcBef>
              <a:spcAft>
                <a:spcPts val="1200"/>
              </a:spcAft>
              <a:buClr>
                <a:srgbClr val="B00000"/>
              </a:buClr>
              <a:buSzPct val="80000"/>
              <a:buFont typeface="Wingdings" panose="05000000000000000000" pitchFamily="2" charset="2"/>
              <a:buChar char="n"/>
            </a:pPr>
            <a:r>
              <a:rPr lang="en-US" altLang="zh-CN" dirty="0">
                <a:solidFill>
                  <a:srgbClr val="FF0000"/>
                </a:solidFill>
                <a:latin typeface="微软雅黑" panose="020B0503020204020204" charset="-122"/>
                <a:ea typeface="微软雅黑" panose="020B0503020204020204" charset="-122"/>
              </a:rPr>
              <a:t>P327</a:t>
            </a:r>
            <a:r>
              <a:rPr lang="zh-CN" altLang="en-US" dirty="0">
                <a:solidFill>
                  <a:srgbClr val="FF0000"/>
                </a:solidFill>
                <a:latin typeface="微软雅黑" panose="020B0503020204020204" charset="-122"/>
                <a:ea typeface="微软雅黑" panose="020B0503020204020204" charset="-122"/>
              </a:rPr>
              <a:t>外交为民</a:t>
            </a:r>
          </a:p>
        </p:txBody>
      </p:sp>
      <p:sp>
        <p:nvSpPr>
          <p:cNvPr id="3" name="文本框 2"/>
          <p:cNvSpPr txBox="1"/>
          <p:nvPr/>
        </p:nvSpPr>
        <p:spPr>
          <a:xfrm>
            <a:off x="6408975" y="1588973"/>
            <a:ext cx="4680000" cy="4311501"/>
          </a:xfrm>
          <a:prstGeom prst="rect">
            <a:avLst/>
          </a:prstGeom>
          <a:noFill/>
        </p:spPr>
        <p:txBody>
          <a:bodyPr wrap="square">
            <a:spAutoFit/>
          </a:bodyPr>
          <a:lstStyle/>
          <a:p>
            <a:pPr marL="285750" indent="-285750" algn="just">
              <a:lnSpc>
                <a:spcPct val="120000"/>
              </a:lnSpc>
              <a:spcBef>
                <a:spcPts val="600"/>
              </a:spcBef>
              <a:spcAft>
                <a:spcPts val="1200"/>
              </a:spcAft>
              <a:buClr>
                <a:srgbClr val="B00000"/>
              </a:buClr>
              <a:buSzPct val="80000"/>
              <a:buFont typeface="Wingdings" panose="05000000000000000000" pitchFamily="2" charset="2"/>
              <a:buChar char="n"/>
            </a:pPr>
            <a:r>
              <a:rPr lang="zh-CN" altLang="en-US" sz="1800" dirty="0">
                <a:solidFill>
                  <a:srgbClr val="3E3A3A">
                    <a:lumMod val="75000"/>
                  </a:srgbClr>
                </a:solidFill>
                <a:latin typeface="微软雅黑" panose="020B0503020204020204" charset="-122"/>
                <a:ea typeface="微软雅黑" panose="020B0503020204020204" charset="-122"/>
              </a:rPr>
              <a:t>坚持以相互尊重、合作共赢为基础走和平发展道路</a:t>
            </a:r>
            <a:endParaRPr lang="en-US" altLang="zh-CN" sz="1800" dirty="0">
              <a:solidFill>
                <a:srgbClr val="3E3A3A">
                  <a:lumMod val="75000"/>
                </a:srgbClr>
              </a:solidFill>
              <a:latin typeface="微软雅黑" panose="020B0503020204020204" charset="-122"/>
              <a:ea typeface="微软雅黑" panose="020B0503020204020204" charset="-122"/>
            </a:endParaRPr>
          </a:p>
          <a:p>
            <a:pPr marL="285750" indent="-285750" algn="just">
              <a:lnSpc>
                <a:spcPct val="120000"/>
              </a:lnSpc>
              <a:spcBef>
                <a:spcPts val="600"/>
              </a:spcBef>
              <a:spcAft>
                <a:spcPts val="1200"/>
              </a:spcAft>
              <a:buClr>
                <a:srgbClr val="B00000"/>
              </a:buClr>
              <a:buSzPct val="80000"/>
              <a:buFont typeface="Wingdings" panose="05000000000000000000" pitchFamily="2" charset="2"/>
              <a:buChar char="n"/>
            </a:pPr>
            <a:r>
              <a:rPr lang="zh-CN" altLang="en-US" dirty="0">
                <a:solidFill>
                  <a:srgbClr val="3E3A3A">
                    <a:lumMod val="75000"/>
                  </a:srgbClr>
                </a:solidFill>
                <a:latin typeface="微软雅黑" panose="020B0503020204020204" charset="-122"/>
                <a:ea typeface="微软雅黑" panose="020B0503020204020204" charset="-122"/>
              </a:rPr>
              <a:t>坚持以深化外交布局为依托打造全球伙伴关系</a:t>
            </a:r>
          </a:p>
          <a:p>
            <a:pPr marL="285750" indent="-285750" algn="just">
              <a:lnSpc>
                <a:spcPct val="120000"/>
              </a:lnSpc>
              <a:spcBef>
                <a:spcPts val="600"/>
              </a:spcBef>
              <a:spcAft>
                <a:spcPts val="1200"/>
              </a:spcAft>
              <a:buClr>
                <a:srgbClr val="B00000"/>
              </a:buClr>
              <a:buSzPct val="80000"/>
              <a:buFont typeface="Wingdings" panose="05000000000000000000" pitchFamily="2" charset="2"/>
              <a:buChar char="n"/>
            </a:pPr>
            <a:r>
              <a:rPr lang="zh-CN" altLang="en-US" dirty="0">
                <a:solidFill>
                  <a:srgbClr val="3E3A3A">
                    <a:lumMod val="75000"/>
                  </a:srgbClr>
                </a:solidFill>
                <a:latin typeface="微软雅黑" panose="020B0503020204020204" charset="-122"/>
                <a:ea typeface="微软雅黑" panose="020B0503020204020204" charset="-122"/>
              </a:rPr>
              <a:t>坚持以公平正义为理念引领全球治理体系改革</a:t>
            </a:r>
          </a:p>
          <a:p>
            <a:pPr marL="285750" indent="-285750" algn="just">
              <a:lnSpc>
                <a:spcPct val="120000"/>
              </a:lnSpc>
              <a:spcBef>
                <a:spcPts val="600"/>
              </a:spcBef>
              <a:spcAft>
                <a:spcPts val="1200"/>
              </a:spcAft>
              <a:buClr>
                <a:srgbClr val="B00000"/>
              </a:buClr>
              <a:buSzPct val="80000"/>
              <a:buFont typeface="Wingdings" panose="05000000000000000000" pitchFamily="2" charset="2"/>
              <a:buChar char="n"/>
            </a:pPr>
            <a:r>
              <a:rPr lang="zh-CN" altLang="en-US" dirty="0">
                <a:latin typeface="微软雅黑" panose="020B0503020204020204" charset="-122"/>
                <a:ea typeface="微软雅黑" panose="020B0503020204020204" charset="-122"/>
              </a:rPr>
              <a:t>坚持以国家核心利益为底线维护国家主权、安全、发展利益</a:t>
            </a:r>
            <a:endParaRPr lang="zh-CN" altLang="en-US" sz="1800" dirty="0">
              <a:solidFill>
                <a:srgbClr val="3E3A3A">
                  <a:lumMod val="75000"/>
                </a:srgbClr>
              </a:solidFill>
              <a:latin typeface="微软雅黑" panose="020B0503020204020204" charset="-122"/>
              <a:ea typeface="微软雅黑" panose="020B0503020204020204" charset="-122"/>
            </a:endParaRPr>
          </a:p>
          <a:p>
            <a:pPr marL="285750" indent="-285750" algn="just">
              <a:lnSpc>
                <a:spcPct val="120000"/>
              </a:lnSpc>
              <a:spcBef>
                <a:spcPts val="600"/>
              </a:spcBef>
              <a:spcAft>
                <a:spcPts val="1200"/>
              </a:spcAft>
              <a:buClr>
                <a:srgbClr val="B00000"/>
              </a:buClr>
              <a:buSzPct val="80000"/>
              <a:buFont typeface="Wingdings" panose="05000000000000000000" pitchFamily="2" charset="2"/>
              <a:buChar char="n"/>
            </a:pPr>
            <a:r>
              <a:rPr lang="zh-CN" altLang="en-US" sz="1800" dirty="0">
                <a:solidFill>
                  <a:srgbClr val="3E3A3A">
                    <a:lumMod val="75000"/>
                  </a:srgbClr>
                </a:solidFill>
                <a:latin typeface="微软雅黑" panose="020B0503020204020204" charset="-122"/>
                <a:ea typeface="微软雅黑" panose="020B0503020204020204" charset="-122"/>
              </a:rPr>
              <a:t>坚持以对外工作优良传统和时代特征相结合为方向塑造中国外交独特风范</a:t>
            </a:r>
          </a:p>
        </p:txBody>
      </p:sp>
      <p:grpSp>
        <p:nvGrpSpPr>
          <p:cNvPr id="10" name="组合 9"/>
          <p:cNvGrpSpPr/>
          <p:nvPr/>
        </p:nvGrpSpPr>
        <p:grpSpPr>
          <a:xfrm>
            <a:off x="1281709" y="1098752"/>
            <a:ext cx="9807266" cy="348996"/>
            <a:chOff x="711186" y="1067375"/>
            <a:chExt cx="11203260" cy="348996"/>
          </a:xfrm>
        </p:grpSpPr>
        <p:cxnSp>
          <p:nvCxnSpPr>
            <p:cNvPr id="6" name="直接连接符 5"/>
            <p:cNvCxnSpPr/>
            <p:nvPr/>
          </p:nvCxnSpPr>
          <p:spPr>
            <a:xfrm>
              <a:off x="2538096" y="1285203"/>
              <a:ext cx="9376350" cy="0"/>
            </a:xfrm>
            <a:prstGeom prst="line">
              <a:avLst/>
            </a:prstGeom>
            <a:ln>
              <a:solidFill>
                <a:srgbClr val="B00000"/>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711186" y="1067375"/>
              <a:ext cx="1618030" cy="348996"/>
            </a:xfrm>
            <a:custGeom>
              <a:avLst/>
              <a:gdLst/>
              <a:ahLst/>
              <a:cxnLst/>
              <a:rect l="l" t="t" r="r" b="b"/>
              <a:pathLst>
                <a:path w="1618030" h="348996">
                  <a:moveTo>
                    <a:pt x="1390650" y="209931"/>
                  </a:moveTo>
                  <a:cubicBezTo>
                    <a:pt x="1416304" y="212471"/>
                    <a:pt x="1435481" y="217170"/>
                    <a:pt x="1448181" y="224028"/>
                  </a:cubicBezTo>
                  <a:cubicBezTo>
                    <a:pt x="1459357" y="230124"/>
                    <a:pt x="1464945" y="237617"/>
                    <a:pt x="1464945" y="246507"/>
                  </a:cubicBezTo>
                  <a:cubicBezTo>
                    <a:pt x="1464945" y="257175"/>
                    <a:pt x="1461516" y="266319"/>
                    <a:pt x="1454658" y="273939"/>
                  </a:cubicBezTo>
                  <a:cubicBezTo>
                    <a:pt x="1447800" y="281559"/>
                    <a:pt x="1439545" y="285369"/>
                    <a:pt x="1429893" y="285369"/>
                  </a:cubicBezTo>
                  <a:cubicBezTo>
                    <a:pt x="1418209" y="284861"/>
                    <a:pt x="1410970" y="278892"/>
                    <a:pt x="1408176" y="267462"/>
                  </a:cubicBezTo>
                  <a:cubicBezTo>
                    <a:pt x="1403604" y="245364"/>
                    <a:pt x="1397000" y="227330"/>
                    <a:pt x="1388364" y="213360"/>
                  </a:cubicBezTo>
                  <a:close/>
                  <a:moveTo>
                    <a:pt x="989838" y="207645"/>
                  </a:moveTo>
                  <a:lnTo>
                    <a:pt x="1054227" y="212598"/>
                  </a:lnTo>
                  <a:cubicBezTo>
                    <a:pt x="1059307" y="213106"/>
                    <a:pt x="1061847" y="214630"/>
                    <a:pt x="1061847" y="217170"/>
                  </a:cubicBezTo>
                  <a:cubicBezTo>
                    <a:pt x="1061847" y="223520"/>
                    <a:pt x="1056386" y="228727"/>
                    <a:pt x="1045464" y="232791"/>
                  </a:cubicBezTo>
                  <a:lnTo>
                    <a:pt x="1045464" y="250698"/>
                  </a:lnTo>
                  <a:lnTo>
                    <a:pt x="1089279" y="250698"/>
                  </a:lnTo>
                  <a:lnTo>
                    <a:pt x="1112901" y="217551"/>
                  </a:lnTo>
                  <a:lnTo>
                    <a:pt x="1159383" y="249555"/>
                  </a:lnTo>
                  <a:cubicBezTo>
                    <a:pt x="1163193" y="252095"/>
                    <a:pt x="1164336" y="254381"/>
                    <a:pt x="1162812" y="256413"/>
                  </a:cubicBezTo>
                  <a:cubicBezTo>
                    <a:pt x="1161288" y="258699"/>
                    <a:pt x="1157605" y="259842"/>
                    <a:pt x="1151763" y="259842"/>
                  </a:cubicBezTo>
                  <a:lnTo>
                    <a:pt x="1045464" y="259842"/>
                  </a:lnTo>
                  <a:lnTo>
                    <a:pt x="1045464" y="325755"/>
                  </a:lnTo>
                  <a:lnTo>
                    <a:pt x="1123569" y="325755"/>
                  </a:lnTo>
                  <a:lnTo>
                    <a:pt x="1148715" y="290322"/>
                  </a:lnTo>
                  <a:lnTo>
                    <a:pt x="1195959" y="324231"/>
                  </a:lnTo>
                  <a:cubicBezTo>
                    <a:pt x="1199769" y="326771"/>
                    <a:pt x="1200912" y="329184"/>
                    <a:pt x="1199388" y="331470"/>
                  </a:cubicBezTo>
                  <a:cubicBezTo>
                    <a:pt x="1197864" y="333756"/>
                    <a:pt x="1194181" y="334899"/>
                    <a:pt x="1188339" y="334899"/>
                  </a:cubicBezTo>
                  <a:lnTo>
                    <a:pt x="838200" y="334899"/>
                  </a:lnTo>
                  <a:lnTo>
                    <a:pt x="838200" y="325755"/>
                  </a:lnTo>
                  <a:lnTo>
                    <a:pt x="989838" y="325755"/>
                  </a:lnTo>
                  <a:lnTo>
                    <a:pt x="989838" y="259842"/>
                  </a:lnTo>
                  <a:lnTo>
                    <a:pt x="870585" y="259842"/>
                  </a:lnTo>
                  <a:lnTo>
                    <a:pt x="870585" y="250698"/>
                  </a:lnTo>
                  <a:lnTo>
                    <a:pt x="989838" y="250698"/>
                  </a:lnTo>
                  <a:close/>
                  <a:moveTo>
                    <a:pt x="1501521" y="148590"/>
                  </a:moveTo>
                  <a:lnTo>
                    <a:pt x="1568958" y="152781"/>
                  </a:lnTo>
                  <a:cubicBezTo>
                    <a:pt x="1574546" y="152781"/>
                    <a:pt x="1577340" y="154305"/>
                    <a:pt x="1577340" y="157353"/>
                  </a:cubicBezTo>
                  <a:cubicBezTo>
                    <a:pt x="1577340" y="162179"/>
                    <a:pt x="1572006" y="167386"/>
                    <a:pt x="1561338" y="172974"/>
                  </a:cubicBezTo>
                  <a:lnTo>
                    <a:pt x="1561338" y="193167"/>
                  </a:lnTo>
                  <a:lnTo>
                    <a:pt x="1577340" y="170688"/>
                  </a:lnTo>
                  <a:lnTo>
                    <a:pt x="1610106" y="192786"/>
                  </a:lnTo>
                  <a:cubicBezTo>
                    <a:pt x="1613662" y="195072"/>
                    <a:pt x="1614805" y="197231"/>
                    <a:pt x="1613535" y="199263"/>
                  </a:cubicBezTo>
                  <a:cubicBezTo>
                    <a:pt x="1612265" y="201295"/>
                    <a:pt x="1608836" y="202311"/>
                    <a:pt x="1603248" y="202311"/>
                  </a:cubicBezTo>
                  <a:lnTo>
                    <a:pt x="1561338" y="202311"/>
                  </a:lnTo>
                  <a:lnTo>
                    <a:pt x="1561338" y="227838"/>
                  </a:lnTo>
                  <a:cubicBezTo>
                    <a:pt x="1561338" y="240030"/>
                    <a:pt x="1561846" y="263525"/>
                    <a:pt x="1562862" y="298323"/>
                  </a:cubicBezTo>
                  <a:cubicBezTo>
                    <a:pt x="1563370" y="312293"/>
                    <a:pt x="1558290" y="323215"/>
                    <a:pt x="1547622" y="331089"/>
                  </a:cubicBezTo>
                  <a:cubicBezTo>
                    <a:pt x="1535684" y="339979"/>
                    <a:pt x="1515364" y="345948"/>
                    <a:pt x="1486662" y="348996"/>
                  </a:cubicBezTo>
                  <a:cubicBezTo>
                    <a:pt x="1485392" y="334772"/>
                    <a:pt x="1481963" y="324358"/>
                    <a:pt x="1476375" y="317754"/>
                  </a:cubicBezTo>
                  <a:cubicBezTo>
                    <a:pt x="1470279" y="310896"/>
                    <a:pt x="1458468" y="304038"/>
                    <a:pt x="1440942" y="297180"/>
                  </a:cubicBezTo>
                  <a:lnTo>
                    <a:pt x="1442085" y="291084"/>
                  </a:lnTo>
                  <a:lnTo>
                    <a:pt x="1488567" y="292608"/>
                  </a:lnTo>
                  <a:cubicBezTo>
                    <a:pt x="1493647" y="292862"/>
                    <a:pt x="1497203" y="291973"/>
                    <a:pt x="1499235" y="289941"/>
                  </a:cubicBezTo>
                  <a:cubicBezTo>
                    <a:pt x="1501775" y="287401"/>
                    <a:pt x="1503045" y="282702"/>
                    <a:pt x="1503045" y="275844"/>
                  </a:cubicBezTo>
                  <a:lnTo>
                    <a:pt x="1503045" y="219837"/>
                  </a:lnTo>
                  <a:lnTo>
                    <a:pt x="1503045" y="202311"/>
                  </a:lnTo>
                  <a:lnTo>
                    <a:pt x="1384173" y="202311"/>
                  </a:lnTo>
                  <a:lnTo>
                    <a:pt x="1384173" y="193167"/>
                  </a:lnTo>
                  <a:lnTo>
                    <a:pt x="1502664" y="193167"/>
                  </a:lnTo>
                  <a:cubicBezTo>
                    <a:pt x="1502410" y="178435"/>
                    <a:pt x="1502029" y="163576"/>
                    <a:pt x="1501521" y="148590"/>
                  </a:cubicBezTo>
                  <a:close/>
                  <a:moveTo>
                    <a:pt x="561594" y="108585"/>
                  </a:moveTo>
                  <a:lnTo>
                    <a:pt x="635508" y="114300"/>
                  </a:lnTo>
                  <a:cubicBezTo>
                    <a:pt x="641350" y="114554"/>
                    <a:pt x="644271" y="116205"/>
                    <a:pt x="644271" y="119253"/>
                  </a:cubicBezTo>
                  <a:cubicBezTo>
                    <a:pt x="644271" y="125603"/>
                    <a:pt x="638048" y="131064"/>
                    <a:pt x="625602" y="135636"/>
                  </a:cubicBezTo>
                  <a:lnTo>
                    <a:pt x="625602" y="219075"/>
                  </a:lnTo>
                  <a:cubicBezTo>
                    <a:pt x="625602" y="254381"/>
                    <a:pt x="626110" y="292608"/>
                    <a:pt x="627126" y="333756"/>
                  </a:cubicBezTo>
                  <a:cubicBezTo>
                    <a:pt x="627126" y="339852"/>
                    <a:pt x="625475" y="343281"/>
                    <a:pt x="622173" y="344043"/>
                  </a:cubicBezTo>
                  <a:cubicBezTo>
                    <a:pt x="603123" y="346583"/>
                    <a:pt x="582676" y="347853"/>
                    <a:pt x="560832" y="347853"/>
                  </a:cubicBezTo>
                  <a:cubicBezTo>
                    <a:pt x="562356" y="311785"/>
                    <a:pt x="563118" y="268859"/>
                    <a:pt x="563118" y="219075"/>
                  </a:cubicBezTo>
                  <a:lnTo>
                    <a:pt x="563118" y="185166"/>
                  </a:lnTo>
                  <a:cubicBezTo>
                    <a:pt x="563118" y="154686"/>
                    <a:pt x="562610" y="129159"/>
                    <a:pt x="561594" y="108585"/>
                  </a:cubicBezTo>
                  <a:close/>
                  <a:moveTo>
                    <a:pt x="1036701" y="49149"/>
                  </a:moveTo>
                  <a:cubicBezTo>
                    <a:pt x="1052449" y="73787"/>
                    <a:pt x="1067689" y="92202"/>
                    <a:pt x="1082421" y="104394"/>
                  </a:cubicBezTo>
                  <a:cubicBezTo>
                    <a:pt x="1091819" y="88138"/>
                    <a:pt x="1099693" y="69723"/>
                    <a:pt x="1106043" y="49149"/>
                  </a:cubicBezTo>
                  <a:close/>
                  <a:moveTo>
                    <a:pt x="869442" y="30099"/>
                  </a:moveTo>
                  <a:lnTo>
                    <a:pt x="931164" y="34671"/>
                  </a:lnTo>
                  <a:cubicBezTo>
                    <a:pt x="938022" y="35433"/>
                    <a:pt x="941578" y="37338"/>
                    <a:pt x="941832" y="40386"/>
                  </a:cubicBezTo>
                  <a:cubicBezTo>
                    <a:pt x="941832" y="46736"/>
                    <a:pt x="936117" y="52070"/>
                    <a:pt x="924687" y="56388"/>
                  </a:cubicBezTo>
                  <a:lnTo>
                    <a:pt x="924687" y="180213"/>
                  </a:lnTo>
                  <a:cubicBezTo>
                    <a:pt x="924687" y="186817"/>
                    <a:pt x="920750" y="190881"/>
                    <a:pt x="912876" y="192405"/>
                  </a:cubicBezTo>
                  <a:cubicBezTo>
                    <a:pt x="903224" y="193675"/>
                    <a:pt x="888746" y="195326"/>
                    <a:pt x="869442" y="197358"/>
                  </a:cubicBezTo>
                  <a:cubicBezTo>
                    <a:pt x="870458" y="159512"/>
                    <a:pt x="870966" y="134874"/>
                    <a:pt x="870966" y="123444"/>
                  </a:cubicBezTo>
                  <a:lnTo>
                    <a:pt x="870966" y="91821"/>
                  </a:lnTo>
                  <a:cubicBezTo>
                    <a:pt x="870966" y="68961"/>
                    <a:pt x="870458" y="48387"/>
                    <a:pt x="869442" y="30099"/>
                  </a:cubicBezTo>
                  <a:close/>
                  <a:moveTo>
                    <a:pt x="1120902" y="11811"/>
                  </a:moveTo>
                  <a:lnTo>
                    <a:pt x="1179576" y="42291"/>
                  </a:lnTo>
                  <a:cubicBezTo>
                    <a:pt x="1183132" y="44577"/>
                    <a:pt x="1184910" y="47244"/>
                    <a:pt x="1184910" y="50292"/>
                  </a:cubicBezTo>
                  <a:cubicBezTo>
                    <a:pt x="1184402" y="56388"/>
                    <a:pt x="1177417" y="61087"/>
                    <a:pt x="1163955" y="64389"/>
                  </a:cubicBezTo>
                  <a:cubicBezTo>
                    <a:pt x="1152017" y="89789"/>
                    <a:pt x="1138809" y="111379"/>
                    <a:pt x="1124331" y="129159"/>
                  </a:cubicBezTo>
                  <a:cubicBezTo>
                    <a:pt x="1141095" y="136271"/>
                    <a:pt x="1164844" y="142621"/>
                    <a:pt x="1195578" y="148209"/>
                  </a:cubicBezTo>
                  <a:lnTo>
                    <a:pt x="1194435" y="155067"/>
                  </a:lnTo>
                  <a:cubicBezTo>
                    <a:pt x="1182751" y="159639"/>
                    <a:pt x="1173353" y="165989"/>
                    <a:pt x="1166241" y="174117"/>
                  </a:cubicBezTo>
                  <a:cubicBezTo>
                    <a:pt x="1158875" y="182753"/>
                    <a:pt x="1152017" y="195326"/>
                    <a:pt x="1145667" y="211836"/>
                  </a:cubicBezTo>
                  <a:cubicBezTo>
                    <a:pt x="1118743" y="197612"/>
                    <a:pt x="1097534" y="183134"/>
                    <a:pt x="1082040" y="168402"/>
                  </a:cubicBezTo>
                  <a:cubicBezTo>
                    <a:pt x="1060196" y="183896"/>
                    <a:pt x="1033145" y="196850"/>
                    <a:pt x="1000887" y="207264"/>
                  </a:cubicBezTo>
                  <a:lnTo>
                    <a:pt x="996696" y="201549"/>
                  </a:lnTo>
                  <a:cubicBezTo>
                    <a:pt x="1021334" y="182245"/>
                    <a:pt x="1041908" y="161798"/>
                    <a:pt x="1058418" y="140208"/>
                  </a:cubicBezTo>
                  <a:cubicBezTo>
                    <a:pt x="1044448" y="118364"/>
                    <a:pt x="1034161" y="88011"/>
                    <a:pt x="1027557" y="49149"/>
                  </a:cubicBezTo>
                  <a:lnTo>
                    <a:pt x="1007364" y="49149"/>
                  </a:lnTo>
                  <a:lnTo>
                    <a:pt x="1007364" y="40005"/>
                  </a:lnTo>
                  <a:lnTo>
                    <a:pt x="1101090" y="40005"/>
                  </a:lnTo>
                  <a:close/>
                  <a:moveTo>
                    <a:pt x="139065" y="5334"/>
                  </a:moveTo>
                  <a:lnTo>
                    <a:pt x="219456" y="9906"/>
                  </a:lnTo>
                  <a:cubicBezTo>
                    <a:pt x="224790" y="10668"/>
                    <a:pt x="227711" y="12827"/>
                    <a:pt x="228219" y="16383"/>
                  </a:cubicBezTo>
                  <a:cubicBezTo>
                    <a:pt x="228219" y="23749"/>
                    <a:pt x="221488" y="29718"/>
                    <a:pt x="208026" y="34290"/>
                  </a:cubicBezTo>
                  <a:lnTo>
                    <a:pt x="208026" y="147447"/>
                  </a:lnTo>
                  <a:lnTo>
                    <a:pt x="270510" y="147447"/>
                  </a:lnTo>
                  <a:lnTo>
                    <a:pt x="301752" y="103632"/>
                  </a:lnTo>
                  <a:lnTo>
                    <a:pt x="355473" y="145161"/>
                  </a:lnTo>
                  <a:cubicBezTo>
                    <a:pt x="359029" y="147955"/>
                    <a:pt x="360045" y="150495"/>
                    <a:pt x="358521" y="152781"/>
                  </a:cubicBezTo>
                  <a:cubicBezTo>
                    <a:pt x="356743" y="155321"/>
                    <a:pt x="352933" y="156591"/>
                    <a:pt x="347091" y="156591"/>
                  </a:cubicBezTo>
                  <a:lnTo>
                    <a:pt x="208026" y="156591"/>
                  </a:lnTo>
                  <a:lnTo>
                    <a:pt x="208026" y="219456"/>
                  </a:lnTo>
                  <a:cubicBezTo>
                    <a:pt x="208026" y="260604"/>
                    <a:pt x="208534" y="298831"/>
                    <a:pt x="209550" y="334137"/>
                  </a:cubicBezTo>
                  <a:cubicBezTo>
                    <a:pt x="209550" y="337439"/>
                    <a:pt x="208788" y="340106"/>
                    <a:pt x="207264" y="342138"/>
                  </a:cubicBezTo>
                  <a:cubicBezTo>
                    <a:pt x="206248" y="343662"/>
                    <a:pt x="204978" y="344551"/>
                    <a:pt x="203454" y="344805"/>
                  </a:cubicBezTo>
                  <a:cubicBezTo>
                    <a:pt x="184150" y="347091"/>
                    <a:pt x="162433" y="348234"/>
                    <a:pt x="138303" y="348234"/>
                  </a:cubicBezTo>
                  <a:cubicBezTo>
                    <a:pt x="139827" y="302006"/>
                    <a:pt x="140589" y="259080"/>
                    <a:pt x="140589" y="219456"/>
                  </a:cubicBezTo>
                  <a:lnTo>
                    <a:pt x="140589" y="156591"/>
                  </a:lnTo>
                  <a:lnTo>
                    <a:pt x="0" y="156591"/>
                  </a:lnTo>
                  <a:lnTo>
                    <a:pt x="0" y="147447"/>
                  </a:lnTo>
                  <a:lnTo>
                    <a:pt x="140589" y="147447"/>
                  </a:lnTo>
                  <a:lnTo>
                    <a:pt x="140589" y="86487"/>
                  </a:lnTo>
                  <a:cubicBezTo>
                    <a:pt x="140589" y="61849"/>
                    <a:pt x="140081" y="34798"/>
                    <a:pt x="139065" y="5334"/>
                  </a:cubicBezTo>
                  <a:close/>
                  <a:moveTo>
                    <a:pt x="942975" y="4953"/>
                  </a:moveTo>
                  <a:lnTo>
                    <a:pt x="1005459" y="11811"/>
                  </a:lnTo>
                  <a:cubicBezTo>
                    <a:pt x="1012825" y="12573"/>
                    <a:pt x="1016508" y="14732"/>
                    <a:pt x="1016508" y="18288"/>
                  </a:cubicBezTo>
                  <a:cubicBezTo>
                    <a:pt x="1016762" y="23368"/>
                    <a:pt x="1010793" y="28321"/>
                    <a:pt x="998601" y="33147"/>
                  </a:cubicBezTo>
                  <a:lnTo>
                    <a:pt x="998601" y="187452"/>
                  </a:lnTo>
                  <a:cubicBezTo>
                    <a:pt x="998601" y="196088"/>
                    <a:pt x="992759" y="201803"/>
                    <a:pt x="981075" y="204597"/>
                  </a:cubicBezTo>
                  <a:cubicBezTo>
                    <a:pt x="964819" y="208915"/>
                    <a:pt x="951865" y="211074"/>
                    <a:pt x="942213" y="211074"/>
                  </a:cubicBezTo>
                  <a:cubicBezTo>
                    <a:pt x="943229" y="170180"/>
                    <a:pt x="943737" y="139192"/>
                    <a:pt x="943737" y="118110"/>
                  </a:cubicBezTo>
                  <a:lnTo>
                    <a:pt x="943737" y="77724"/>
                  </a:lnTo>
                  <a:cubicBezTo>
                    <a:pt x="943737" y="45212"/>
                    <a:pt x="943483" y="20955"/>
                    <a:pt x="942975" y="4953"/>
                  </a:cubicBezTo>
                  <a:close/>
                  <a:moveTo>
                    <a:pt x="1453515" y="3810"/>
                  </a:moveTo>
                  <a:lnTo>
                    <a:pt x="1520190" y="9525"/>
                  </a:lnTo>
                  <a:cubicBezTo>
                    <a:pt x="1525270" y="9779"/>
                    <a:pt x="1527810" y="11303"/>
                    <a:pt x="1527810" y="14097"/>
                  </a:cubicBezTo>
                  <a:cubicBezTo>
                    <a:pt x="1527810" y="19431"/>
                    <a:pt x="1522476" y="24638"/>
                    <a:pt x="1511808" y="29718"/>
                  </a:cubicBezTo>
                  <a:lnTo>
                    <a:pt x="1511808" y="68580"/>
                  </a:lnTo>
                  <a:lnTo>
                    <a:pt x="1537716" y="68580"/>
                  </a:lnTo>
                  <a:lnTo>
                    <a:pt x="1556766" y="41910"/>
                  </a:lnTo>
                  <a:lnTo>
                    <a:pt x="1598676" y="69342"/>
                  </a:lnTo>
                  <a:cubicBezTo>
                    <a:pt x="1601724" y="71374"/>
                    <a:pt x="1602613" y="73279"/>
                    <a:pt x="1601343" y="75057"/>
                  </a:cubicBezTo>
                  <a:cubicBezTo>
                    <a:pt x="1600073" y="76835"/>
                    <a:pt x="1597152" y="77724"/>
                    <a:pt x="1592580" y="77724"/>
                  </a:cubicBezTo>
                  <a:lnTo>
                    <a:pt x="1511808" y="77724"/>
                  </a:lnTo>
                  <a:lnTo>
                    <a:pt x="1511808" y="136017"/>
                  </a:lnTo>
                  <a:lnTo>
                    <a:pt x="1545717" y="136017"/>
                  </a:lnTo>
                  <a:lnTo>
                    <a:pt x="1569339" y="102870"/>
                  </a:lnTo>
                  <a:lnTo>
                    <a:pt x="1614297" y="134874"/>
                  </a:lnTo>
                  <a:cubicBezTo>
                    <a:pt x="1617853" y="137414"/>
                    <a:pt x="1618869" y="139700"/>
                    <a:pt x="1617345" y="141732"/>
                  </a:cubicBezTo>
                  <a:cubicBezTo>
                    <a:pt x="1615821" y="144018"/>
                    <a:pt x="1612265" y="145161"/>
                    <a:pt x="1606677" y="145161"/>
                  </a:cubicBezTo>
                  <a:lnTo>
                    <a:pt x="1378839" y="145161"/>
                  </a:lnTo>
                  <a:lnTo>
                    <a:pt x="1378839" y="136017"/>
                  </a:lnTo>
                  <a:lnTo>
                    <a:pt x="1454277" y="136017"/>
                  </a:lnTo>
                  <a:lnTo>
                    <a:pt x="1454277" y="77724"/>
                  </a:lnTo>
                  <a:lnTo>
                    <a:pt x="1391412" y="77724"/>
                  </a:lnTo>
                  <a:lnTo>
                    <a:pt x="1391412" y="68580"/>
                  </a:lnTo>
                  <a:lnTo>
                    <a:pt x="1454277" y="68580"/>
                  </a:lnTo>
                  <a:lnTo>
                    <a:pt x="1454277" y="62484"/>
                  </a:lnTo>
                  <a:cubicBezTo>
                    <a:pt x="1454023" y="42926"/>
                    <a:pt x="1453769" y="23368"/>
                    <a:pt x="1453515" y="3810"/>
                  </a:cubicBezTo>
                  <a:close/>
                  <a:moveTo>
                    <a:pt x="1296162" y="3048"/>
                  </a:moveTo>
                  <a:lnTo>
                    <a:pt x="1363218" y="8763"/>
                  </a:lnTo>
                  <a:cubicBezTo>
                    <a:pt x="1368044" y="9017"/>
                    <a:pt x="1370457" y="10541"/>
                    <a:pt x="1370457" y="13335"/>
                  </a:cubicBezTo>
                  <a:cubicBezTo>
                    <a:pt x="1370457" y="18415"/>
                    <a:pt x="1364996" y="23622"/>
                    <a:pt x="1354074" y="28956"/>
                  </a:cubicBezTo>
                  <a:lnTo>
                    <a:pt x="1354074" y="93726"/>
                  </a:lnTo>
                  <a:lnTo>
                    <a:pt x="1369314" y="68580"/>
                  </a:lnTo>
                  <a:lnTo>
                    <a:pt x="1400937" y="92583"/>
                  </a:lnTo>
                  <a:cubicBezTo>
                    <a:pt x="1405509" y="96139"/>
                    <a:pt x="1407160" y="99314"/>
                    <a:pt x="1405890" y="102108"/>
                  </a:cubicBezTo>
                  <a:cubicBezTo>
                    <a:pt x="1404620" y="104648"/>
                    <a:pt x="1401191" y="105918"/>
                    <a:pt x="1395603" y="105918"/>
                  </a:cubicBezTo>
                  <a:lnTo>
                    <a:pt x="1354074" y="105918"/>
                  </a:lnTo>
                  <a:lnTo>
                    <a:pt x="1354074" y="155067"/>
                  </a:lnTo>
                  <a:cubicBezTo>
                    <a:pt x="1367536" y="152781"/>
                    <a:pt x="1381633" y="150114"/>
                    <a:pt x="1396365" y="147066"/>
                  </a:cubicBezTo>
                  <a:lnTo>
                    <a:pt x="1398651" y="153543"/>
                  </a:lnTo>
                  <a:cubicBezTo>
                    <a:pt x="1382649" y="164465"/>
                    <a:pt x="1367790" y="173863"/>
                    <a:pt x="1354074" y="181737"/>
                  </a:cubicBezTo>
                  <a:lnTo>
                    <a:pt x="1354074" y="299847"/>
                  </a:lnTo>
                  <a:cubicBezTo>
                    <a:pt x="1354074" y="313309"/>
                    <a:pt x="1348867" y="323723"/>
                    <a:pt x="1338453" y="331089"/>
                  </a:cubicBezTo>
                  <a:cubicBezTo>
                    <a:pt x="1327277" y="338963"/>
                    <a:pt x="1308862" y="344297"/>
                    <a:pt x="1283208" y="347091"/>
                  </a:cubicBezTo>
                  <a:cubicBezTo>
                    <a:pt x="1281938" y="331089"/>
                    <a:pt x="1279144" y="319786"/>
                    <a:pt x="1274826" y="313182"/>
                  </a:cubicBezTo>
                  <a:cubicBezTo>
                    <a:pt x="1270508" y="306324"/>
                    <a:pt x="1261618" y="299466"/>
                    <a:pt x="1248156" y="292608"/>
                  </a:cubicBezTo>
                  <a:lnTo>
                    <a:pt x="1249299" y="286512"/>
                  </a:lnTo>
                  <a:lnTo>
                    <a:pt x="1285113" y="288036"/>
                  </a:lnTo>
                  <a:cubicBezTo>
                    <a:pt x="1289939" y="288290"/>
                    <a:pt x="1293114" y="287655"/>
                    <a:pt x="1294638" y="286131"/>
                  </a:cubicBezTo>
                  <a:cubicBezTo>
                    <a:pt x="1296416" y="284607"/>
                    <a:pt x="1297305" y="281051"/>
                    <a:pt x="1297305" y="275463"/>
                  </a:cubicBezTo>
                  <a:lnTo>
                    <a:pt x="1297305" y="211455"/>
                  </a:lnTo>
                  <a:cubicBezTo>
                    <a:pt x="1291209" y="214503"/>
                    <a:pt x="1286637" y="216662"/>
                    <a:pt x="1283589" y="217932"/>
                  </a:cubicBezTo>
                  <a:cubicBezTo>
                    <a:pt x="1282827" y="229362"/>
                    <a:pt x="1279271" y="235077"/>
                    <a:pt x="1272921" y="235077"/>
                  </a:cubicBezTo>
                  <a:cubicBezTo>
                    <a:pt x="1269365" y="235077"/>
                    <a:pt x="1266952" y="231521"/>
                    <a:pt x="1265682" y="224409"/>
                  </a:cubicBezTo>
                  <a:lnTo>
                    <a:pt x="1251585" y="168021"/>
                  </a:lnTo>
                  <a:cubicBezTo>
                    <a:pt x="1261745" y="167767"/>
                    <a:pt x="1276985" y="166370"/>
                    <a:pt x="1297305" y="163830"/>
                  </a:cubicBezTo>
                  <a:lnTo>
                    <a:pt x="1297305" y="105918"/>
                  </a:lnTo>
                  <a:lnTo>
                    <a:pt x="1253871" y="105918"/>
                  </a:lnTo>
                  <a:lnTo>
                    <a:pt x="1253871" y="96774"/>
                  </a:lnTo>
                  <a:lnTo>
                    <a:pt x="1297305" y="96774"/>
                  </a:lnTo>
                  <a:lnTo>
                    <a:pt x="1297305" y="73152"/>
                  </a:lnTo>
                  <a:cubicBezTo>
                    <a:pt x="1297305" y="43688"/>
                    <a:pt x="1296924" y="20320"/>
                    <a:pt x="1296162" y="3048"/>
                  </a:cubicBezTo>
                  <a:close/>
                  <a:moveTo>
                    <a:pt x="558546" y="0"/>
                  </a:moveTo>
                  <a:lnTo>
                    <a:pt x="634746" y="16383"/>
                  </a:lnTo>
                  <a:cubicBezTo>
                    <a:pt x="639572" y="17399"/>
                    <a:pt x="641985" y="19431"/>
                    <a:pt x="641985" y="22479"/>
                  </a:cubicBezTo>
                  <a:cubicBezTo>
                    <a:pt x="641985" y="29083"/>
                    <a:pt x="634238" y="33909"/>
                    <a:pt x="618744" y="36957"/>
                  </a:cubicBezTo>
                  <a:cubicBezTo>
                    <a:pt x="618490" y="37465"/>
                    <a:pt x="618109" y="37973"/>
                    <a:pt x="617601" y="38481"/>
                  </a:cubicBezTo>
                  <a:cubicBezTo>
                    <a:pt x="642239" y="58801"/>
                    <a:pt x="666623" y="74676"/>
                    <a:pt x="690753" y="86106"/>
                  </a:cubicBezTo>
                  <a:cubicBezTo>
                    <a:pt x="716661" y="98298"/>
                    <a:pt x="748284" y="108585"/>
                    <a:pt x="785622" y="116967"/>
                  </a:cubicBezTo>
                  <a:lnTo>
                    <a:pt x="784860" y="123825"/>
                  </a:lnTo>
                  <a:cubicBezTo>
                    <a:pt x="766572" y="131699"/>
                    <a:pt x="751459" y="151638"/>
                    <a:pt x="739521" y="183642"/>
                  </a:cubicBezTo>
                  <a:cubicBezTo>
                    <a:pt x="707263" y="166116"/>
                    <a:pt x="681355" y="147320"/>
                    <a:pt x="661797" y="127254"/>
                  </a:cubicBezTo>
                  <a:cubicBezTo>
                    <a:pt x="641985" y="106934"/>
                    <a:pt x="624713" y="81026"/>
                    <a:pt x="609981" y="49530"/>
                  </a:cubicBezTo>
                  <a:cubicBezTo>
                    <a:pt x="567309" y="110236"/>
                    <a:pt x="503936" y="156464"/>
                    <a:pt x="419862" y="188214"/>
                  </a:cubicBezTo>
                  <a:lnTo>
                    <a:pt x="416052" y="183642"/>
                  </a:lnTo>
                  <a:cubicBezTo>
                    <a:pt x="468884" y="140462"/>
                    <a:pt x="510032" y="93345"/>
                    <a:pt x="539496" y="42291"/>
                  </a:cubicBezTo>
                  <a:cubicBezTo>
                    <a:pt x="548640" y="26543"/>
                    <a:pt x="554990" y="12446"/>
                    <a:pt x="558546" y="0"/>
                  </a:cubicBezTo>
                  <a:close/>
                </a:path>
              </a:pathLst>
            </a:custGeom>
            <a:solidFill>
              <a:srgbClr val="B00000"/>
            </a:solidFill>
            <a:ln>
              <a:noFill/>
            </a:ln>
            <a:effectLst>
              <a:outerShdw blurRad="76200" dir="18900000" sy="23000" kx="-1200000" algn="b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defPPr>
                <a:defRPr lang="zh-CN"/>
              </a:defPPr>
              <a:lvl1pPr algn="just">
                <a:defRPr sz="4400" kern="100">
                  <a:solidFill>
                    <a:schemeClr val="tx1">
                      <a:lumMod val="85000"/>
                      <a:lumOff val="15000"/>
                    </a:schemeClr>
                  </a:solidFill>
                  <a:latin typeface="方正特雅宋简体" panose="02000500000000000000" pitchFamily="2" charset="-122"/>
                  <a:ea typeface="方正特雅宋简体" panose="02000500000000000000" pitchFamily="2" charset="-122"/>
                  <a:cs typeface="方正粗楷简体" panose="02000000000000000000" pitchFamily="2" charset="-122"/>
                </a:defRPr>
              </a:lvl1pPr>
            </a:lstStyle>
            <a:p>
              <a:endParaRPr lang="zh-CN" altLang="en-US"/>
            </a:p>
          </p:txBody>
        </p:sp>
      </p:grpSp>
      <p:cxnSp>
        <p:nvCxnSpPr>
          <p:cNvPr id="8" name="直接连接符 7"/>
          <p:cNvCxnSpPr/>
          <p:nvPr/>
        </p:nvCxnSpPr>
        <p:spPr>
          <a:xfrm>
            <a:off x="6273579" y="1808024"/>
            <a:ext cx="0" cy="4083893"/>
          </a:xfrm>
          <a:prstGeom prst="line">
            <a:avLst/>
          </a:pr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文本框 4"/>
          <p:cNvSpPr txBox="1"/>
          <p:nvPr/>
        </p:nvSpPr>
        <p:spPr>
          <a:xfrm>
            <a:off x="1094105" y="142875"/>
            <a:ext cx="9382125" cy="645160"/>
          </a:xfrm>
          <a:prstGeom prst="rect">
            <a:avLst/>
          </a:prstGeom>
          <a:noFill/>
        </p:spPr>
        <p:txBody>
          <a:bodyPr wrap="square" rtlCol="0">
            <a:spAutoFit/>
          </a:bodyPr>
          <a:lstStyle/>
          <a:p>
            <a:pPr algn="ctr"/>
            <a:r>
              <a:rPr lang="zh-CN" altLang="en-US" sz="3600" b="1">
                <a:highlight>
                  <a:srgbClr val="FFFF00"/>
                </a:highlight>
              </a:rPr>
              <a:t>习近平外交思想</a:t>
            </a:r>
            <a:r>
              <a:rPr lang="zh-CN" altLang="en-US" sz="3600" b="1"/>
              <a:t>的理论体系</a:t>
            </a:r>
            <a:endParaRPr lang="zh-CN" altLang="en-US" sz="3600" b="1" i="1"/>
          </a:p>
        </p:txBody>
      </p:sp>
      <p:sp>
        <p:nvSpPr>
          <p:cNvPr id="9" name="文本框 8"/>
          <p:cNvSpPr txBox="1"/>
          <p:nvPr/>
        </p:nvSpPr>
        <p:spPr>
          <a:xfrm>
            <a:off x="5123815" y="6196965"/>
            <a:ext cx="6198870" cy="349250"/>
          </a:xfrm>
          <a:prstGeom prst="rect">
            <a:avLst/>
          </a:prstGeom>
          <a:noFill/>
        </p:spPr>
        <p:txBody>
          <a:bodyPr wrap="square" rtlCol="0">
            <a:noAutofit/>
          </a:bodyPr>
          <a:lstStyle/>
          <a:p>
            <a:pPr algn="r"/>
            <a:r>
              <a:rPr lang="zh-CN" altLang="en-US" sz="2400">
                <a:solidFill>
                  <a:srgbClr val="FF0000"/>
                </a:solidFill>
              </a:rPr>
              <a:t>——《习近平外交思想学习纲要》（</a:t>
            </a:r>
            <a:r>
              <a:rPr lang="en-US" altLang="zh-CN" sz="2400">
                <a:solidFill>
                  <a:srgbClr val="FF0000"/>
                </a:solidFill>
              </a:rPr>
              <a:t>2021</a:t>
            </a:r>
            <a:r>
              <a:rPr lang="zh-CN" altLang="en-US" sz="2400">
                <a:solidFill>
                  <a:srgbClr val="FF0000"/>
                </a:solidFill>
              </a:rPr>
              <a:t>年）</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5.2.9"/>
  <p:tag name="RESOURCELIBID_ANIM" val="462"/>
</p:tagLst>
</file>

<file path=ppt/tags/tag2.xml><?xml version="1.0" encoding="utf-8"?>
<p:tagLst xmlns:a="http://schemas.openxmlformats.org/drawingml/2006/main" xmlns:r="http://schemas.openxmlformats.org/officeDocument/2006/relationships" xmlns:p="http://schemas.openxmlformats.org/presentationml/2006/main">
  <p:tag name="PA" val="v5.2.9"/>
  <p:tag name="RESOURCELIBID_ANIM" val="462"/>
</p:tagLst>
</file>

<file path=ppt/tags/tag3.xml><?xml version="1.0" encoding="utf-8"?>
<p:tagLst xmlns:a="http://schemas.openxmlformats.org/drawingml/2006/main" xmlns:r="http://schemas.openxmlformats.org/officeDocument/2006/relationships" xmlns:p="http://schemas.openxmlformats.org/presentationml/2006/main">
  <p:tag name="PA" val="v5.2.9"/>
  <p:tag name="RESOURCELIBID_ANIM" val="462"/>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PA" val="v5.2.9"/>
  <p:tag name="RESOURCELIBID_ANIM" val="462"/>
</p:tagLst>
</file>

<file path=ppt/tags/tag13.xml><?xml version="1.0" encoding="utf-8"?>
<p:tagLst xmlns:a="http://schemas.openxmlformats.org/drawingml/2006/main" xmlns:r="http://schemas.openxmlformats.org/officeDocument/2006/relationships" xmlns:p="http://schemas.openxmlformats.org/presentationml/2006/main">
  <p:tag name="PA" val="v5.2.9"/>
  <p:tag name="RESOURCELIBID_ANIM" val="462"/>
</p:tagLst>
</file>

<file path=ppt/tags/tag14.xml><?xml version="1.0" encoding="utf-8"?>
<p:tagLst xmlns:a="http://schemas.openxmlformats.org/drawingml/2006/main" xmlns:r="http://schemas.openxmlformats.org/officeDocument/2006/relationships" xmlns:p="http://schemas.openxmlformats.org/presentationml/2006/main">
  <p:tag name="PA" val="v5.2.9"/>
  <p:tag name="RESOURCELIBID_ANIM" val="462"/>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824.714960629921,&quot;width&quot;:48.13858267716535}"/>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自定义 1">
      <a:dk1>
        <a:sysClr val="windowText" lastClr="000000"/>
      </a:dk1>
      <a:lt1>
        <a:sysClr val="window" lastClr="FFFFFF"/>
      </a:lt1>
      <a:dk2>
        <a:srgbClr val="44546A"/>
      </a:dk2>
      <a:lt2>
        <a:srgbClr val="E7E6E6"/>
      </a:lt2>
      <a:accent1>
        <a:srgbClr val="710E2D"/>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noFill/>
          <a:prstDash val="solid"/>
          <a:round/>
          <a:headEnd type="none" w="med" len="med"/>
          <a:tailEnd type="none" w="med" len="med"/>
        </a:ln>
      </a:spPr>
      <a:bodyPr vert="horz" wrap="square" lIns="91440" tIns="45720" rIns="91440" bIns="45720" numCol="1" rtlCol="0"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sz="1800" b="0" i="0" u="none" strike="noStrike" cap="none" normalizeH="0" baseline="0" dirty="0" smtClean="0">
            <a:ln>
              <a:noFill/>
            </a:ln>
            <a:solidFill>
              <a:schemeClr val="tx2"/>
            </a:solidFill>
            <a:effectLst/>
            <a:latin typeface="微软雅黑" panose="020B0503020204020204" charset="-122"/>
            <a:ea typeface="微软雅黑" panose="020B0503020204020204"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2"/>
            </a:solidFill>
            <a:effectLst/>
            <a:latin typeface="Arial" panose="020B0604020202090204" pitchFamily="34" charset="0"/>
            <a:ea typeface="宋体" pitchFamily="2" charset="-122"/>
          </a:defRPr>
        </a:defPPr>
      </a:lstStyle>
    </a:lnDef>
    <a:txDef>
      <a:spPr>
        <a:noFill/>
      </a:spPr>
      <a:bodyPr wrap="square" rtlCol="0">
        <a:noAutofit/>
      </a:bodyPr>
      <a:lstStyle>
        <a:defPPr algn="l">
          <a:defRPr sz="1800" dirty="0">
            <a:latin typeface="微软雅黑" panose="020B0503020204020204" charset="-122"/>
            <a:ea typeface="微软雅黑" panose="020B0503020204020204" charset="-122"/>
          </a:defRPr>
        </a:defPPr>
      </a:lstStyle>
    </a:tx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设计模板">
  <a:themeElements>
    <a:clrScheme name="4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4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400" b="0" i="1" u="none" strike="noStrike" cap="none" normalizeH="0" baseline="0" smtClean="0">
            <a:ln>
              <a:noFill/>
            </a:ln>
            <a:solidFill>
              <a:schemeClr val="tx1"/>
            </a:solidFill>
            <a:effectLst/>
            <a:latin typeface="Arial" panose="020B0604020202090204" pitchFamily="34" charset="0"/>
            <a:ea typeface="楷体_GB2312" panose="0201060903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400" b="0" i="1" u="none" strike="noStrike" cap="none" normalizeH="0" baseline="0" smtClean="0">
            <a:ln>
              <a:noFill/>
            </a:ln>
            <a:solidFill>
              <a:schemeClr val="tx1"/>
            </a:solidFill>
            <a:effectLst/>
            <a:latin typeface="Arial" panose="020B0604020202090204" pitchFamily="34" charset="0"/>
            <a:ea typeface="楷体_GB2312" panose="02010609030101010101" pitchFamily="49" charset="-122"/>
          </a:defRPr>
        </a:defPPr>
      </a:lstStyle>
    </a:lnDef>
  </a:objectDefaults>
  <a:extraClrSchemeLst>
    <a:extraClrScheme>
      <a:clrScheme name="4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5032</Words>
  <Application>Microsoft Macintosh PowerPoint</Application>
  <PresentationFormat>宽屏</PresentationFormat>
  <Paragraphs>553</Paragraphs>
  <Slides>40</Slides>
  <Notes>21</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40</vt:i4>
      </vt:variant>
    </vt:vector>
  </HeadingPairs>
  <TitlesOfParts>
    <vt:vector size="54" baseType="lpstr">
      <vt:lpstr>等线</vt:lpstr>
      <vt:lpstr>方正特雅宋简体</vt:lpstr>
      <vt:lpstr>华文新魏</vt:lpstr>
      <vt:lpstr>华文中宋</vt:lpstr>
      <vt:lpstr>楷体</vt:lpstr>
      <vt:lpstr>宋体</vt:lpstr>
      <vt:lpstr>微软雅黑</vt:lpstr>
      <vt:lpstr>Arial</vt:lpstr>
      <vt:lpstr>Calibri</vt:lpstr>
      <vt:lpstr>Times New Roman</vt:lpstr>
      <vt:lpstr>Wingdings</vt:lpstr>
      <vt:lpstr>Office 主题​​</vt:lpstr>
      <vt:lpstr>默认设计模板</vt:lpstr>
      <vt:lpstr>1_默认设计模板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tian</dc:creator>
  <cp:lastModifiedBy>Wenjun Lee</cp:lastModifiedBy>
  <cp:revision>163</cp:revision>
  <dcterms:created xsi:type="dcterms:W3CDTF">2025-06-26T14:33:47Z</dcterms:created>
  <dcterms:modified xsi:type="dcterms:W3CDTF">2026-07-06T03:39:34Z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2052-7.4.1.8983</vt:lpwstr>
  </property>
  <property fmtid="{D5CDD505-2E9C-101B-9397-08002B2CF9AE}" pid="3" name="ICV">
    <vt:lpwstr>652AF420130E3AEF332E51687D6DA22D_43</vt:lpwstr>
  </property>
</Properties>
</file>